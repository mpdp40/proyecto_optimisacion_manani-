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jpg" ContentType="image/jpg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6000" y="942597"/>
            <a:ext cx="3728720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2901" y="307186"/>
            <a:ext cx="16362197" cy="2223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86605" y="1639919"/>
            <a:ext cx="13834744" cy="67506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jpg"/><Relationship Id="rId9" Type="http://schemas.openxmlformats.org/officeDocument/2006/relationships/image" Target="../media/image23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4540949"/>
            <a:ext cx="5925820" cy="2475865"/>
          </a:xfrm>
          <a:prstGeom prst="rect">
            <a:avLst/>
          </a:prstGeom>
        </p:spPr>
        <p:txBody>
          <a:bodyPr wrap="square" lIns="0" tIns="187325" rIns="0" bIns="0" rtlCol="0" vert="horz">
            <a:spAutoFit/>
          </a:bodyPr>
          <a:lstStyle/>
          <a:p>
            <a:pPr marL="12700" marR="5080">
              <a:lnSpc>
                <a:spcPts val="9000"/>
              </a:lnSpc>
              <a:spcBef>
                <a:spcPts val="1475"/>
              </a:spcBef>
            </a:pPr>
            <a:r>
              <a:rPr dirty="0" sz="8550" spc="70">
                <a:latin typeface="Georgia"/>
                <a:cs typeface="Georgia"/>
              </a:rPr>
              <a:t>PROYECTO </a:t>
            </a:r>
            <a:r>
              <a:rPr dirty="0" sz="8550" spc="-265">
                <a:latin typeface="Georgia"/>
                <a:cs typeface="Georgia"/>
              </a:rPr>
              <a:t>MANAMI</a:t>
            </a:r>
            <a:endParaRPr sz="8550">
              <a:latin typeface="Georgia"/>
              <a:cs typeface="Georg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2000" spc="-25">
                <a:latin typeface="Verdana"/>
                <a:cs typeface="Verdana"/>
              </a:rPr>
              <a:t>DUOC</a:t>
            </a:r>
            <a:r>
              <a:rPr dirty="0" sz="2000" spc="-19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UC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85">
                <a:latin typeface="Verdana"/>
                <a:cs typeface="Verdana"/>
              </a:rPr>
              <a:t>VIÑA</a:t>
            </a:r>
            <a:r>
              <a:rPr dirty="0" sz="2000" spc="-19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DELMAR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1600">
                <a:latin typeface="Verdana"/>
                <a:cs typeface="Verdana"/>
              </a:rPr>
              <a:t>Por</a:t>
            </a:r>
            <a:r>
              <a:rPr dirty="0" sz="1600" spc="-145">
                <a:latin typeface="Verdana"/>
                <a:cs typeface="Verdana"/>
              </a:rPr>
              <a:t> </a:t>
            </a:r>
            <a:r>
              <a:rPr dirty="0" sz="1600" spc="-25">
                <a:latin typeface="Verdana"/>
                <a:cs typeface="Verdana"/>
              </a:rPr>
              <a:t>Matias</a:t>
            </a:r>
            <a:r>
              <a:rPr dirty="0" sz="1600" spc="-140">
                <a:latin typeface="Verdana"/>
                <a:cs typeface="Verdana"/>
              </a:rPr>
              <a:t> </a:t>
            </a:r>
            <a:r>
              <a:rPr dirty="0" sz="1600" spc="-40">
                <a:latin typeface="Verdana"/>
                <a:cs typeface="Verdana"/>
              </a:rPr>
              <a:t>Rosales</a:t>
            </a:r>
            <a:r>
              <a:rPr dirty="0" sz="1600" spc="-145">
                <a:latin typeface="Verdana"/>
                <a:cs typeface="Verdana"/>
              </a:rPr>
              <a:t> </a:t>
            </a:r>
            <a:r>
              <a:rPr dirty="0" sz="1600" spc="-55">
                <a:latin typeface="Verdana"/>
                <a:cs typeface="Verdana"/>
              </a:rPr>
              <a:t>y</a:t>
            </a:r>
            <a:r>
              <a:rPr dirty="0" sz="1600" spc="-140">
                <a:latin typeface="Verdana"/>
                <a:cs typeface="Verdana"/>
              </a:rPr>
              <a:t> </a:t>
            </a:r>
            <a:r>
              <a:rPr dirty="0" sz="1600" spc="-10">
                <a:latin typeface="Verdana"/>
                <a:cs typeface="Verdana"/>
              </a:rPr>
              <a:t>Nicolas</a:t>
            </a:r>
            <a:r>
              <a:rPr dirty="0" sz="1600" spc="-140">
                <a:latin typeface="Verdana"/>
                <a:cs typeface="Verdana"/>
              </a:rPr>
              <a:t> </a:t>
            </a:r>
            <a:r>
              <a:rPr dirty="0" sz="1600" spc="-10">
                <a:latin typeface="Verdana"/>
                <a:cs typeface="Verdana"/>
              </a:rPr>
              <a:t>Pimentel</a:t>
            </a:r>
            <a:endParaRPr sz="16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60659" y="-4010"/>
            <a:ext cx="10027341" cy="102910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2938" rIns="0" bIns="0" rtlCol="0" vert="horz">
            <a:spAutoFit/>
          </a:bodyPr>
          <a:lstStyle/>
          <a:p>
            <a:pPr marL="6540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CONTENIDOS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9663" y="2647203"/>
            <a:ext cx="2205990" cy="2082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>
                <a:latin typeface="Georgia"/>
                <a:cs typeface="Georgia"/>
              </a:rPr>
              <a:t>CONTEXTO</a:t>
            </a:r>
            <a:endParaRPr sz="3000">
              <a:latin typeface="Georgia"/>
              <a:cs typeface="Georgia"/>
            </a:endParaRPr>
          </a:p>
          <a:p>
            <a:pPr marL="12700" marR="5080">
              <a:lnSpc>
                <a:spcPts val="6600"/>
              </a:lnSpc>
            </a:pPr>
            <a:r>
              <a:rPr dirty="0" sz="3000" spc="-10">
                <a:latin typeface="Georgia"/>
                <a:cs typeface="Georgia"/>
              </a:rPr>
              <a:t>PROBLEMA </a:t>
            </a:r>
            <a:r>
              <a:rPr dirty="0" sz="3000" spc="-50">
                <a:latin typeface="Georgia"/>
                <a:cs typeface="Georgia"/>
              </a:rPr>
              <a:t>NECESIDAD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3668" y="2555115"/>
            <a:ext cx="786765" cy="68072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5000" spc="-25">
                <a:latin typeface="Georgia"/>
                <a:cs typeface="Georgia"/>
              </a:rPr>
              <a:t>01</a:t>
            </a:r>
            <a:endParaRPr sz="5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5000" spc="-25">
                <a:latin typeface="Georgia"/>
                <a:cs typeface="Georgia"/>
              </a:rPr>
              <a:t>02</a:t>
            </a:r>
            <a:endParaRPr sz="5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5000" spc="-25">
                <a:latin typeface="Georgia"/>
                <a:cs typeface="Georgia"/>
              </a:rPr>
              <a:t>03</a:t>
            </a:r>
            <a:endParaRPr sz="5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5000" spc="-25">
                <a:latin typeface="Georgia"/>
                <a:cs typeface="Georgia"/>
              </a:rPr>
              <a:t>04</a:t>
            </a:r>
            <a:endParaRPr sz="5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5000" spc="-25">
                <a:latin typeface="Georgia"/>
                <a:cs typeface="Georgia"/>
              </a:rPr>
              <a:t>05</a:t>
            </a:r>
            <a:endParaRPr sz="5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5000" spc="-25">
                <a:latin typeface="Georgia"/>
                <a:cs typeface="Georgia"/>
              </a:rPr>
              <a:t>06</a:t>
            </a:r>
            <a:endParaRPr sz="5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5000" spc="-25">
                <a:latin typeface="Georgia"/>
                <a:cs typeface="Georgia"/>
              </a:rPr>
              <a:t>07</a:t>
            </a:r>
            <a:endParaRPr sz="5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5000" spc="-25">
                <a:latin typeface="Georgia"/>
                <a:cs typeface="Georgia"/>
              </a:rPr>
              <a:t>08</a:t>
            </a:r>
            <a:endParaRPr sz="5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8692" y="5161803"/>
            <a:ext cx="3462654" cy="2082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>
                <a:latin typeface="Georgia"/>
                <a:cs typeface="Georgia"/>
              </a:rPr>
              <a:t>SOLUCION</a:t>
            </a:r>
            <a:endParaRPr sz="3000">
              <a:latin typeface="Georgia"/>
              <a:cs typeface="Georgia"/>
            </a:endParaRPr>
          </a:p>
          <a:p>
            <a:pPr marL="12700" marR="5080">
              <a:lnSpc>
                <a:spcPts val="6600"/>
              </a:lnSpc>
            </a:pPr>
            <a:r>
              <a:rPr dirty="0" sz="3000" spc="-65">
                <a:latin typeface="Georgia"/>
                <a:cs typeface="Georgia"/>
              </a:rPr>
              <a:t>REQUERIMIENTOS </a:t>
            </a:r>
            <a:r>
              <a:rPr dirty="0" sz="3000" spc="-10">
                <a:latin typeface="Georgia"/>
                <a:cs typeface="Georgia"/>
              </a:rPr>
              <a:t>EPICAS</a:t>
            </a:r>
            <a:endParaRPr sz="3000">
              <a:latin typeface="Georgia"/>
              <a:cs typeface="Georg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55602" y="2891731"/>
            <a:ext cx="3300859" cy="57340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893292" y="7422467"/>
            <a:ext cx="5173980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3000" spc="-65">
                <a:latin typeface="Georgia"/>
                <a:cs typeface="Georgia"/>
              </a:rPr>
              <a:t>HISTORIAL</a:t>
            </a:r>
            <a:r>
              <a:rPr dirty="0" sz="3000" spc="-80">
                <a:latin typeface="Georgia"/>
                <a:cs typeface="Georgia"/>
              </a:rPr>
              <a:t> </a:t>
            </a:r>
            <a:r>
              <a:rPr dirty="0" sz="3000">
                <a:latin typeface="Georgia"/>
                <a:cs typeface="Georgia"/>
              </a:rPr>
              <a:t>DE</a:t>
            </a:r>
            <a:r>
              <a:rPr dirty="0" sz="3000" spc="-70">
                <a:latin typeface="Georgia"/>
                <a:cs typeface="Georgia"/>
              </a:rPr>
              <a:t> </a:t>
            </a:r>
            <a:r>
              <a:rPr dirty="0" sz="3000" spc="-50">
                <a:latin typeface="Georgia"/>
                <a:cs typeface="Georgia"/>
              </a:rPr>
              <a:t>USUARIO</a:t>
            </a:r>
            <a:r>
              <a:rPr dirty="0" sz="3000" spc="-130">
                <a:latin typeface="Georgia"/>
                <a:cs typeface="Georgia"/>
              </a:rPr>
              <a:t> </a:t>
            </a:r>
            <a:r>
              <a:rPr dirty="0" baseline="-21111" sz="7500" spc="-37">
                <a:latin typeface="Georgia"/>
                <a:cs typeface="Georgia"/>
              </a:rPr>
              <a:t>15</a:t>
            </a:r>
            <a:endParaRPr baseline="-21111" sz="75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18692" y="8514603"/>
            <a:ext cx="319214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45">
                <a:latin typeface="Georgia"/>
                <a:cs typeface="Georgia"/>
              </a:rPr>
              <a:t>ARQUITECTURAS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05770" y="2723436"/>
            <a:ext cx="4629785" cy="2844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>
                <a:latin typeface="Georgia"/>
                <a:cs typeface="Georgia"/>
              </a:rPr>
              <a:t>METODOLOGIA</a:t>
            </a:r>
            <a:endParaRPr sz="3000">
              <a:latin typeface="Georgia"/>
              <a:cs typeface="Georgia"/>
            </a:endParaRPr>
          </a:p>
          <a:p>
            <a:pPr marL="22860" marR="2326005" indent="-10795">
              <a:lnSpc>
                <a:spcPts val="6000"/>
              </a:lnSpc>
              <a:spcBef>
                <a:spcPts val="600"/>
              </a:spcBef>
            </a:pPr>
            <a:r>
              <a:rPr dirty="0" sz="3000" spc="-10">
                <a:latin typeface="Georgia"/>
                <a:cs typeface="Georgia"/>
              </a:rPr>
              <a:t>ROLES </a:t>
            </a:r>
            <a:r>
              <a:rPr dirty="0" sz="3000" spc="-65">
                <a:latin typeface="Georgia"/>
                <a:cs typeface="Georgia"/>
              </a:rPr>
              <a:t>EVIDENCIAS</a:t>
            </a:r>
            <a:endParaRPr sz="3000">
              <a:latin typeface="Georgia"/>
              <a:cs typeface="Georgia"/>
            </a:endParaRPr>
          </a:p>
          <a:p>
            <a:pPr marL="22860">
              <a:lnSpc>
                <a:spcPct val="100000"/>
              </a:lnSpc>
              <a:spcBef>
                <a:spcPts val="2400"/>
              </a:spcBef>
            </a:pPr>
            <a:r>
              <a:rPr dirty="0" sz="3000" spc="-45">
                <a:latin typeface="Georgia"/>
                <a:cs typeface="Georgia"/>
              </a:rPr>
              <a:t>EVIDENCIAS</a:t>
            </a:r>
            <a:r>
              <a:rPr dirty="0" sz="3000" spc="-90">
                <a:latin typeface="Georgia"/>
                <a:cs typeface="Georgia"/>
              </a:rPr>
              <a:t> </a:t>
            </a:r>
            <a:r>
              <a:rPr dirty="0" sz="3000">
                <a:latin typeface="Georgia"/>
                <a:cs typeface="Georgia"/>
              </a:rPr>
              <a:t>POR</a:t>
            </a:r>
            <a:r>
              <a:rPr dirty="0" sz="3000" spc="-90">
                <a:latin typeface="Georgia"/>
                <a:cs typeface="Georgia"/>
              </a:rPr>
              <a:t> </a:t>
            </a:r>
            <a:r>
              <a:rPr dirty="0" sz="3000" spc="-30">
                <a:latin typeface="Georgia"/>
                <a:cs typeface="Georgia"/>
              </a:rPr>
              <a:t>SPRINT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52831" y="2555115"/>
            <a:ext cx="786765" cy="50546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5000" spc="-25">
                <a:latin typeface="Georgia"/>
                <a:cs typeface="Georgia"/>
              </a:rPr>
              <a:t>09</a:t>
            </a:r>
            <a:endParaRPr sz="5000">
              <a:latin typeface="Georgia"/>
              <a:cs typeface="Georgia"/>
            </a:endParaRPr>
          </a:p>
          <a:p>
            <a:pPr marL="99695">
              <a:lnSpc>
                <a:spcPct val="100000"/>
              </a:lnSpc>
              <a:spcBef>
                <a:spcPts val="600"/>
              </a:spcBef>
            </a:pPr>
            <a:r>
              <a:rPr dirty="0" sz="5000" spc="-25">
                <a:latin typeface="Georgia"/>
                <a:cs typeface="Georgia"/>
              </a:rPr>
              <a:t>10</a:t>
            </a:r>
            <a:endParaRPr sz="5000">
              <a:latin typeface="Georgia"/>
              <a:cs typeface="Georgia"/>
            </a:endParaRPr>
          </a:p>
          <a:p>
            <a:pPr marL="99695">
              <a:lnSpc>
                <a:spcPct val="100000"/>
              </a:lnSpc>
              <a:spcBef>
                <a:spcPts val="600"/>
              </a:spcBef>
            </a:pPr>
            <a:r>
              <a:rPr dirty="0" sz="5000" spc="-375">
                <a:latin typeface="Georgia"/>
                <a:cs typeface="Georgia"/>
              </a:rPr>
              <a:t>11</a:t>
            </a:r>
            <a:endParaRPr sz="5000">
              <a:latin typeface="Georgia"/>
              <a:cs typeface="Georgia"/>
            </a:endParaRPr>
          </a:p>
          <a:p>
            <a:pPr marL="99695">
              <a:lnSpc>
                <a:spcPct val="100000"/>
              </a:lnSpc>
              <a:spcBef>
                <a:spcPts val="600"/>
              </a:spcBef>
            </a:pPr>
            <a:r>
              <a:rPr dirty="0" sz="5000" spc="-25">
                <a:latin typeface="Georgia"/>
                <a:cs typeface="Georgia"/>
              </a:rPr>
              <a:t>12</a:t>
            </a:r>
            <a:endParaRPr sz="5000">
              <a:latin typeface="Georgia"/>
              <a:cs typeface="Georgia"/>
            </a:endParaRPr>
          </a:p>
          <a:p>
            <a:pPr marL="99695">
              <a:lnSpc>
                <a:spcPct val="100000"/>
              </a:lnSpc>
              <a:spcBef>
                <a:spcPts val="600"/>
              </a:spcBef>
            </a:pPr>
            <a:r>
              <a:rPr dirty="0" sz="5000" spc="-25">
                <a:latin typeface="Georgia"/>
                <a:cs typeface="Georgia"/>
              </a:rPr>
              <a:t>13</a:t>
            </a:r>
            <a:endParaRPr sz="5000">
              <a:latin typeface="Georgia"/>
              <a:cs typeface="Georgia"/>
            </a:endParaRPr>
          </a:p>
          <a:p>
            <a:pPr marL="99695">
              <a:lnSpc>
                <a:spcPct val="100000"/>
              </a:lnSpc>
              <a:spcBef>
                <a:spcPts val="600"/>
              </a:spcBef>
            </a:pPr>
            <a:r>
              <a:rPr dirty="0" sz="5000" spc="-25">
                <a:latin typeface="Georgia"/>
                <a:cs typeface="Georgia"/>
              </a:rPr>
              <a:t>14</a:t>
            </a:r>
            <a:endParaRPr sz="50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44984" y="6000003"/>
            <a:ext cx="6809105" cy="2082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40">
                <a:latin typeface="Georgia"/>
                <a:cs typeface="Georgia"/>
              </a:rPr>
              <a:t>DEFINICION</a:t>
            </a:r>
            <a:r>
              <a:rPr dirty="0" sz="3000" spc="-80">
                <a:latin typeface="Georgia"/>
                <a:cs typeface="Georgia"/>
              </a:rPr>
              <a:t> </a:t>
            </a:r>
            <a:r>
              <a:rPr dirty="0" sz="3000">
                <a:latin typeface="Georgia"/>
                <a:cs typeface="Georgia"/>
              </a:rPr>
              <a:t>DE</a:t>
            </a:r>
            <a:r>
              <a:rPr dirty="0" sz="3000" spc="-80">
                <a:latin typeface="Georgia"/>
                <a:cs typeface="Georgia"/>
              </a:rPr>
              <a:t> </a:t>
            </a:r>
            <a:r>
              <a:rPr dirty="0" sz="3000" spc="-10">
                <a:latin typeface="Georgia"/>
                <a:cs typeface="Georgia"/>
              </a:rPr>
              <a:t>SPRINTS</a:t>
            </a:r>
            <a:endParaRPr sz="3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dirty="0" sz="3000" spc="-10">
                <a:latin typeface="Georgia"/>
                <a:cs typeface="Georgia"/>
              </a:rPr>
              <a:t>CRONOGRAMA</a:t>
            </a:r>
            <a:endParaRPr sz="3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000"/>
              </a:spcBef>
            </a:pPr>
            <a:r>
              <a:rPr dirty="0" sz="3000">
                <a:latin typeface="Georgia"/>
                <a:cs typeface="Georgia"/>
              </a:rPr>
              <a:t>CONCLUSIONES</a:t>
            </a:r>
            <a:r>
              <a:rPr dirty="0" sz="3000" spc="55">
                <a:latin typeface="Georgia"/>
                <a:cs typeface="Georgia"/>
              </a:rPr>
              <a:t> </a:t>
            </a:r>
            <a:r>
              <a:rPr dirty="0" sz="3000">
                <a:latin typeface="Georgia"/>
                <a:cs typeface="Georgia"/>
              </a:rPr>
              <a:t>Y</a:t>
            </a:r>
            <a:r>
              <a:rPr dirty="0" sz="3000" spc="55">
                <a:latin typeface="Georgia"/>
                <a:cs typeface="Georgia"/>
              </a:rPr>
              <a:t> </a:t>
            </a:r>
            <a:r>
              <a:rPr dirty="0" sz="3000" spc="-25">
                <a:latin typeface="Georgia"/>
                <a:cs typeface="Georgia"/>
              </a:rPr>
              <a:t>PROXIMOS</a:t>
            </a:r>
            <a:r>
              <a:rPr dirty="0" sz="3000" spc="55">
                <a:latin typeface="Georgia"/>
                <a:cs typeface="Georgia"/>
              </a:rPr>
              <a:t> </a:t>
            </a:r>
            <a:r>
              <a:rPr dirty="0" sz="3000" spc="-10">
                <a:latin typeface="Georgia"/>
                <a:cs typeface="Georgia"/>
              </a:rPr>
              <a:t>PASOS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39961" y="8574992"/>
            <a:ext cx="623570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114">
                <a:latin typeface="Georgia"/>
                <a:cs typeface="Georgia"/>
              </a:rPr>
              <a:t>16</a:t>
            </a:r>
            <a:endParaRPr sz="50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44984" y="8514603"/>
            <a:ext cx="213550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0">
                <a:latin typeface="Georgia"/>
                <a:cs typeface="Georgia"/>
              </a:rPr>
              <a:t>REFLEXION</a:t>
            </a:r>
            <a:endParaRPr sz="3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63639" y="5365703"/>
            <a:ext cx="5924549" cy="45148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7500" y="1482237"/>
            <a:ext cx="5010150" cy="585787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240867" y="981138"/>
            <a:ext cx="3575685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10"/>
              <a:t>CONTEXTO</a:t>
            </a:r>
            <a:endParaRPr sz="5000"/>
          </a:p>
        </p:txBody>
      </p:sp>
      <p:sp>
        <p:nvSpPr>
          <p:cNvPr id="5" name="object 5"/>
          <p:cNvSpPr txBox="1"/>
          <p:nvPr/>
        </p:nvSpPr>
        <p:spPr>
          <a:xfrm>
            <a:off x="6240677" y="2256413"/>
            <a:ext cx="6059805" cy="450532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600"/>
              </a:spcBef>
            </a:pPr>
            <a:r>
              <a:rPr dirty="0" sz="2850" spc="-75">
                <a:latin typeface="Verdana"/>
                <a:cs typeface="Verdana"/>
              </a:rPr>
              <a:t>La</a:t>
            </a:r>
            <a:r>
              <a:rPr dirty="0" sz="2850" spc="-275">
                <a:latin typeface="Verdana"/>
                <a:cs typeface="Verdana"/>
              </a:rPr>
              <a:t> </a:t>
            </a:r>
            <a:r>
              <a:rPr dirty="0" sz="2850" spc="-80">
                <a:latin typeface="Verdana"/>
                <a:cs typeface="Verdana"/>
              </a:rPr>
              <a:t>empres</a:t>
            </a:r>
            <a:r>
              <a:rPr dirty="0" sz="2850" spc="-270">
                <a:latin typeface="Verdana"/>
                <a:cs typeface="Verdana"/>
              </a:rPr>
              <a:t> </a:t>
            </a:r>
            <a:r>
              <a:rPr dirty="0" sz="2850" spc="-100">
                <a:latin typeface="Verdana"/>
                <a:cs typeface="Verdana"/>
              </a:rPr>
              <a:t>Fenix</a:t>
            </a:r>
            <a:r>
              <a:rPr dirty="0" sz="2850" spc="-275">
                <a:latin typeface="Verdana"/>
                <a:cs typeface="Verdana"/>
              </a:rPr>
              <a:t> </a:t>
            </a:r>
            <a:r>
              <a:rPr dirty="0" sz="2850">
                <a:latin typeface="Verdana"/>
                <a:cs typeface="Verdana"/>
              </a:rPr>
              <a:t>del</a:t>
            </a:r>
            <a:r>
              <a:rPr dirty="0" sz="2850" spc="-270">
                <a:latin typeface="Verdana"/>
                <a:cs typeface="Verdana"/>
              </a:rPr>
              <a:t> </a:t>
            </a:r>
            <a:r>
              <a:rPr dirty="0" sz="2850" spc="-25">
                <a:latin typeface="Verdana"/>
                <a:cs typeface="Verdana"/>
              </a:rPr>
              <a:t>rubro</a:t>
            </a:r>
            <a:r>
              <a:rPr dirty="0" sz="2850" spc="-275">
                <a:latin typeface="Verdana"/>
                <a:cs typeface="Verdana"/>
              </a:rPr>
              <a:t> </a:t>
            </a:r>
            <a:r>
              <a:rPr dirty="0" sz="2850" spc="-10">
                <a:latin typeface="Verdana"/>
                <a:cs typeface="Verdana"/>
              </a:rPr>
              <a:t>textil</a:t>
            </a:r>
            <a:endParaRPr sz="2850">
              <a:latin typeface="Verdana"/>
              <a:cs typeface="Verdana"/>
            </a:endParaRPr>
          </a:p>
          <a:p>
            <a:pPr algn="just" marL="12700" marR="106045">
              <a:lnSpc>
                <a:spcPct val="114599"/>
              </a:lnSpc>
            </a:pPr>
            <a:r>
              <a:rPr dirty="0" sz="2850" spc="-35">
                <a:latin typeface="Verdana"/>
                <a:cs typeface="Verdana"/>
              </a:rPr>
              <a:t>ubicada</a:t>
            </a:r>
            <a:r>
              <a:rPr dirty="0" sz="2850" spc="-305">
                <a:latin typeface="Verdana"/>
                <a:cs typeface="Verdana"/>
              </a:rPr>
              <a:t> </a:t>
            </a:r>
            <a:r>
              <a:rPr dirty="0" sz="2850" spc="-55">
                <a:latin typeface="Verdana"/>
                <a:cs typeface="Verdana"/>
              </a:rPr>
              <a:t>en</a:t>
            </a:r>
            <a:r>
              <a:rPr dirty="0" sz="2850" spc="-305">
                <a:latin typeface="Verdana"/>
                <a:cs typeface="Verdana"/>
              </a:rPr>
              <a:t> </a:t>
            </a:r>
            <a:r>
              <a:rPr dirty="0" sz="2850" spc="-20">
                <a:latin typeface="Verdana"/>
                <a:cs typeface="Verdana"/>
              </a:rPr>
              <a:t>Quilpue</a:t>
            </a:r>
            <a:r>
              <a:rPr dirty="0" sz="2850" spc="395">
                <a:latin typeface="Verdana"/>
                <a:cs typeface="Verdana"/>
              </a:rPr>
              <a:t> </a:t>
            </a:r>
            <a:r>
              <a:rPr dirty="0" sz="2850" spc="-80">
                <a:latin typeface="Verdana"/>
                <a:cs typeface="Verdana"/>
              </a:rPr>
              <a:t>se</a:t>
            </a:r>
            <a:r>
              <a:rPr dirty="0" sz="2850" spc="-305">
                <a:latin typeface="Verdana"/>
                <a:cs typeface="Verdana"/>
              </a:rPr>
              <a:t> </a:t>
            </a:r>
            <a:r>
              <a:rPr dirty="0" sz="2850" spc="-20">
                <a:latin typeface="Verdana"/>
                <a:cs typeface="Verdana"/>
              </a:rPr>
              <a:t>dedica</a:t>
            </a:r>
            <a:r>
              <a:rPr dirty="0" sz="2850" spc="-305">
                <a:latin typeface="Verdana"/>
                <a:cs typeface="Verdana"/>
              </a:rPr>
              <a:t> </a:t>
            </a:r>
            <a:r>
              <a:rPr dirty="0" sz="2850" spc="-140">
                <a:latin typeface="Verdana"/>
                <a:cs typeface="Verdana"/>
              </a:rPr>
              <a:t>a</a:t>
            </a:r>
            <a:r>
              <a:rPr dirty="0" sz="2850" spc="-305">
                <a:latin typeface="Verdana"/>
                <a:cs typeface="Verdana"/>
              </a:rPr>
              <a:t> </a:t>
            </a:r>
            <a:r>
              <a:rPr dirty="0" sz="2850" spc="-50">
                <a:latin typeface="Verdana"/>
                <a:cs typeface="Verdana"/>
              </a:rPr>
              <a:t>la</a:t>
            </a:r>
            <a:r>
              <a:rPr dirty="0" sz="2850" spc="-40">
                <a:latin typeface="Verdana"/>
                <a:cs typeface="Verdana"/>
              </a:rPr>
              <a:t> </a:t>
            </a:r>
            <a:r>
              <a:rPr dirty="0" sz="2850" spc="15">
                <a:latin typeface="Verdana"/>
                <a:cs typeface="Verdana"/>
              </a:rPr>
              <a:t>confección</a:t>
            </a:r>
            <a:r>
              <a:rPr dirty="0" sz="2850" spc="-305">
                <a:latin typeface="Verdana"/>
                <a:cs typeface="Verdana"/>
              </a:rPr>
              <a:t> </a:t>
            </a:r>
            <a:r>
              <a:rPr dirty="0" sz="2850" spc="-85">
                <a:latin typeface="Verdana"/>
                <a:cs typeface="Verdana"/>
              </a:rPr>
              <a:t>y</a:t>
            </a:r>
            <a:r>
              <a:rPr dirty="0" sz="2850" spc="-305">
                <a:latin typeface="Verdana"/>
                <a:cs typeface="Verdana"/>
              </a:rPr>
              <a:t> </a:t>
            </a:r>
            <a:r>
              <a:rPr dirty="0" sz="2850" spc="-50">
                <a:latin typeface="Verdana"/>
                <a:cs typeface="Verdana"/>
              </a:rPr>
              <a:t>venta</a:t>
            </a:r>
            <a:r>
              <a:rPr dirty="0" sz="2850" spc="-305">
                <a:latin typeface="Verdana"/>
                <a:cs typeface="Verdana"/>
              </a:rPr>
              <a:t> </a:t>
            </a:r>
            <a:r>
              <a:rPr dirty="0" sz="2850" spc="-20">
                <a:latin typeface="Verdana"/>
                <a:cs typeface="Verdana"/>
              </a:rPr>
              <a:t>de</a:t>
            </a:r>
            <a:r>
              <a:rPr dirty="0" sz="2850" spc="-305">
                <a:latin typeface="Verdana"/>
                <a:cs typeface="Verdana"/>
              </a:rPr>
              <a:t> </a:t>
            </a:r>
            <a:r>
              <a:rPr dirty="0" sz="2850" spc="-65">
                <a:latin typeface="Verdana"/>
                <a:cs typeface="Verdana"/>
              </a:rPr>
              <a:t>uniformes.</a:t>
            </a:r>
            <a:r>
              <a:rPr dirty="0" sz="2850" spc="-40">
                <a:latin typeface="Verdana"/>
                <a:cs typeface="Verdana"/>
              </a:rPr>
              <a:t> </a:t>
            </a:r>
            <a:r>
              <a:rPr dirty="0" sz="2850" spc="-150">
                <a:latin typeface="Verdana"/>
                <a:cs typeface="Verdana"/>
              </a:rPr>
              <a:t>Su</a:t>
            </a:r>
            <a:r>
              <a:rPr dirty="0" sz="2850" spc="-305">
                <a:latin typeface="Verdana"/>
                <a:cs typeface="Verdana"/>
              </a:rPr>
              <a:t> </a:t>
            </a:r>
            <a:r>
              <a:rPr dirty="0" sz="2850" spc="-20">
                <a:latin typeface="Verdana"/>
                <a:cs typeface="Verdana"/>
              </a:rPr>
              <a:t>operación</a:t>
            </a:r>
            <a:r>
              <a:rPr dirty="0" sz="2850" spc="-305">
                <a:latin typeface="Verdana"/>
                <a:cs typeface="Verdana"/>
              </a:rPr>
              <a:t> </a:t>
            </a:r>
            <a:r>
              <a:rPr dirty="0" sz="2850" spc="-55">
                <a:latin typeface="Verdana"/>
                <a:cs typeface="Verdana"/>
              </a:rPr>
              <a:t>diaria</a:t>
            </a:r>
            <a:r>
              <a:rPr dirty="0" sz="2850" spc="-305">
                <a:latin typeface="Verdana"/>
                <a:cs typeface="Verdana"/>
              </a:rPr>
              <a:t> </a:t>
            </a:r>
            <a:r>
              <a:rPr dirty="0" sz="2850" spc="-20">
                <a:latin typeface="Verdana"/>
                <a:cs typeface="Verdana"/>
              </a:rPr>
              <a:t>depende</a:t>
            </a:r>
            <a:r>
              <a:rPr dirty="0" sz="2850" spc="-305">
                <a:latin typeface="Verdana"/>
                <a:cs typeface="Verdana"/>
              </a:rPr>
              <a:t> </a:t>
            </a:r>
            <a:r>
              <a:rPr dirty="0" sz="2850" spc="-20">
                <a:latin typeface="Verdana"/>
                <a:cs typeface="Verdana"/>
              </a:rPr>
              <a:t>de</a:t>
            </a:r>
            <a:r>
              <a:rPr dirty="0" sz="2850" spc="-305">
                <a:latin typeface="Verdana"/>
                <a:cs typeface="Verdana"/>
              </a:rPr>
              <a:t> </a:t>
            </a:r>
            <a:r>
              <a:rPr dirty="0" sz="2850" spc="-50">
                <a:latin typeface="Verdana"/>
                <a:cs typeface="Verdana"/>
              </a:rPr>
              <a:t>la</a:t>
            </a:r>
            <a:r>
              <a:rPr dirty="0" sz="2850" spc="-40">
                <a:latin typeface="Verdana"/>
                <a:cs typeface="Verdana"/>
              </a:rPr>
              <a:t> </a:t>
            </a:r>
            <a:r>
              <a:rPr dirty="0" sz="2850" spc="-15">
                <a:latin typeface="Verdana"/>
                <a:cs typeface="Verdana"/>
              </a:rPr>
              <a:t>adquisición</a:t>
            </a:r>
            <a:r>
              <a:rPr dirty="0" sz="2850" spc="-305">
                <a:latin typeface="Verdana"/>
                <a:cs typeface="Verdana"/>
              </a:rPr>
              <a:t> </a:t>
            </a:r>
            <a:r>
              <a:rPr dirty="0" sz="2850" spc="-20">
                <a:latin typeface="Verdana"/>
                <a:cs typeface="Verdana"/>
              </a:rPr>
              <a:t>constante</a:t>
            </a:r>
            <a:r>
              <a:rPr dirty="0" sz="2850" spc="-305">
                <a:latin typeface="Verdana"/>
                <a:cs typeface="Verdana"/>
              </a:rPr>
              <a:t> </a:t>
            </a:r>
            <a:r>
              <a:rPr dirty="0" sz="2850" spc="-20">
                <a:latin typeface="Verdana"/>
                <a:cs typeface="Verdana"/>
              </a:rPr>
              <a:t>de</a:t>
            </a:r>
            <a:r>
              <a:rPr dirty="0" sz="2850" spc="-305">
                <a:latin typeface="Verdana"/>
                <a:cs typeface="Verdana"/>
              </a:rPr>
              <a:t> </a:t>
            </a:r>
            <a:r>
              <a:rPr dirty="0" sz="2850" spc="-60">
                <a:latin typeface="Verdana"/>
                <a:cs typeface="Verdana"/>
              </a:rPr>
              <a:t>diversas</a:t>
            </a:r>
            <a:r>
              <a:rPr dirty="0" sz="2850" spc="-40">
                <a:latin typeface="Verdana"/>
                <a:cs typeface="Verdana"/>
              </a:rPr>
              <a:t> </a:t>
            </a:r>
            <a:r>
              <a:rPr dirty="0" sz="2850" spc="-45">
                <a:latin typeface="Verdana"/>
                <a:cs typeface="Verdana"/>
              </a:rPr>
              <a:t>telas</a:t>
            </a:r>
            <a:r>
              <a:rPr dirty="0" sz="2850" spc="-305">
                <a:latin typeface="Verdana"/>
                <a:cs typeface="Verdana"/>
              </a:rPr>
              <a:t> </a:t>
            </a:r>
            <a:r>
              <a:rPr dirty="0" sz="2850" spc="-70">
                <a:latin typeface="Verdana"/>
                <a:cs typeface="Verdana"/>
              </a:rPr>
              <a:t>e</a:t>
            </a:r>
            <a:r>
              <a:rPr dirty="0" sz="2850" spc="-305">
                <a:latin typeface="Verdana"/>
                <a:cs typeface="Verdana"/>
              </a:rPr>
              <a:t> </a:t>
            </a:r>
            <a:r>
              <a:rPr dirty="0" sz="2850" spc="-70">
                <a:latin typeface="Verdana"/>
                <a:cs typeface="Verdana"/>
              </a:rPr>
              <a:t>insumos</a:t>
            </a:r>
            <a:r>
              <a:rPr dirty="0" sz="2850" spc="-305">
                <a:latin typeface="Verdana"/>
                <a:cs typeface="Verdana"/>
              </a:rPr>
              <a:t> </a:t>
            </a:r>
            <a:r>
              <a:rPr dirty="0" sz="2850" spc="-140">
                <a:latin typeface="Verdana"/>
                <a:cs typeface="Verdana"/>
              </a:rPr>
              <a:t>a</a:t>
            </a:r>
            <a:r>
              <a:rPr dirty="0" sz="2850" spc="-305">
                <a:latin typeface="Verdana"/>
                <a:cs typeface="Verdana"/>
              </a:rPr>
              <a:t> </a:t>
            </a:r>
            <a:r>
              <a:rPr dirty="0" sz="2850" spc="-30">
                <a:latin typeface="Verdana"/>
                <a:cs typeface="Verdana"/>
              </a:rPr>
              <a:t>múltiples</a:t>
            </a:r>
            <a:endParaRPr sz="2850">
              <a:latin typeface="Verdana"/>
              <a:cs typeface="Verdana"/>
            </a:endParaRPr>
          </a:p>
          <a:p>
            <a:pPr algn="just" marL="12700">
              <a:lnSpc>
                <a:spcPct val="100000"/>
              </a:lnSpc>
              <a:spcBef>
                <a:spcPts val="495"/>
              </a:spcBef>
            </a:pPr>
            <a:r>
              <a:rPr dirty="0" sz="2850" spc="-40">
                <a:latin typeface="Verdana"/>
                <a:cs typeface="Verdana"/>
              </a:rPr>
              <a:t>proveedores</a:t>
            </a:r>
            <a:r>
              <a:rPr dirty="0" sz="2850" spc="-254">
                <a:latin typeface="Verdana"/>
                <a:cs typeface="Verdana"/>
              </a:rPr>
              <a:t> </a:t>
            </a:r>
            <a:r>
              <a:rPr dirty="0" sz="2850" spc="-70">
                <a:latin typeface="Verdana"/>
                <a:cs typeface="Verdana"/>
              </a:rPr>
              <a:t>para</a:t>
            </a:r>
            <a:r>
              <a:rPr dirty="0" sz="2850" spc="-254">
                <a:latin typeface="Verdana"/>
                <a:cs typeface="Verdana"/>
              </a:rPr>
              <a:t> </a:t>
            </a:r>
            <a:r>
              <a:rPr dirty="0" sz="2850" spc="-75">
                <a:latin typeface="Verdana"/>
                <a:cs typeface="Verdana"/>
              </a:rPr>
              <a:t>mantener</a:t>
            </a:r>
            <a:r>
              <a:rPr dirty="0" sz="2850" spc="-250">
                <a:latin typeface="Verdana"/>
                <a:cs typeface="Verdana"/>
              </a:rPr>
              <a:t> </a:t>
            </a:r>
            <a:r>
              <a:rPr dirty="0" sz="2850" spc="-25">
                <a:latin typeface="Verdana"/>
                <a:cs typeface="Verdana"/>
              </a:rPr>
              <a:t>la</a:t>
            </a:r>
            <a:endParaRPr sz="2850">
              <a:latin typeface="Verdana"/>
              <a:cs typeface="Verdana"/>
            </a:endParaRPr>
          </a:p>
          <a:p>
            <a:pPr algn="just" marL="12700" marR="5080">
              <a:lnSpc>
                <a:spcPct val="114599"/>
              </a:lnSpc>
              <a:spcBef>
                <a:spcPts val="5"/>
              </a:spcBef>
            </a:pPr>
            <a:r>
              <a:rPr dirty="0" sz="2850" spc="15">
                <a:latin typeface="Verdana"/>
                <a:cs typeface="Verdana"/>
              </a:rPr>
              <a:t>producción</a:t>
            </a:r>
            <a:r>
              <a:rPr dirty="0" sz="2850" spc="-305">
                <a:latin typeface="Verdana"/>
                <a:cs typeface="Verdana"/>
              </a:rPr>
              <a:t> </a:t>
            </a:r>
            <a:r>
              <a:rPr dirty="0" sz="2850" spc="-45">
                <a:latin typeface="Verdana"/>
                <a:cs typeface="Verdana"/>
              </a:rPr>
              <a:t>activa</a:t>
            </a:r>
            <a:r>
              <a:rPr dirty="0" sz="2850" spc="-305">
                <a:latin typeface="Verdana"/>
                <a:cs typeface="Verdana"/>
              </a:rPr>
              <a:t> </a:t>
            </a:r>
            <a:r>
              <a:rPr dirty="0" sz="2850" spc="-85">
                <a:latin typeface="Verdana"/>
                <a:cs typeface="Verdana"/>
              </a:rPr>
              <a:t>y</a:t>
            </a:r>
            <a:r>
              <a:rPr dirty="0" sz="2850" spc="-305">
                <a:latin typeface="Verdana"/>
                <a:cs typeface="Verdana"/>
              </a:rPr>
              <a:t> </a:t>
            </a:r>
            <a:r>
              <a:rPr dirty="0" sz="2850" spc="-20">
                <a:latin typeface="Verdana"/>
                <a:cs typeface="Verdana"/>
              </a:rPr>
              <a:t>responder</a:t>
            </a:r>
            <a:r>
              <a:rPr dirty="0" sz="2850" spc="-305">
                <a:latin typeface="Verdana"/>
                <a:cs typeface="Verdana"/>
              </a:rPr>
              <a:t> </a:t>
            </a:r>
            <a:r>
              <a:rPr dirty="0" sz="2850" spc="-140">
                <a:latin typeface="Verdana"/>
                <a:cs typeface="Verdana"/>
              </a:rPr>
              <a:t>a</a:t>
            </a:r>
            <a:r>
              <a:rPr dirty="0" sz="2850" spc="-305">
                <a:latin typeface="Verdana"/>
                <a:cs typeface="Verdana"/>
              </a:rPr>
              <a:t> </a:t>
            </a:r>
            <a:r>
              <a:rPr dirty="0" sz="2850" spc="-50">
                <a:latin typeface="Verdana"/>
                <a:cs typeface="Verdana"/>
              </a:rPr>
              <a:t>la</a:t>
            </a:r>
            <a:r>
              <a:rPr dirty="0" sz="2850" spc="-40">
                <a:latin typeface="Verdana"/>
                <a:cs typeface="Verdana"/>
              </a:rPr>
              <a:t> </a:t>
            </a:r>
            <a:r>
              <a:rPr dirty="0" sz="2850" spc="-60">
                <a:latin typeface="Verdana"/>
                <a:cs typeface="Verdana"/>
              </a:rPr>
              <a:t>demanda</a:t>
            </a:r>
            <a:r>
              <a:rPr dirty="0" sz="2850" spc="-305">
                <a:latin typeface="Verdana"/>
                <a:cs typeface="Verdana"/>
              </a:rPr>
              <a:t> </a:t>
            </a:r>
            <a:r>
              <a:rPr dirty="0" sz="2850" spc="-20">
                <a:latin typeface="Verdana"/>
                <a:cs typeface="Verdana"/>
              </a:rPr>
              <a:t>de</a:t>
            </a:r>
            <a:r>
              <a:rPr dirty="0" sz="2850" spc="-305">
                <a:latin typeface="Verdana"/>
                <a:cs typeface="Verdana"/>
              </a:rPr>
              <a:t> </a:t>
            </a:r>
            <a:r>
              <a:rPr dirty="0" sz="2850" spc="-80">
                <a:latin typeface="Verdana"/>
                <a:cs typeface="Verdana"/>
              </a:rPr>
              <a:t>sus</a:t>
            </a:r>
            <a:r>
              <a:rPr dirty="0" sz="2850" spc="-305">
                <a:latin typeface="Verdana"/>
                <a:cs typeface="Verdana"/>
              </a:rPr>
              <a:t> </a:t>
            </a:r>
            <a:r>
              <a:rPr dirty="0" sz="2850" spc="-40">
                <a:latin typeface="Verdana"/>
                <a:cs typeface="Verdana"/>
              </a:rPr>
              <a:t>clientes.</a:t>
            </a:r>
            <a:endParaRPr sz="28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251962" y="2898051"/>
            <a:ext cx="4135754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0"/>
              <a:t>PROBLEMA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1962" y="4289641"/>
            <a:ext cx="6818630" cy="420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60">
                <a:latin typeface="Verdana"/>
                <a:cs typeface="Verdana"/>
              </a:rPr>
              <a:t>Actualmente,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40">
                <a:latin typeface="Verdana"/>
                <a:cs typeface="Verdana"/>
              </a:rPr>
              <a:t>la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65">
                <a:latin typeface="Verdana"/>
                <a:cs typeface="Verdana"/>
              </a:rPr>
              <a:t>empresa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45">
                <a:latin typeface="Verdana"/>
                <a:cs typeface="Verdana"/>
              </a:rPr>
              <a:t>presenta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10">
                <a:latin typeface="Verdana"/>
                <a:cs typeface="Verdana"/>
              </a:rPr>
              <a:t>Fenix</a:t>
            </a:r>
            <a:endParaRPr sz="2400">
              <a:latin typeface="Verdana"/>
              <a:cs typeface="Verdana"/>
            </a:endParaRPr>
          </a:p>
          <a:p>
            <a:pPr marL="12700" marR="146050">
              <a:lnSpc>
                <a:spcPct val="104200"/>
              </a:lnSpc>
            </a:pPr>
            <a:r>
              <a:rPr dirty="0" sz="2400" spc="-20">
                <a:latin typeface="Verdana"/>
                <a:cs typeface="Verdana"/>
              </a:rPr>
              <a:t>deficiencias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 spc="-50">
                <a:latin typeface="Verdana"/>
                <a:cs typeface="Verdana"/>
              </a:rPr>
              <a:t>en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 spc="-20">
                <a:latin typeface="Verdana"/>
                <a:cs typeface="Verdana"/>
              </a:rPr>
              <a:t>el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control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 spc="-80">
                <a:latin typeface="Verdana"/>
                <a:cs typeface="Verdana"/>
              </a:rPr>
              <a:t>y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 spc="-40">
                <a:latin typeface="Verdana"/>
                <a:cs typeface="Verdana"/>
              </a:rPr>
              <a:t>la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 spc="-60">
                <a:latin typeface="Verdana"/>
                <a:cs typeface="Verdana"/>
              </a:rPr>
              <a:t>organización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de </a:t>
            </a:r>
            <a:r>
              <a:rPr dirty="0" sz="2400" spc="-75">
                <a:latin typeface="Verdana"/>
                <a:cs typeface="Verdana"/>
              </a:rPr>
              <a:t>sus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75">
                <a:latin typeface="Verdana"/>
                <a:cs typeface="Verdana"/>
              </a:rPr>
              <a:t>materias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 spc="-10">
                <a:latin typeface="Verdana"/>
                <a:cs typeface="Verdana"/>
              </a:rPr>
              <a:t>primas.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400">
              <a:latin typeface="Verdana"/>
              <a:cs typeface="Verdana"/>
            </a:endParaRPr>
          </a:p>
          <a:p>
            <a:pPr marL="12700" marR="5080">
              <a:lnSpc>
                <a:spcPct val="104200"/>
              </a:lnSpc>
            </a:pPr>
            <a:r>
              <a:rPr dirty="0" sz="2400" spc="-30">
                <a:latin typeface="Verdana"/>
                <a:cs typeface="Verdana"/>
              </a:rPr>
              <a:t>El</a:t>
            </a:r>
            <a:r>
              <a:rPr dirty="0" sz="2400" spc="-260">
                <a:latin typeface="Verdana"/>
                <a:cs typeface="Verdana"/>
              </a:rPr>
              <a:t> </a:t>
            </a:r>
            <a:r>
              <a:rPr dirty="0" sz="2400" spc="-55">
                <a:latin typeface="Verdana"/>
                <a:cs typeface="Verdana"/>
              </a:rPr>
              <a:t>registro</a:t>
            </a:r>
            <a:r>
              <a:rPr dirty="0" sz="2400" spc="-260">
                <a:latin typeface="Verdana"/>
                <a:cs typeface="Verdana"/>
              </a:rPr>
              <a:t> </a:t>
            </a:r>
            <a:r>
              <a:rPr dirty="0" sz="2400" spc="-10">
                <a:latin typeface="Verdana"/>
                <a:cs typeface="Verdana"/>
              </a:rPr>
              <a:t>manual</a:t>
            </a:r>
            <a:r>
              <a:rPr dirty="0" sz="2400" spc="65">
                <a:latin typeface="Verdana"/>
                <a:cs typeface="Verdana"/>
              </a:rPr>
              <a:t> </a:t>
            </a:r>
            <a:r>
              <a:rPr dirty="0" sz="2400" spc="-90">
                <a:latin typeface="Verdana"/>
                <a:cs typeface="Verdana"/>
              </a:rPr>
              <a:t>genera</a:t>
            </a:r>
            <a:r>
              <a:rPr dirty="0" sz="2400" spc="-260">
                <a:latin typeface="Verdana"/>
                <a:cs typeface="Verdana"/>
              </a:rPr>
              <a:t> </a:t>
            </a:r>
            <a:r>
              <a:rPr dirty="0" sz="2400" spc="-10">
                <a:latin typeface="Verdana"/>
                <a:cs typeface="Verdana"/>
              </a:rPr>
              <a:t>inconsistencias </a:t>
            </a:r>
            <a:r>
              <a:rPr dirty="0" sz="2400" spc="-35">
                <a:latin typeface="Verdana"/>
                <a:cs typeface="Verdana"/>
              </a:rPr>
              <a:t>entre</a:t>
            </a:r>
            <a:r>
              <a:rPr dirty="0" sz="2400" spc="-240">
                <a:latin typeface="Verdana"/>
                <a:cs typeface="Verdana"/>
              </a:rPr>
              <a:t> </a:t>
            </a:r>
            <a:r>
              <a:rPr dirty="0" sz="2400" spc="-40">
                <a:latin typeface="Verdana"/>
                <a:cs typeface="Verdana"/>
              </a:rPr>
              <a:t>la</a:t>
            </a:r>
            <a:r>
              <a:rPr dirty="0" sz="2400" spc="-235">
                <a:latin typeface="Verdana"/>
                <a:cs typeface="Verdana"/>
              </a:rPr>
              <a:t> </a:t>
            </a:r>
            <a:r>
              <a:rPr dirty="0" sz="2400" spc="-30">
                <a:latin typeface="Verdana"/>
                <a:cs typeface="Verdana"/>
              </a:rPr>
              <a:t>tela</a:t>
            </a:r>
            <a:r>
              <a:rPr dirty="0" sz="2400" spc="-23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disponible</a:t>
            </a:r>
            <a:r>
              <a:rPr dirty="0" sz="2400" spc="-240">
                <a:latin typeface="Verdana"/>
                <a:cs typeface="Verdana"/>
              </a:rPr>
              <a:t> </a:t>
            </a:r>
            <a:r>
              <a:rPr dirty="0" sz="2400" spc="-50">
                <a:latin typeface="Verdana"/>
                <a:cs typeface="Verdana"/>
              </a:rPr>
              <a:t>en</a:t>
            </a:r>
            <a:r>
              <a:rPr dirty="0" sz="2400" spc="-235">
                <a:latin typeface="Verdana"/>
                <a:cs typeface="Verdana"/>
              </a:rPr>
              <a:t> </a:t>
            </a:r>
            <a:r>
              <a:rPr dirty="0" sz="2400" spc="-50">
                <a:latin typeface="Verdana"/>
                <a:cs typeface="Verdana"/>
              </a:rPr>
              <a:t>almacén</a:t>
            </a:r>
            <a:r>
              <a:rPr dirty="0" sz="2400" spc="-235">
                <a:latin typeface="Verdana"/>
                <a:cs typeface="Verdana"/>
              </a:rPr>
              <a:t> </a:t>
            </a:r>
            <a:r>
              <a:rPr dirty="0" sz="2400" spc="-80">
                <a:latin typeface="Verdana"/>
                <a:cs typeface="Verdana"/>
              </a:rPr>
              <a:t>y</a:t>
            </a:r>
            <a:r>
              <a:rPr dirty="0" sz="2400" spc="-240">
                <a:latin typeface="Verdana"/>
                <a:cs typeface="Verdana"/>
              </a:rPr>
              <a:t> </a:t>
            </a:r>
            <a:r>
              <a:rPr dirty="0" sz="2400" spc="-25">
                <a:latin typeface="Verdana"/>
                <a:cs typeface="Verdana"/>
              </a:rPr>
              <a:t>el </a:t>
            </a:r>
            <a:r>
              <a:rPr dirty="0" sz="2400" spc="-45">
                <a:latin typeface="Verdana"/>
                <a:cs typeface="Verdana"/>
              </a:rPr>
              <a:t>inventario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65">
                <a:latin typeface="Verdana"/>
                <a:cs typeface="Verdana"/>
              </a:rPr>
              <a:t>registrado,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lo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que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 spc="-20">
                <a:latin typeface="Verdana"/>
                <a:cs typeface="Verdana"/>
              </a:rPr>
              <a:t>provoca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 spc="-10">
                <a:latin typeface="Verdana"/>
                <a:cs typeface="Verdana"/>
              </a:rPr>
              <a:t>compras </a:t>
            </a:r>
            <a:r>
              <a:rPr dirty="0" sz="2400" spc="-20">
                <a:latin typeface="Verdana"/>
                <a:cs typeface="Verdana"/>
              </a:rPr>
              <a:t>de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último</a:t>
            </a:r>
            <a:r>
              <a:rPr dirty="0" sz="2400" spc="-225">
                <a:latin typeface="Verdana"/>
                <a:cs typeface="Verdana"/>
              </a:rPr>
              <a:t> </a:t>
            </a:r>
            <a:r>
              <a:rPr dirty="0" sz="2400" spc="-55">
                <a:latin typeface="Verdana"/>
                <a:cs typeface="Verdana"/>
              </a:rPr>
              <a:t>momento</a:t>
            </a:r>
            <a:r>
              <a:rPr dirty="0" sz="2400" spc="-225">
                <a:latin typeface="Verdana"/>
                <a:cs typeface="Verdana"/>
              </a:rPr>
              <a:t> </a:t>
            </a:r>
            <a:r>
              <a:rPr dirty="0" sz="2400" spc="-110">
                <a:latin typeface="Verdana"/>
                <a:cs typeface="Verdana"/>
              </a:rPr>
              <a:t>a</a:t>
            </a:r>
            <a:r>
              <a:rPr dirty="0" sz="2400" spc="-225">
                <a:latin typeface="Verdana"/>
                <a:cs typeface="Verdana"/>
              </a:rPr>
              <a:t> </a:t>
            </a:r>
            <a:r>
              <a:rPr dirty="0" sz="2400" spc="-20">
                <a:latin typeface="Verdana"/>
                <a:cs typeface="Verdana"/>
              </a:rPr>
              <a:t>precios</a:t>
            </a:r>
            <a:r>
              <a:rPr dirty="0" sz="2400" spc="-225">
                <a:latin typeface="Verdana"/>
                <a:cs typeface="Verdana"/>
              </a:rPr>
              <a:t> </a:t>
            </a:r>
            <a:r>
              <a:rPr dirty="0" sz="2400" spc="-10">
                <a:latin typeface="Verdana"/>
                <a:cs typeface="Verdana"/>
              </a:rPr>
              <a:t>elevados, </a:t>
            </a:r>
            <a:r>
              <a:rPr dirty="0" sz="2400" spc="-35">
                <a:latin typeface="Verdana"/>
                <a:cs typeface="Verdana"/>
              </a:rPr>
              <a:t>desabastecimiento</a:t>
            </a:r>
            <a:r>
              <a:rPr dirty="0" sz="2400" spc="-180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inesperado</a:t>
            </a:r>
            <a:r>
              <a:rPr dirty="0" sz="2400" spc="-180">
                <a:latin typeface="Verdana"/>
                <a:cs typeface="Verdana"/>
              </a:rPr>
              <a:t> </a:t>
            </a:r>
            <a:r>
              <a:rPr dirty="0" sz="2400" spc="-50">
                <a:latin typeface="Verdana"/>
                <a:cs typeface="Verdana"/>
              </a:rPr>
              <a:t>en</a:t>
            </a:r>
            <a:r>
              <a:rPr dirty="0" sz="2400" spc="-180">
                <a:latin typeface="Verdana"/>
                <a:cs typeface="Verdana"/>
              </a:rPr>
              <a:t> </a:t>
            </a:r>
            <a:r>
              <a:rPr dirty="0" sz="2400" spc="-10">
                <a:latin typeface="Verdana"/>
                <a:cs typeface="Verdana"/>
              </a:rPr>
              <a:t>plena</a:t>
            </a:r>
            <a:endParaRPr sz="2400">
              <a:latin typeface="Verdana"/>
              <a:cs typeface="Verdana"/>
            </a:endParaRPr>
          </a:p>
          <a:p>
            <a:pPr marL="12700" marR="465455">
              <a:lnSpc>
                <a:spcPct val="104200"/>
              </a:lnSpc>
            </a:pPr>
            <a:r>
              <a:rPr dirty="0" sz="2400">
                <a:latin typeface="Verdana"/>
                <a:cs typeface="Verdana"/>
              </a:rPr>
              <a:t>producción</a:t>
            </a:r>
            <a:r>
              <a:rPr dirty="0" sz="2400" spc="-200">
                <a:latin typeface="Verdana"/>
                <a:cs typeface="Verdana"/>
              </a:rPr>
              <a:t> </a:t>
            </a:r>
            <a:r>
              <a:rPr dirty="0" sz="2400" spc="-80">
                <a:latin typeface="Verdana"/>
                <a:cs typeface="Verdana"/>
              </a:rPr>
              <a:t>y</a:t>
            </a:r>
            <a:r>
              <a:rPr dirty="0" sz="2400" spc="-195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acumulación</a:t>
            </a:r>
            <a:r>
              <a:rPr dirty="0" sz="2400" spc="-200">
                <a:latin typeface="Verdana"/>
                <a:cs typeface="Verdana"/>
              </a:rPr>
              <a:t> </a:t>
            </a:r>
            <a:r>
              <a:rPr dirty="0" sz="2400" spc="-20">
                <a:latin typeface="Verdana"/>
                <a:cs typeface="Verdana"/>
              </a:rPr>
              <a:t>de</a:t>
            </a:r>
            <a:r>
              <a:rPr dirty="0" sz="2400" spc="-195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sobrantes</a:t>
            </a:r>
            <a:r>
              <a:rPr dirty="0" sz="2400" spc="-200">
                <a:latin typeface="Verdana"/>
                <a:cs typeface="Verdana"/>
              </a:rPr>
              <a:t> </a:t>
            </a:r>
            <a:r>
              <a:rPr dirty="0" sz="2400" spc="-25">
                <a:latin typeface="Verdana"/>
                <a:cs typeface="Verdana"/>
              </a:rPr>
              <a:t>de </a:t>
            </a:r>
            <a:r>
              <a:rPr dirty="0" sz="2400" spc="-100">
                <a:latin typeface="Verdana"/>
                <a:cs typeface="Verdana"/>
              </a:rPr>
              <a:t>baja</a:t>
            </a:r>
            <a:r>
              <a:rPr dirty="0" sz="2400" spc="-225">
                <a:latin typeface="Verdana"/>
                <a:cs typeface="Verdana"/>
              </a:rPr>
              <a:t> </a:t>
            </a:r>
            <a:r>
              <a:rPr dirty="0" sz="2400" spc="-10">
                <a:latin typeface="Verdana"/>
                <a:cs typeface="Verdana"/>
              </a:rPr>
              <a:t>rotación.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06820" y="1617554"/>
            <a:ext cx="4555490" cy="7048500"/>
            <a:chOff x="2406820" y="1617554"/>
            <a:chExt cx="4555490" cy="7048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6820" y="1755809"/>
              <a:ext cx="1847849" cy="62388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1971" y="1755809"/>
              <a:ext cx="1400174" cy="47148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87327" y="1617554"/>
              <a:ext cx="2285999" cy="70484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65999" y="1727958"/>
            <a:ext cx="438658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80"/>
              <a:t>NECESIDAD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25614" y="4528548"/>
            <a:ext cx="4418330" cy="3741420"/>
            <a:chOff x="1525614" y="4528548"/>
            <a:chExt cx="4418330" cy="3741420"/>
          </a:xfrm>
        </p:grpSpPr>
        <p:sp>
          <p:nvSpPr>
            <p:cNvPr id="4" name="object 4"/>
            <p:cNvSpPr/>
            <p:nvPr/>
          </p:nvSpPr>
          <p:spPr>
            <a:xfrm>
              <a:off x="1525614" y="4712374"/>
              <a:ext cx="4418330" cy="3557904"/>
            </a:xfrm>
            <a:custGeom>
              <a:avLst/>
              <a:gdLst/>
              <a:ahLst/>
              <a:cxnLst/>
              <a:rect l="l" t="t" r="r" b="b"/>
              <a:pathLst>
                <a:path w="4418330" h="3557904">
                  <a:moveTo>
                    <a:pt x="2876652" y="3557308"/>
                  </a:moveTo>
                  <a:lnTo>
                    <a:pt x="2978885" y="3557243"/>
                  </a:lnTo>
                  <a:lnTo>
                    <a:pt x="3081068" y="3556533"/>
                  </a:lnTo>
                  <a:lnTo>
                    <a:pt x="3183192" y="3555178"/>
                  </a:lnTo>
                  <a:lnTo>
                    <a:pt x="3285251" y="3553177"/>
                  </a:lnTo>
                  <a:lnTo>
                    <a:pt x="3387235" y="3550531"/>
                  </a:lnTo>
                  <a:lnTo>
                    <a:pt x="3489136" y="3547239"/>
                  </a:lnTo>
                  <a:lnTo>
                    <a:pt x="3529549" y="3546644"/>
                  </a:lnTo>
                  <a:lnTo>
                    <a:pt x="3573844" y="3546829"/>
                  </a:lnTo>
                  <a:lnTo>
                    <a:pt x="3671462" y="3547858"/>
                  </a:lnTo>
                  <a:lnTo>
                    <a:pt x="3723474" y="3547862"/>
                  </a:lnTo>
                  <a:lnTo>
                    <a:pt x="3776749" y="3546967"/>
                  </a:lnTo>
                  <a:lnTo>
                    <a:pt x="3830631" y="3544751"/>
                  </a:lnTo>
                  <a:lnTo>
                    <a:pt x="3884466" y="3540796"/>
                  </a:lnTo>
                  <a:lnTo>
                    <a:pt x="3937598" y="3534682"/>
                  </a:lnTo>
                  <a:lnTo>
                    <a:pt x="3989373" y="3525987"/>
                  </a:lnTo>
                  <a:lnTo>
                    <a:pt x="4039135" y="3514294"/>
                  </a:lnTo>
                  <a:lnTo>
                    <a:pt x="4086231" y="3499181"/>
                  </a:lnTo>
                  <a:lnTo>
                    <a:pt x="4130003" y="3480229"/>
                  </a:lnTo>
                  <a:lnTo>
                    <a:pt x="4169799" y="3457018"/>
                  </a:lnTo>
                  <a:lnTo>
                    <a:pt x="4204962" y="3429128"/>
                  </a:lnTo>
                  <a:lnTo>
                    <a:pt x="4232699" y="3397819"/>
                  </a:lnTo>
                  <a:lnTo>
                    <a:pt x="4256547" y="3361812"/>
                  </a:lnTo>
                  <a:lnTo>
                    <a:pt x="4276790" y="3321663"/>
                  </a:lnTo>
                  <a:lnTo>
                    <a:pt x="4293714" y="3277928"/>
                  </a:lnTo>
                  <a:lnTo>
                    <a:pt x="4307604" y="3231164"/>
                  </a:lnTo>
                  <a:lnTo>
                    <a:pt x="4318744" y="3181928"/>
                  </a:lnTo>
                  <a:lnTo>
                    <a:pt x="4327421" y="3130775"/>
                  </a:lnTo>
                  <a:lnTo>
                    <a:pt x="4333918" y="3078261"/>
                  </a:lnTo>
                  <a:lnTo>
                    <a:pt x="4338521" y="3024944"/>
                  </a:lnTo>
                  <a:lnTo>
                    <a:pt x="4341515" y="2971380"/>
                  </a:lnTo>
                  <a:lnTo>
                    <a:pt x="4343186" y="2918124"/>
                  </a:lnTo>
                  <a:lnTo>
                    <a:pt x="4343817" y="2865734"/>
                  </a:lnTo>
                  <a:lnTo>
                    <a:pt x="4343694" y="2814765"/>
                  </a:lnTo>
                  <a:lnTo>
                    <a:pt x="4343102" y="2765774"/>
                  </a:lnTo>
                  <a:lnTo>
                    <a:pt x="4341652" y="2675950"/>
                  </a:lnTo>
                  <a:lnTo>
                    <a:pt x="4341364" y="2636230"/>
                  </a:lnTo>
                  <a:lnTo>
                    <a:pt x="4341364" y="2580003"/>
                  </a:lnTo>
                  <a:lnTo>
                    <a:pt x="4341807" y="2553647"/>
                  </a:lnTo>
                  <a:lnTo>
                    <a:pt x="4341515" y="2520961"/>
                  </a:lnTo>
                  <a:lnTo>
                    <a:pt x="4329011" y="2461893"/>
                  </a:lnTo>
                  <a:lnTo>
                    <a:pt x="4296066" y="2434365"/>
                  </a:lnTo>
                  <a:lnTo>
                    <a:pt x="4249411" y="2417092"/>
                  </a:lnTo>
                  <a:lnTo>
                    <a:pt x="4196390" y="2406836"/>
                  </a:lnTo>
                  <a:lnTo>
                    <a:pt x="4144344" y="2400359"/>
                  </a:lnTo>
                  <a:lnTo>
                    <a:pt x="4100616" y="2394421"/>
                  </a:lnTo>
                  <a:lnTo>
                    <a:pt x="4048952" y="2389688"/>
                  </a:lnTo>
                  <a:lnTo>
                    <a:pt x="3997206" y="2385387"/>
                  </a:lnTo>
                  <a:lnTo>
                    <a:pt x="3945387" y="2381484"/>
                  </a:lnTo>
                  <a:lnTo>
                    <a:pt x="3893508" y="2377946"/>
                  </a:lnTo>
                  <a:lnTo>
                    <a:pt x="3841579" y="2374737"/>
                  </a:lnTo>
                  <a:lnTo>
                    <a:pt x="3789611" y="2371823"/>
                  </a:lnTo>
                  <a:lnTo>
                    <a:pt x="3737616" y="2369170"/>
                  </a:lnTo>
                  <a:lnTo>
                    <a:pt x="3685604" y="2366744"/>
                  </a:lnTo>
                  <a:lnTo>
                    <a:pt x="3581575" y="2362434"/>
                  </a:lnTo>
                  <a:lnTo>
                    <a:pt x="3218575" y="2349440"/>
                  </a:lnTo>
                  <a:lnTo>
                    <a:pt x="3166483" y="2348184"/>
                  </a:lnTo>
                  <a:lnTo>
                    <a:pt x="3114399" y="2347319"/>
                  </a:lnTo>
                  <a:lnTo>
                    <a:pt x="3062326" y="2346804"/>
                  </a:lnTo>
                  <a:lnTo>
                    <a:pt x="3010266" y="2346593"/>
                  </a:lnTo>
                  <a:lnTo>
                    <a:pt x="2958222" y="2346645"/>
                  </a:lnTo>
                  <a:lnTo>
                    <a:pt x="2854188" y="2347359"/>
                  </a:lnTo>
                  <a:lnTo>
                    <a:pt x="2542687" y="2351272"/>
                  </a:lnTo>
                  <a:lnTo>
                    <a:pt x="2439111" y="2352008"/>
                  </a:lnTo>
                  <a:lnTo>
                    <a:pt x="2387382" y="2352074"/>
                  </a:lnTo>
                  <a:lnTo>
                    <a:pt x="2335694" y="2351882"/>
                  </a:lnTo>
                  <a:lnTo>
                    <a:pt x="2284050" y="2351386"/>
                  </a:lnTo>
                  <a:lnTo>
                    <a:pt x="2232452" y="2350545"/>
                  </a:lnTo>
                  <a:lnTo>
                    <a:pt x="2180903" y="2349314"/>
                  </a:lnTo>
                  <a:lnTo>
                    <a:pt x="2129404" y="2347650"/>
                  </a:lnTo>
                  <a:lnTo>
                    <a:pt x="2077958" y="2345511"/>
                  </a:lnTo>
                  <a:lnTo>
                    <a:pt x="2026567" y="2342851"/>
                  </a:lnTo>
                  <a:lnTo>
                    <a:pt x="1988215" y="2340370"/>
                  </a:lnTo>
                  <a:lnTo>
                    <a:pt x="1942517" y="2336702"/>
                  </a:lnTo>
                  <a:lnTo>
                    <a:pt x="1892275" y="2331189"/>
                  </a:lnTo>
                  <a:lnTo>
                    <a:pt x="1840287" y="2323172"/>
                  </a:lnTo>
                  <a:lnTo>
                    <a:pt x="1789354" y="2311993"/>
                  </a:lnTo>
                  <a:lnTo>
                    <a:pt x="1742275" y="2296992"/>
                  </a:lnTo>
                  <a:lnTo>
                    <a:pt x="1701850" y="2277510"/>
                  </a:lnTo>
                  <a:lnTo>
                    <a:pt x="1670880" y="2252889"/>
                  </a:lnTo>
                  <a:lnTo>
                    <a:pt x="1648399" y="2214402"/>
                  </a:lnTo>
                  <a:lnTo>
                    <a:pt x="1633325" y="2168123"/>
                  </a:lnTo>
                  <a:lnTo>
                    <a:pt x="1624626" y="2116618"/>
                  </a:lnTo>
                  <a:lnTo>
                    <a:pt x="1621266" y="2062451"/>
                  </a:lnTo>
                  <a:lnTo>
                    <a:pt x="1622213" y="2008187"/>
                  </a:lnTo>
                  <a:lnTo>
                    <a:pt x="1626432" y="1956392"/>
                  </a:lnTo>
                  <a:lnTo>
                    <a:pt x="1632889" y="1909631"/>
                  </a:lnTo>
                  <a:lnTo>
                    <a:pt x="1635590" y="1839248"/>
                  </a:lnTo>
                  <a:lnTo>
                    <a:pt x="1641533" y="1671332"/>
                  </a:lnTo>
                  <a:lnTo>
                    <a:pt x="1647475" y="1470727"/>
                  </a:lnTo>
                  <a:lnTo>
                    <a:pt x="1650176" y="1302280"/>
                  </a:lnTo>
                  <a:lnTo>
                    <a:pt x="1648784" y="1254061"/>
                  </a:lnTo>
                  <a:lnTo>
                    <a:pt x="1646079" y="1208769"/>
                  </a:lnTo>
                  <a:lnTo>
                    <a:pt x="1644266" y="1165656"/>
                  </a:lnTo>
                  <a:lnTo>
                    <a:pt x="1645553" y="1123976"/>
                  </a:lnTo>
                  <a:lnTo>
                    <a:pt x="1676561" y="1051498"/>
                  </a:lnTo>
                  <a:lnTo>
                    <a:pt x="1733711" y="1019379"/>
                  </a:lnTo>
                  <a:lnTo>
                    <a:pt x="1788732" y="1011747"/>
                  </a:lnTo>
                  <a:lnTo>
                    <a:pt x="1813355" y="1012730"/>
                  </a:lnTo>
                  <a:lnTo>
                    <a:pt x="1833742" y="1015551"/>
                  </a:lnTo>
                  <a:lnTo>
                    <a:pt x="1854167" y="1018172"/>
                  </a:lnTo>
                  <a:lnTo>
                    <a:pt x="1895134" y="1022837"/>
                  </a:lnTo>
                  <a:lnTo>
                    <a:pt x="1946541" y="1027726"/>
                  </a:lnTo>
                  <a:lnTo>
                    <a:pt x="1998139" y="1031641"/>
                  </a:lnTo>
                  <a:lnTo>
                    <a:pt x="2049908" y="1034690"/>
                  </a:lnTo>
                  <a:lnTo>
                    <a:pt x="2101826" y="1036981"/>
                  </a:lnTo>
                  <a:lnTo>
                    <a:pt x="2153873" y="1038623"/>
                  </a:lnTo>
                  <a:lnTo>
                    <a:pt x="2206026" y="1039724"/>
                  </a:lnTo>
                  <a:lnTo>
                    <a:pt x="2258264" y="1040391"/>
                  </a:lnTo>
                  <a:lnTo>
                    <a:pt x="2310566" y="1040734"/>
                  </a:lnTo>
                  <a:lnTo>
                    <a:pt x="2415277" y="1040878"/>
                  </a:lnTo>
                  <a:lnTo>
                    <a:pt x="2468632" y="1041222"/>
                  </a:lnTo>
                  <a:lnTo>
                    <a:pt x="2522476" y="1042255"/>
                  </a:lnTo>
                  <a:lnTo>
                    <a:pt x="2576613" y="1043976"/>
                  </a:lnTo>
                  <a:lnTo>
                    <a:pt x="2630849" y="1046386"/>
                  </a:lnTo>
                  <a:lnTo>
                    <a:pt x="2684986" y="1049484"/>
                  </a:lnTo>
                  <a:lnTo>
                    <a:pt x="2738830" y="1053271"/>
                  </a:lnTo>
                  <a:lnTo>
                    <a:pt x="2792185" y="1057746"/>
                  </a:lnTo>
                  <a:lnTo>
                    <a:pt x="2839554" y="1060470"/>
                  </a:lnTo>
                  <a:lnTo>
                    <a:pt x="2892723" y="1062666"/>
                  </a:lnTo>
                  <a:lnTo>
                    <a:pt x="2944837" y="1068025"/>
                  </a:lnTo>
                  <a:lnTo>
                    <a:pt x="2989042" y="1080237"/>
                  </a:lnTo>
                  <a:lnTo>
                    <a:pt x="3031162" y="1106134"/>
                  </a:lnTo>
                  <a:lnTo>
                    <a:pt x="3054060" y="1138430"/>
                  </a:lnTo>
                  <a:lnTo>
                    <a:pt x="3062893" y="1176503"/>
                  </a:lnTo>
                  <a:lnTo>
                    <a:pt x="3062818" y="1219734"/>
                  </a:lnTo>
                  <a:lnTo>
                    <a:pt x="3058991" y="1267501"/>
                  </a:lnTo>
                  <a:lnTo>
                    <a:pt x="3056570" y="1319183"/>
                  </a:lnTo>
                  <a:lnTo>
                    <a:pt x="3055161" y="1345476"/>
                  </a:lnTo>
                  <a:lnTo>
                    <a:pt x="3052619" y="1406122"/>
                  </a:lnTo>
                  <a:lnTo>
                    <a:pt x="3051475" y="1473774"/>
                  </a:lnTo>
                  <a:lnTo>
                    <a:pt x="3054258" y="1521081"/>
                  </a:lnTo>
                  <a:lnTo>
                    <a:pt x="3065938" y="1558290"/>
                  </a:lnTo>
                  <a:lnTo>
                    <a:pt x="3109161" y="1616226"/>
                  </a:lnTo>
                  <a:lnTo>
                    <a:pt x="3174331" y="1655220"/>
                  </a:lnTo>
                  <a:lnTo>
                    <a:pt x="3213444" y="1668752"/>
                  </a:lnTo>
                  <a:lnTo>
                    <a:pt x="3256002" y="1678915"/>
                  </a:lnTo>
                  <a:lnTo>
                    <a:pt x="3301325" y="1686165"/>
                  </a:lnTo>
                  <a:lnTo>
                    <a:pt x="3348731" y="1690955"/>
                  </a:lnTo>
                  <a:lnTo>
                    <a:pt x="3397541" y="1693742"/>
                  </a:lnTo>
                  <a:lnTo>
                    <a:pt x="3447073" y="1694982"/>
                  </a:lnTo>
                  <a:lnTo>
                    <a:pt x="3496646" y="1695129"/>
                  </a:lnTo>
                  <a:lnTo>
                    <a:pt x="3545581" y="1694639"/>
                  </a:lnTo>
                  <a:lnTo>
                    <a:pt x="3593197" y="1693967"/>
                  </a:lnTo>
                  <a:lnTo>
                    <a:pt x="3638813" y="1693569"/>
                  </a:lnTo>
                  <a:lnTo>
                    <a:pt x="3681749" y="1693900"/>
                  </a:lnTo>
                  <a:lnTo>
                    <a:pt x="3731582" y="1694882"/>
                  </a:lnTo>
                  <a:lnTo>
                    <a:pt x="3783521" y="1695657"/>
                  </a:lnTo>
                  <a:lnTo>
                    <a:pt x="3836936" y="1695952"/>
                  </a:lnTo>
                  <a:lnTo>
                    <a:pt x="3891195" y="1695497"/>
                  </a:lnTo>
                  <a:lnTo>
                    <a:pt x="3945668" y="1694022"/>
                  </a:lnTo>
                  <a:lnTo>
                    <a:pt x="3999724" y="1691254"/>
                  </a:lnTo>
                  <a:lnTo>
                    <a:pt x="4052731" y="1686923"/>
                  </a:lnTo>
                  <a:lnTo>
                    <a:pt x="4104058" y="1680757"/>
                  </a:lnTo>
                  <a:lnTo>
                    <a:pt x="4153075" y="1672487"/>
                  </a:lnTo>
                  <a:lnTo>
                    <a:pt x="4199150" y="1661840"/>
                  </a:lnTo>
                  <a:lnTo>
                    <a:pt x="4241653" y="1648546"/>
                  </a:lnTo>
                  <a:lnTo>
                    <a:pt x="4279952" y="1632333"/>
                  </a:lnTo>
                  <a:lnTo>
                    <a:pt x="4313417" y="1612931"/>
                  </a:lnTo>
                  <a:lnTo>
                    <a:pt x="4363318" y="1563475"/>
                  </a:lnTo>
                  <a:lnTo>
                    <a:pt x="4391130" y="1488210"/>
                  </a:lnTo>
                  <a:lnTo>
                    <a:pt x="4399602" y="1440907"/>
                  </a:lnTo>
                  <a:lnTo>
                    <a:pt x="4404740" y="1391661"/>
                  </a:lnTo>
                  <a:lnTo>
                    <a:pt x="4407379" y="1341167"/>
                  </a:lnTo>
                  <a:lnTo>
                    <a:pt x="4408351" y="1290118"/>
                  </a:lnTo>
                  <a:lnTo>
                    <a:pt x="4408629" y="1189128"/>
                  </a:lnTo>
                  <a:lnTo>
                    <a:pt x="4409601" y="1140575"/>
                  </a:lnTo>
                  <a:lnTo>
                    <a:pt x="4412240" y="1094242"/>
                  </a:lnTo>
                  <a:lnTo>
                    <a:pt x="4417864" y="1038015"/>
                  </a:lnTo>
                  <a:lnTo>
                    <a:pt x="4409746" y="988666"/>
                  </a:lnTo>
                  <a:lnTo>
                    <a:pt x="4405648" y="937919"/>
                  </a:lnTo>
                  <a:lnTo>
                    <a:pt x="4404319" y="886240"/>
                  </a:lnTo>
                  <a:lnTo>
                    <a:pt x="4404506" y="834094"/>
                  </a:lnTo>
                  <a:lnTo>
                    <a:pt x="4404956" y="781947"/>
                  </a:lnTo>
                  <a:lnTo>
                    <a:pt x="4404418" y="730263"/>
                  </a:lnTo>
                  <a:lnTo>
                    <a:pt x="4401639" y="679509"/>
                  </a:lnTo>
                  <a:lnTo>
                    <a:pt x="4395366" y="630148"/>
                  </a:lnTo>
                  <a:lnTo>
                    <a:pt x="4386906" y="590348"/>
                  </a:lnTo>
                  <a:lnTo>
                    <a:pt x="4375105" y="550405"/>
                  </a:lnTo>
                  <a:lnTo>
                    <a:pt x="4360087" y="510570"/>
                  </a:lnTo>
                  <a:lnTo>
                    <a:pt x="4341974" y="471094"/>
                  </a:lnTo>
                  <a:lnTo>
                    <a:pt x="4320888" y="432227"/>
                  </a:lnTo>
                  <a:lnTo>
                    <a:pt x="4296952" y="394221"/>
                  </a:lnTo>
                  <a:lnTo>
                    <a:pt x="4270289" y="357327"/>
                  </a:lnTo>
                  <a:lnTo>
                    <a:pt x="4241020" y="321794"/>
                  </a:lnTo>
                  <a:lnTo>
                    <a:pt x="4209269" y="287874"/>
                  </a:lnTo>
                  <a:lnTo>
                    <a:pt x="4175158" y="255819"/>
                  </a:lnTo>
                  <a:lnTo>
                    <a:pt x="4138809" y="225878"/>
                  </a:lnTo>
                  <a:lnTo>
                    <a:pt x="4100345" y="198302"/>
                  </a:lnTo>
                  <a:lnTo>
                    <a:pt x="4059889" y="173343"/>
                  </a:lnTo>
                  <a:lnTo>
                    <a:pt x="4017563" y="151251"/>
                  </a:lnTo>
                  <a:lnTo>
                    <a:pt x="3973489" y="132278"/>
                  </a:lnTo>
                  <a:lnTo>
                    <a:pt x="3927790" y="116673"/>
                  </a:lnTo>
                  <a:lnTo>
                    <a:pt x="3880589" y="104688"/>
                  </a:lnTo>
                  <a:lnTo>
                    <a:pt x="3832008" y="96573"/>
                  </a:lnTo>
                  <a:lnTo>
                    <a:pt x="3782169" y="92580"/>
                  </a:lnTo>
                  <a:lnTo>
                    <a:pt x="3731196" y="92960"/>
                  </a:lnTo>
                  <a:lnTo>
                    <a:pt x="3692204" y="92960"/>
                  </a:lnTo>
                  <a:lnTo>
                    <a:pt x="3101034" y="81868"/>
                  </a:lnTo>
                  <a:lnTo>
                    <a:pt x="2654010" y="71902"/>
                  </a:lnTo>
                  <a:lnTo>
                    <a:pt x="2268844" y="61898"/>
                  </a:lnTo>
                  <a:lnTo>
                    <a:pt x="1882116" y="50416"/>
                  </a:lnTo>
                  <a:lnTo>
                    <a:pt x="1429602" y="35260"/>
                  </a:lnTo>
                  <a:lnTo>
                    <a:pt x="941459" y="17209"/>
                  </a:lnTo>
                  <a:lnTo>
                    <a:pt x="851433" y="10241"/>
                  </a:lnTo>
                  <a:lnTo>
                    <a:pt x="766013" y="4894"/>
                  </a:lnTo>
                  <a:lnTo>
                    <a:pt x="718233" y="2437"/>
                  </a:lnTo>
                  <a:lnTo>
                    <a:pt x="668091" y="669"/>
                  </a:lnTo>
                  <a:lnTo>
                    <a:pt x="616349" y="0"/>
                  </a:lnTo>
                  <a:lnTo>
                    <a:pt x="563771" y="836"/>
                  </a:lnTo>
                  <a:lnTo>
                    <a:pt x="511118" y="3588"/>
                  </a:lnTo>
                  <a:lnTo>
                    <a:pt x="459154" y="8664"/>
                  </a:lnTo>
                  <a:lnTo>
                    <a:pt x="408641" y="16471"/>
                  </a:lnTo>
                  <a:lnTo>
                    <a:pt x="360343" y="27420"/>
                  </a:lnTo>
                  <a:lnTo>
                    <a:pt x="315022" y="41918"/>
                  </a:lnTo>
                  <a:lnTo>
                    <a:pt x="273441" y="60374"/>
                  </a:lnTo>
                  <a:lnTo>
                    <a:pt x="236363" y="83196"/>
                  </a:lnTo>
                  <a:lnTo>
                    <a:pt x="204550" y="110794"/>
                  </a:lnTo>
                  <a:lnTo>
                    <a:pt x="174826" y="152403"/>
                  </a:lnTo>
                  <a:lnTo>
                    <a:pt x="152493" y="199213"/>
                  </a:lnTo>
                  <a:lnTo>
                    <a:pt x="136495" y="248131"/>
                  </a:lnTo>
                  <a:lnTo>
                    <a:pt x="125773" y="296066"/>
                  </a:lnTo>
                  <a:lnTo>
                    <a:pt x="114608" y="346981"/>
                  </a:lnTo>
                  <a:lnTo>
                    <a:pt x="104625" y="398432"/>
                  </a:lnTo>
                  <a:lnTo>
                    <a:pt x="95654" y="450284"/>
                  </a:lnTo>
                  <a:lnTo>
                    <a:pt x="87526" y="502403"/>
                  </a:lnTo>
                  <a:lnTo>
                    <a:pt x="80074" y="554656"/>
                  </a:lnTo>
                  <a:lnTo>
                    <a:pt x="73128" y="606909"/>
                  </a:lnTo>
                  <a:lnTo>
                    <a:pt x="53639" y="762331"/>
                  </a:lnTo>
                  <a:lnTo>
                    <a:pt x="47030" y="813247"/>
                  </a:lnTo>
                  <a:lnTo>
                    <a:pt x="40795" y="863093"/>
                  </a:lnTo>
                  <a:lnTo>
                    <a:pt x="35832" y="912937"/>
                  </a:lnTo>
                  <a:lnTo>
                    <a:pt x="32045" y="962781"/>
                  </a:lnTo>
                  <a:lnTo>
                    <a:pt x="29338" y="1012624"/>
                  </a:lnTo>
                  <a:lnTo>
                    <a:pt x="27615" y="1062466"/>
                  </a:lnTo>
                  <a:lnTo>
                    <a:pt x="26781" y="1112307"/>
                  </a:lnTo>
                  <a:lnTo>
                    <a:pt x="26739" y="1162147"/>
                  </a:lnTo>
                  <a:lnTo>
                    <a:pt x="27395" y="1211987"/>
                  </a:lnTo>
                  <a:lnTo>
                    <a:pt x="28652" y="1261826"/>
                  </a:lnTo>
                  <a:lnTo>
                    <a:pt x="30414" y="1311665"/>
                  </a:lnTo>
                  <a:lnTo>
                    <a:pt x="32585" y="1361503"/>
                  </a:lnTo>
                  <a:lnTo>
                    <a:pt x="35070" y="1411342"/>
                  </a:lnTo>
                  <a:lnTo>
                    <a:pt x="46234" y="1610695"/>
                  </a:lnTo>
                  <a:lnTo>
                    <a:pt x="48851" y="1660533"/>
                  </a:lnTo>
                  <a:lnTo>
                    <a:pt x="51207" y="1710372"/>
                  </a:lnTo>
                  <a:lnTo>
                    <a:pt x="53206" y="1760212"/>
                  </a:lnTo>
                  <a:lnTo>
                    <a:pt x="54753" y="1810052"/>
                  </a:lnTo>
                  <a:lnTo>
                    <a:pt x="55751" y="1859893"/>
                  </a:lnTo>
                  <a:lnTo>
                    <a:pt x="56105" y="1909734"/>
                  </a:lnTo>
                  <a:lnTo>
                    <a:pt x="48272" y="1809941"/>
                  </a:lnTo>
                  <a:lnTo>
                    <a:pt x="48272" y="2276345"/>
                  </a:lnTo>
                  <a:lnTo>
                    <a:pt x="47452" y="2325330"/>
                  </a:lnTo>
                  <a:lnTo>
                    <a:pt x="45168" y="2374765"/>
                  </a:lnTo>
                  <a:lnTo>
                    <a:pt x="41689" y="2424582"/>
                  </a:lnTo>
                  <a:lnTo>
                    <a:pt x="37282" y="2474712"/>
                  </a:lnTo>
                  <a:lnTo>
                    <a:pt x="32215" y="2525084"/>
                  </a:lnTo>
                  <a:lnTo>
                    <a:pt x="15725" y="2676965"/>
                  </a:lnTo>
                  <a:lnTo>
                    <a:pt x="10691" y="2727615"/>
                  </a:lnTo>
                  <a:lnTo>
                    <a:pt x="6334" y="2778162"/>
                  </a:lnTo>
                  <a:lnTo>
                    <a:pt x="2921" y="2828534"/>
                  </a:lnTo>
                  <a:lnTo>
                    <a:pt x="721" y="2878664"/>
                  </a:lnTo>
                  <a:lnTo>
                    <a:pt x="0" y="2928481"/>
                  </a:lnTo>
                  <a:lnTo>
                    <a:pt x="1025" y="2977916"/>
                  </a:lnTo>
                  <a:lnTo>
                    <a:pt x="4066" y="3026900"/>
                  </a:lnTo>
                  <a:lnTo>
                    <a:pt x="9388" y="3075364"/>
                  </a:lnTo>
                  <a:lnTo>
                    <a:pt x="17260" y="3123238"/>
                  </a:lnTo>
                  <a:lnTo>
                    <a:pt x="27948" y="3170452"/>
                  </a:lnTo>
                  <a:lnTo>
                    <a:pt x="148287" y="3298123"/>
                  </a:lnTo>
                  <a:lnTo>
                    <a:pt x="352675" y="3365166"/>
                  </a:lnTo>
                  <a:lnTo>
                    <a:pt x="545457" y="3391087"/>
                  </a:lnTo>
                  <a:lnTo>
                    <a:pt x="630974" y="3395392"/>
                  </a:lnTo>
                  <a:lnTo>
                    <a:pt x="732291" y="3409532"/>
                  </a:lnTo>
                  <a:lnTo>
                    <a:pt x="833734" y="3423025"/>
                  </a:lnTo>
                  <a:lnTo>
                    <a:pt x="935294" y="3435873"/>
                  </a:lnTo>
                  <a:lnTo>
                    <a:pt x="1036964" y="3448075"/>
                  </a:lnTo>
                  <a:lnTo>
                    <a:pt x="1138736" y="3459631"/>
                  </a:lnTo>
                  <a:lnTo>
                    <a:pt x="1240601" y="3470542"/>
                  </a:lnTo>
                  <a:lnTo>
                    <a:pt x="1342552" y="3480807"/>
                  </a:lnTo>
                  <a:lnTo>
                    <a:pt x="1444580" y="3490426"/>
                  </a:lnTo>
                  <a:lnTo>
                    <a:pt x="1546678" y="3499400"/>
                  </a:lnTo>
                  <a:lnTo>
                    <a:pt x="1648838" y="3507728"/>
                  </a:lnTo>
                  <a:lnTo>
                    <a:pt x="1751051" y="3515410"/>
                  </a:lnTo>
                  <a:lnTo>
                    <a:pt x="1853310" y="3522447"/>
                  </a:lnTo>
                  <a:lnTo>
                    <a:pt x="1955607" y="3528838"/>
                  </a:lnTo>
                  <a:lnTo>
                    <a:pt x="2057933" y="3534583"/>
                  </a:lnTo>
                  <a:lnTo>
                    <a:pt x="2160281" y="3539683"/>
                  </a:lnTo>
                  <a:lnTo>
                    <a:pt x="2262643" y="3544138"/>
                  </a:lnTo>
                  <a:lnTo>
                    <a:pt x="2365010" y="3547947"/>
                  </a:lnTo>
                  <a:lnTo>
                    <a:pt x="2467375" y="3551110"/>
                  </a:lnTo>
                  <a:lnTo>
                    <a:pt x="2569730" y="3553628"/>
                  </a:lnTo>
                  <a:lnTo>
                    <a:pt x="2672066" y="3555500"/>
                  </a:lnTo>
                  <a:lnTo>
                    <a:pt x="2774376" y="3556726"/>
                  </a:lnTo>
                  <a:lnTo>
                    <a:pt x="2876652" y="3557308"/>
                  </a:lnTo>
                  <a:close/>
                </a:path>
              </a:pathLst>
            </a:custGeom>
            <a:solidFill>
              <a:srgbClr val="7BA2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07350" y="4795075"/>
              <a:ext cx="4253865" cy="3462654"/>
            </a:xfrm>
            <a:custGeom>
              <a:avLst/>
              <a:gdLst/>
              <a:ahLst/>
              <a:cxnLst/>
              <a:rect l="l" t="t" r="r" b="b"/>
              <a:pathLst>
                <a:path w="4253865" h="3462654">
                  <a:moveTo>
                    <a:pt x="15875" y="2806522"/>
                  </a:moveTo>
                  <a:lnTo>
                    <a:pt x="15011" y="2804630"/>
                  </a:lnTo>
                  <a:lnTo>
                    <a:pt x="10566" y="2800172"/>
                  </a:lnTo>
                  <a:lnTo>
                    <a:pt x="5283" y="2800172"/>
                  </a:lnTo>
                  <a:lnTo>
                    <a:pt x="2311" y="2803144"/>
                  </a:lnTo>
                  <a:lnTo>
                    <a:pt x="825" y="2804630"/>
                  </a:lnTo>
                  <a:lnTo>
                    <a:pt x="0" y="2806522"/>
                  </a:lnTo>
                  <a:lnTo>
                    <a:pt x="0" y="2810967"/>
                  </a:lnTo>
                  <a:lnTo>
                    <a:pt x="825" y="2812872"/>
                  </a:lnTo>
                  <a:lnTo>
                    <a:pt x="2311" y="2814320"/>
                  </a:lnTo>
                  <a:lnTo>
                    <a:pt x="3797" y="2815831"/>
                  </a:lnTo>
                  <a:lnTo>
                    <a:pt x="5905" y="2816669"/>
                  </a:lnTo>
                  <a:lnTo>
                    <a:pt x="10147" y="2816669"/>
                  </a:lnTo>
                  <a:lnTo>
                    <a:pt x="12039" y="2815831"/>
                  </a:lnTo>
                  <a:lnTo>
                    <a:pt x="13525" y="2814320"/>
                  </a:lnTo>
                  <a:lnTo>
                    <a:pt x="15011" y="2812872"/>
                  </a:lnTo>
                  <a:lnTo>
                    <a:pt x="15875" y="2810967"/>
                  </a:lnTo>
                  <a:lnTo>
                    <a:pt x="15875" y="2806522"/>
                  </a:lnTo>
                  <a:close/>
                </a:path>
                <a:path w="4253865" h="3462654">
                  <a:moveTo>
                    <a:pt x="23774" y="2722283"/>
                  </a:moveTo>
                  <a:lnTo>
                    <a:pt x="23228" y="2720975"/>
                  </a:lnTo>
                  <a:lnTo>
                    <a:pt x="22186" y="2719971"/>
                  </a:lnTo>
                  <a:lnTo>
                    <a:pt x="20193" y="2717977"/>
                  </a:lnTo>
                  <a:lnTo>
                    <a:pt x="16598" y="2717977"/>
                  </a:lnTo>
                  <a:lnTo>
                    <a:pt x="14566" y="2719971"/>
                  </a:lnTo>
                  <a:lnTo>
                    <a:pt x="13563" y="2721013"/>
                  </a:lnTo>
                  <a:lnTo>
                    <a:pt x="12979" y="2722283"/>
                  </a:lnTo>
                  <a:lnTo>
                    <a:pt x="12979" y="2723705"/>
                  </a:lnTo>
                  <a:lnTo>
                    <a:pt x="12979" y="2725318"/>
                  </a:lnTo>
                  <a:lnTo>
                    <a:pt x="13563" y="2726601"/>
                  </a:lnTo>
                  <a:lnTo>
                    <a:pt x="15570" y="2728595"/>
                  </a:lnTo>
                  <a:lnTo>
                    <a:pt x="17018" y="2729179"/>
                  </a:lnTo>
                  <a:lnTo>
                    <a:pt x="19875" y="2729179"/>
                  </a:lnTo>
                  <a:lnTo>
                    <a:pt x="21183" y="2728633"/>
                  </a:lnTo>
                  <a:lnTo>
                    <a:pt x="22186" y="2727591"/>
                  </a:lnTo>
                  <a:lnTo>
                    <a:pt x="23228" y="2726601"/>
                  </a:lnTo>
                  <a:lnTo>
                    <a:pt x="23774" y="2725318"/>
                  </a:lnTo>
                  <a:lnTo>
                    <a:pt x="23774" y="2722283"/>
                  </a:lnTo>
                  <a:close/>
                </a:path>
                <a:path w="4253865" h="3462654">
                  <a:moveTo>
                    <a:pt x="26885" y="2635948"/>
                  </a:moveTo>
                  <a:lnTo>
                    <a:pt x="26123" y="2634221"/>
                  </a:lnTo>
                  <a:lnTo>
                    <a:pt x="22123" y="2630220"/>
                  </a:lnTo>
                  <a:lnTo>
                    <a:pt x="17322" y="2630220"/>
                  </a:lnTo>
                  <a:lnTo>
                    <a:pt x="14630" y="2632875"/>
                  </a:lnTo>
                  <a:lnTo>
                    <a:pt x="13322" y="2634221"/>
                  </a:lnTo>
                  <a:lnTo>
                    <a:pt x="12522" y="2635948"/>
                  </a:lnTo>
                  <a:lnTo>
                    <a:pt x="12522" y="2639974"/>
                  </a:lnTo>
                  <a:lnTo>
                    <a:pt x="13322" y="2641701"/>
                  </a:lnTo>
                  <a:lnTo>
                    <a:pt x="14630" y="2643022"/>
                  </a:lnTo>
                  <a:lnTo>
                    <a:pt x="15976" y="2644394"/>
                  </a:lnTo>
                  <a:lnTo>
                    <a:pt x="17881" y="2645156"/>
                  </a:lnTo>
                  <a:lnTo>
                    <a:pt x="21704" y="2645156"/>
                  </a:lnTo>
                  <a:lnTo>
                    <a:pt x="23431" y="2644394"/>
                  </a:lnTo>
                  <a:lnTo>
                    <a:pt x="24777" y="2643022"/>
                  </a:lnTo>
                  <a:lnTo>
                    <a:pt x="26123" y="2641701"/>
                  </a:lnTo>
                  <a:lnTo>
                    <a:pt x="26885" y="2639974"/>
                  </a:lnTo>
                  <a:lnTo>
                    <a:pt x="26885" y="2635948"/>
                  </a:lnTo>
                  <a:close/>
                </a:path>
                <a:path w="4253865" h="3462654">
                  <a:moveTo>
                    <a:pt x="40995" y="2894139"/>
                  </a:moveTo>
                  <a:lnTo>
                    <a:pt x="40474" y="2892996"/>
                  </a:lnTo>
                  <a:lnTo>
                    <a:pt x="39585" y="2892107"/>
                  </a:lnTo>
                  <a:lnTo>
                    <a:pt x="37820" y="2890342"/>
                  </a:lnTo>
                  <a:lnTo>
                    <a:pt x="34645" y="2890342"/>
                  </a:lnTo>
                  <a:lnTo>
                    <a:pt x="31991" y="2892996"/>
                  </a:lnTo>
                  <a:lnTo>
                    <a:pt x="31470" y="2894139"/>
                  </a:lnTo>
                  <a:lnTo>
                    <a:pt x="31470" y="2896832"/>
                  </a:lnTo>
                  <a:lnTo>
                    <a:pt x="31991" y="2897962"/>
                  </a:lnTo>
                  <a:lnTo>
                    <a:pt x="32880" y="2898825"/>
                  </a:lnTo>
                  <a:lnTo>
                    <a:pt x="33743" y="2899727"/>
                  </a:lnTo>
                  <a:lnTo>
                    <a:pt x="35026" y="2900248"/>
                  </a:lnTo>
                  <a:lnTo>
                    <a:pt x="37579" y="2900248"/>
                  </a:lnTo>
                  <a:lnTo>
                    <a:pt x="38722" y="2899727"/>
                  </a:lnTo>
                  <a:lnTo>
                    <a:pt x="39585" y="2898825"/>
                  </a:lnTo>
                  <a:lnTo>
                    <a:pt x="40513" y="2897962"/>
                  </a:lnTo>
                  <a:lnTo>
                    <a:pt x="40995" y="2896832"/>
                  </a:lnTo>
                  <a:lnTo>
                    <a:pt x="40995" y="2894139"/>
                  </a:lnTo>
                  <a:close/>
                </a:path>
                <a:path w="4253865" h="3462654">
                  <a:moveTo>
                    <a:pt x="63627" y="2041906"/>
                  </a:moveTo>
                  <a:lnTo>
                    <a:pt x="63220" y="2040978"/>
                  </a:lnTo>
                  <a:lnTo>
                    <a:pt x="62458" y="2040216"/>
                  </a:lnTo>
                  <a:lnTo>
                    <a:pt x="60972" y="2038731"/>
                  </a:lnTo>
                  <a:lnTo>
                    <a:pt x="58356" y="2038731"/>
                  </a:lnTo>
                  <a:lnTo>
                    <a:pt x="56108" y="2040978"/>
                  </a:lnTo>
                  <a:lnTo>
                    <a:pt x="55689" y="2041906"/>
                  </a:lnTo>
                  <a:lnTo>
                    <a:pt x="55689" y="2044153"/>
                  </a:lnTo>
                  <a:lnTo>
                    <a:pt x="56108" y="2045081"/>
                  </a:lnTo>
                  <a:lnTo>
                    <a:pt x="56870" y="2045804"/>
                  </a:lnTo>
                  <a:lnTo>
                    <a:pt x="57594" y="2046566"/>
                  </a:lnTo>
                  <a:lnTo>
                    <a:pt x="58661" y="2046986"/>
                  </a:lnTo>
                  <a:lnTo>
                    <a:pt x="60769" y="2046986"/>
                  </a:lnTo>
                  <a:lnTo>
                    <a:pt x="61734" y="2046566"/>
                  </a:lnTo>
                  <a:lnTo>
                    <a:pt x="62458" y="2045804"/>
                  </a:lnTo>
                  <a:lnTo>
                    <a:pt x="63220" y="2045081"/>
                  </a:lnTo>
                  <a:lnTo>
                    <a:pt x="63627" y="2044153"/>
                  </a:lnTo>
                  <a:lnTo>
                    <a:pt x="63627" y="2041906"/>
                  </a:lnTo>
                  <a:close/>
                </a:path>
                <a:path w="4253865" h="3462654">
                  <a:moveTo>
                    <a:pt x="68872" y="2384069"/>
                  </a:moveTo>
                  <a:lnTo>
                    <a:pt x="68326" y="2382850"/>
                  </a:lnTo>
                  <a:lnTo>
                    <a:pt x="67386" y="2381885"/>
                  </a:lnTo>
                  <a:lnTo>
                    <a:pt x="65455" y="2379954"/>
                  </a:lnTo>
                  <a:lnTo>
                    <a:pt x="62039" y="2379954"/>
                  </a:lnTo>
                  <a:lnTo>
                    <a:pt x="60109" y="2381885"/>
                  </a:lnTo>
                  <a:lnTo>
                    <a:pt x="59182" y="2382850"/>
                  </a:lnTo>
                  <a:lnTo>
                    <a:pt x="58623" y="2384069"/>
                  </a:lnTo>
                  <a:lnTo>
                    <a:pt x="58623" y="2386965"/>
                  </a:lnTo>
                  <a:lnTo>
                    <a:pt x="59182" y="2388171"/>
                  </a:lnTo>
                  <a:lnTo>
                    <a:pt x="60109" y="2389136"/>
                  </a:lnTo>
                  <a:lnTo>
                    <a:pt x="61074" y="2390102"/>
                  </a:lnTo>
                  <a:lnTo>
                    <a:pt x="62458" y="2390622"/>
                  </a:lnTo>
                  <a:lnTo>
                    <a:pt x="65189" y="2390622"/>
                  </a:lnTo>
                  <a:lnTo>
                    <a:pt x="66421" y="2390102"/>
                  </a:lnTo>
                  <a:lnTo>
                    <a:pt x="67386" y="2389136"/>
                  </a:lnTo>
                  <a:lnTo>
                    <a:pt x="68326" y="2388171"/>
                  </a:lnTo>
                  <a:lnTo>
                    <a:pt x="68872" y="2386965"/>
                  </a:lnTo>
                  <a:lnTo>
                    <a:pt x="68872" y="2384069"/>
                  </a:lnTo>
                  <a:close/>
                </a:path>
                <a:path w="4253865" h="3462654">
                  <a:moveTo>
                    <a:pt x="70535" y="2974721"/>
                  </a:moveTo>
                  <a:lnTo>
                    <a:pt x="70078" y="2973717"/>
                  </a:lnTo>
                  <a:lnTo>
                    <a:pt x="69291" y="2972892"/>
                  </a:lnTo>
                  <a:lnTo>
                    <a:pt x="67665" y="2971304"/>
                  </a:lnTo>
                  <a:lnTo>
                    <a:pt x="64833" y="2971304"/>
                  </a:lnTo>
                  <a:lnTo>
                    <a:pt x="63220" y="2972892"/>
                  </a:lnTo>
                  <a:lnTo>
                    <a:pt x="62458" y="2973717"/>
                  </a:lnTo>
                  <a:lnTo>
                    <a:pt x="61976" y="2974721"/>
                  </a:lnTo>
                  <a:lnTo>
                    <a:pt x="61976" y="2977134"/>
                  </a:lnTo>
                  <a:lnTo>
                    <a:pt x="62458" y="2978162"/>
                  </a:lnTo>
                  <a:lnTo>
                    <a:pt x="64046" y="2979750"/>
                  </a:lnTo>
                  <a:lnTo>
                    <a:pt x="65189" y="2980207"/>
                  </a:lnTo>
                  <a:lnTo>
                    <a:pt x="67462" y="2980207"/>
                  </a:lnTo>
                  <a:lnTo>
                    <a:pt x="68465" y="2979750"/>
                  </a:lnTo>
                  <a:lnTo>
                    <a:pt x="69291" y="2978924"/>
                  </a:lnTo>
                  <a:lnTo>
                    <a:pt x="70078" y="2978162"/>
                  </a:lnTo>
                  <a:lnTo>
                    <a:pt x="70535" y="2977134"/>
                  </a:lnTo>
                  <a:lnTo>
                    <a:pt x="70535" y="2974721"/>
                  </a:lnTo>
                  <a:close/>
                </a:path>
                <a:path w="4253865" h="3462654">
                  <a:moveTo>
                    <a:pt x="77127" y="2126627"/>
                  </a:moveTo>
                  <a:lnTo>
                    <a:pt x="76288" y="2124735"/>
                  </a:lnTo>
                  <a:lnTo>
                    <a:pt x="71882" y="2120315"/>
                  </a:lnTo>
                  <a:lnTo>
                    <a:pt x="66636" y="2120315"/>
                  </a:lnTo>
                  <a:lnTo>
                    <a:pt x="63665" y="2123249"/>
                  </a:lnTo>
                  <a:lnTo>
                    <a:pt x="62217" y="2124735"/>
                  </a:lnTo>
                  <a:lnTo>
                    <a:pt x="61353" y="2126627"/>
                  </a:lnTo>
                  <a:lnTo>
                    <a:pt x="61353" y="2131047"/>
                  </a:lnTo>
                  <a:lnTo>
                    <a:pt x="62217" y="2132939"/>
                  </a:lnTo>
                  <a:lnTo>
                    <a:pt x="63665" y="2134387"/>
                  </a:lnTo>
                  <a:lnTo>
                    <a:pt x="65151" y="2135911"/>
                  </a:lnTo>
                  <a:lnTo>
                    <a:pt x="67221" y="2136737"/>
                  </a:lnTo>
                  <a:lnTo>
                    <a:pt x="71462" y="2136737"/>
                  </a:lnTo>
                  <a:lnTo>
                    <a:pt x="73329" y="2135911"/>
                  </a:lnTo>
                  <a:lnTo>
                    <a:pt x="74815" y="2134387"/>
                  </a:lnTo>
                  <a:lnTo>
                    <a:pt x="76288" y="2132939"/>
                  </a:lnTo>
                  <a:lnTo>
                    <a:pt x="77127" y="2131047"/>
                  </a:lnTo>
                  <a:lnTo>
                    <a:pt x="77127" y="2126627"/>
                  </a:lnTo>
                  <a:close/>
                </a:path>
                <a:path w="4253865" h="3462654">
                  <a:moveTo>
                    <a:pt x="89204" y="1870329"/>
                  </a:moveTo>
                  <a:lnTo>
                    <a:pt x="88404" y="1868538"/>
                  </a:lnTo>
                  <a:lnTo>
                    <a:pt x="86995" y="1867154"/>
                  </a:lnTo>
                  <a:lnTo>
                    <a:pt x="84226" y="1864398"/>
                  </a:lnTo>
                  <a:lnTo>
                    <a:pt x="79298" y="1864398"/>
                  </a:lnTo>
                  <a:lnTo>
                    <a:pt x="76504" y="1867154"/>
                  </a:lnTo>
                  <a:lnTo>
                    <a:pt x="75158" y="1868538"/>
                  </a:lnTo>
                  <a:lnTo>
                    <a:pt x="74358" y="1870329"/>
                  </a:lnTo>
                  <a:lnTo>
                    <a:pt x="74358" y="1874469"/>
                  </a:lnTo>
                  <a:lnTo>
                    <a:pt x="75158" y="1876259"/>
                  </a:lnTo>
                  <a:lnTo>
                    <a:pt x="77876" y="1879028"/>
                  </a:lnTo>
                  <a:lnTo>
                    <a:pt x="79883" y="1879815"/>
                  </a:lnTo>
                  <a:lnTo>
                    <a:pt x="83845" y="1879815"/>
                  </a:lnTo>
                  <a:lnTo>
                    <a:pt x="85610" y="1879028"/>
                  </a:lnTo>
                  <a:lnTo>
                    <a:pt x="88404" y="1876259"/>
                  </a:lnTo>
                  <a:lnTo>
                    <a:pt x="89204" y="1874507"/>
                  </a:lnTo>
                  <a:lnTo>
                    <a:pt x="89204" y="1872297"/>
                  </a:lnTo>
                  <a:lnTo>
                    <a:pt x="89204" y="1870329"/>
                  </a:lnTo>
                  <a:close/>
                </a:path>
                <a:path w="4253865" h="3462654">
                  <a:moveTo>
                    <a:pt x="89331" y="2298446"/>
                  </a:moveTo>
                  <a:lnTo>
                    <a:pt x="88607" y="2296820"/>
                  </a:lnTo>
                  <a:lnTo>
                    <a:pt x="87337" y="2295512"/>
                  </a:lnTo>
                  <a:lnTo>
                    <a:pt x="84785" y="2292959"/>
                  </a:lnTo>
                  <a:lnTo>
                    <a:pt x="80225" y="2292959"/>
                  </a:lnTo>
                  <a:lnTo>
                    <a:pt x="77673" y="2295512"/>
                  </a:lnTo>
                  <a:lnTo>
                    <a:pt x="76403" y="2296820"/>
                  </a:lnTo>
                  <a:lnTo>
                    <a:pt x="75679" y="2298446"/>
                  </a:lnTo>
                  <a:lnTo>
                    <a:pt x="75679" y="2302306"/>
                  </a:lnTo>
                  <a:lnTo>
                    <a:pt x="76403" y="2303932"/>
                  </a:lnTo>
                  <a:lnTo>
                    <a:pt x="78955" y="2306485"/>
                  </a:lnTo>
                  <a:lnTo>
                    <a:pt x="80746" y="2307209"/>
                  </a:lnTo>
                  <a:lnTo>
                    <a:pt x="84404" y="2307209"/>
                  </a:lnTo>
                  <a:lnTo>
                    <a:pt x="86055" y="2306485"/>
                  </a:lnTo>
                  <a:lnTo>
                    <a:pt x="88607" y="2303932"/>
                  </a:lnTo>
                  <a:lnTo>
                    <a:pt x="89331" y="2302306"/>
                  </a:lnTo>
                  <a:lnTo>
                    <a:pt x="89331" y="2298446"/>
                  </a:lnTo>
                  <a:close/>
                </a:path>
                <a:path w="4253865" h="3462654">
                  <a:moveTo>
                    <a:pt x="90170" y="1613865"/>
                  </a:moveTo>
                  <a:lnTo>
                    <a:pt x="89649" y="1612798"/>
                  </a:lnTo>
                  <a:lnTo>
                    <a:pt x="87160" y="1610271"/>
                  </a:lnTo>
                  <a:lnTo>
                    <a:pt x="84162" y="1610271"/>
                  </a:lnTo>
                  <a:lnTo>
                    <a:pt x="81648" y="1612798"/>
                  </a:lnTo>
                  <a:lnTo>
                    <a:pt x="81165" y="1613865"/>
                  </a:lnTo>
                  <a:lnTo>
                    <a:pt x="81165" y="1616379"/>
                  </a:lnTo>
                  <a:lnTo>
                    <a:pt x="81648" y="1617446"/>
                  </a:lnTo>
                  <a:lnTo>
                    <a:pt x="83337" y="1619135"/>
                  </a:lnTo>
                  <a:lnTo>
                    <a:pt x="84505" y="1619618"/>
                  </a:lnTo>
                  <a:lnTo>
                    <a:pt x="85712" y="1619618"/>
                  </a:lnTo>
                  <a:lnTo>
                    <a:pt x="86918" y="1619618"/>
                  </a:lnTo>
                  <a:lnTo>
                    <a:pt x="87998" y="1619135"/>
                  </a:lnTo>
                  <a:lnTo>
                    <a:pt x="88823" y="1618272"/>
                  </a:lnTo>
                  <a:lnTo>
                    <a:pt x="89687" y="1617484"/>
                  </a:lnTo>
                  <a:lnTo>
                    <a:pt x="90170" y="1616379"/>
                  </a:lnTo>
                  <a:lnTo>
                    <a:pt x="90170" y="1613865"/>
                  </a:lnTo>
                  <a:close/>
                </a:path>
                <a:path w="4253865" h="3462654">
                  <a:moveTo>
                    <a:pt x="90792" y="1955469"/>
                  </a:moveTo>
                  <a:lnTo>
                    <a:pt x="89852" y="1953323"/>
                  </a:lnTo>
                  <a:lnTo>
                    <a:pt x="84848" y="1948357"/>
                  </a:lnTo>
                  <a:lnTo>
                    <a:pt x="78955" y="1948357"/>
                  </a:lnTo>
                  <a:lnTo>
                    <a:pt x="75603" y="1951672"/>
                  </a:lnTo>
                  <a:lnTo>
                    <a:pt x="73977" y="1953323"/>
                  </a:lnTo>
                  <a:lnTo>
                    <a:pt x="73012" y="1955469"/>
                  </a:lnTo>
                  <a:lnTo>
                    <a:pt x="73012" y="1960460"/>
                  </a:lnTo>
                  <a:lnTo>
                    <a:pt x="73952" y="1962607"/>
                  </a:lnTo>
                  <a:lnTo>
                    <a:pt x="75603" y="1964232"/>
                  </a:lnTo>
                  <a:lnTo>
                    <a:pt x="77266" y="1965921"/>
                  </a:lnTo>
                  <a:lnTo>
                    <a:pt x="79641" y="1966849"/>
                  </a:lnTo>
                  <a:lnTo>
                    <a:pt x="82016" y="1966849"/>
                  </a:lnTo>
                  <a:lnTo>
                    <a:pt x="84366" y="1966849"/>
                  </a:lnTo>
                  <a:lnTo>
                    <a:pt x="86512" y="1965921"/>
                  </a:lnTo>
                  <a:lnTo>
                    <a:pt x="88163" y="1964232"/>
                  </a:lnTo>
                  <a:lnTo>
                    <a:pt x="89852" y="1962607"/>
                  </a:lnTo>
                  <a:lnTo>
                    <a:pt x="90792" y="1960460"/>
                  </a:lnTo>
                  <a:lnTo>
                    <a:pt x="90792" y="1955469"/>
                  </a:lnTo>
                  <a:close/>
                </a:path>
                <a:path w="4253865" h="3462654">
                  <a:moveTo>
                    <a:pt x="95554" y="1699552"/>
                  </a:moveTo>
                  <a:lnTo>
                    <a:pt x="94818" y="1697964"/>
                  </a:lnTo>
                  <a:lnTo>
                    <a:pt x="93611" y="1696758"/>
                  </a:lnTo>
                  <a:lnTo>
                    <a:pt x="91198" y="1694345"/>
                  </a:lnTo>
                  <a:lnTo>
                    <a:pt x="86855" y="1694345"/>
                  </a:lnTo>
                  <a:lnTo>
                    <a:pt x="84404" y="1696758"/>
                  </a:lnTo>
                  <a:lnTo>
                    <a:pt x="83235" y="1697964"/>
                  </a:lnTo>
                  <a:lnTo>
                    <a:pt x="82511" y="1699552"/>
                  </a:lnTo>
                  <a:lnTo>
                    <a:pt x="82511" y="1703209"/>
                  </a:lnTo>
                  <a:lnTo>
                    <a:pt x="83235" y="1704759"/>
                  </a:lnTo>
                  <a:lnTo>
                    <a:pt x="84404" y="1705965"/>
                  </a:lnTo>
                  <a:lnTo>
                    <a:pt x="85648" y="1707172"/>
                  </a:lnTo>
                  <a:lnTo>
                    <a:pt x="87376" y="1707857"/>
                  </a:lnTo>
                  <a:lnTo>
                    <a:pt x="90855" y="1707857"/>
                  </a:lnTo>
                  <a:lnTo>
                    <a:pt x="92405" y="1707172"/>
                  </a:lnTo>
                  <a:lnTo>
                    <a:pt x="94818" y="1704759"/>
                  </a:lnTo>
                  <a:lnTo>
                    <a:pt x="95554" y="1703209"/>
                  </a:lnTo>
                  <a:lnTo>
                    <a:pt x="95554" y="1699552"/>
                  </a:lnTo>
                  <a:close/>
                </a:path>
                <a:path w="4253865" h="3462654">
                  <a:moveTo>
                    <a:pt x="98348" y="2472512"/>
                  </a:moveTo>
                  <a:lnTo>
                    <a:pt x="97548" y="2470747"/>
                  </a:lnTo>
                  <a:lnTo>
                    <a:pt x="96139" y="2469337"/>
                  </a:lnTo>
                  <a:lnTo>
                    <a:pt x="93345" y="2466543"/>
                  </a:lnTo>
                  <a:lnTo>
                    <a:pt x="88366" y="2466543"/>
                  </a:lnTo>
                  <a:lnTo>
                    <a:pt x="85547" y="2469337"/>
                  </a:lnTo>
                  <a:lnTo>
                    <a:pt x="84162" y="2470747"/>
                  </a:lnTo>
                  <a:lnTo>
                    <a:pt x="83362" y="2472512"/>
                  </a:lnTo>
                  <a:lnTo>
                    <a:pt x="83362" y="2476754"/>
                  </a:lnTo>
                  <a:lnTo>
                    <a:pt x="84162" y="2478544"/>
                  </a:lnTo>
                  <a:lnTo>
                    <a:pt x="86956" y="2481300"/>
                  </a:lnTo>
                  <a:lnTo>
                    <a:pt x="88963" y="2482100"/>
                  </a:lnTo>
                  <a:lnTo>
                    <a:pt x="92964" y="2482100"/>
                  </a:lnTo>
                  <a:lnTo>
                    <a:pt x="94754" y="2481338"/>
                  </a:lnTo>
                  <a:lnTo>
                    <a:pt x="96139" y="2479891"/>
                  </a:lnTo>
                  <a:lnTo>
                    <a:pt x="97548" y="2478544"/>
                  </a:lnTo>
                  <a:lnTo>
                    <a:pt x="98348" y="2476754"/>
                  </a:lnTo>
                  <a:lnTo>
                    <a:pt x="98348" y="2472512"/>
                  </a:lnTo>
                  <a:close/>
                </a:path>
                <a:path w="4253865" h="3462654">
                  <a:moveTo>
                    <a:pt x="98831" y="2559189"/>
                  </a:moveTo>
                  <a:lnTo>
                    <a:pt x="97993" y="2557361"/>
                  </a:lnTo>
                  <a:lnTo>
                    <a:pt x="96545" y="2555913"/>
                  </a:lnTo>
                  <a:lnTo>
                    <a:pt x="93687" y="2553055"/>
                  </a:lnTo>
                  <a:lnTo>
                    <a:pt x="88582" y="2553055"/>
                  </a:lnTo>
                  <a:lnTo>
                    <a:pt x="85674" y="2555913"/>
                  </a:lnTo>
                  <a:lnTo>
                    <a:pt x="84264" y="2557361"/>
                  </a:lnTo>
                  <a:lnTo>
                    <a:pt x="83439" y="2559189"/>
                  </a:lnTo>
                  <a:lnTo>
                    <a:pt x="83439" y="2563507"/>
                  </a:lnTo>
                  <a:lnTo>
                    <a:pt x="84264" y="2565362"/>
                  </a:lnTo>
                  <a:lnTo>
                    <a:pt x="87134" y="2568232"/>
                  </a:lnTo>
                  <a:lnTo>
                    <a:pt x="89166" y="2569019"/>
                  </a:lnTo>
                  <a:lnTo>
                    <a:pt x="93268" y="2569019"/>
                  </a:lnTo>
                  <a:lnTo>
                    <a:pt x="95097" y="2568232"/>
                  </a:lnTo>
                  <a:lnTo>
                    <a:pt x="97993" y="2565362"/>
                  </a:lnTo>
                  <a:lnTo>
                    <a:pt x="98831" y="2563507"/>
                  </a:lnTo>
                  <a:lnTo>
                    <a:pt x="98831" y="2559189"/>
                  </a:lnTo>
                  <a:close/>
                </a:path>
                <a:path w="4253865" h="3462654">
                  <a:moveTo>
                    <a:pt x="101409" y="2213038"/>
                  </a:moveTo>
                  <a:lnTo>
                    <a:pt x="100660" y="2211273"/>
                  </a:lnTo>
                  <a:lnTo>
                    <a:pt x="99275" y="2209939"/>
                  </a:lnTo>
                  <a:lnTo>
                    <a:pt x="96583" y="2207209"/>
                  </a:lnTo>
                  <a:lnTo>
                    <a:pt x="91757" y="2207209"/>
                  </a:lnTo>
                  <a:lnTo>
                    <a:pt x="87718" y="2211273"/>
                  </a:lnTo>
                  <a:lnTo>
                    <a:pt x="86918" y="2213038"/>
                  </a:lnTo>
                  <a:lnTo>
                    <a:pt x="86918" y="2217102"/>
                  </a:lnTo>
                  <a:lnTo>
                    <a:pt x="87718" y="2218829"/>
                  </a:lnTo>
                  <a:lnTo>
                    <a:pt x="89065" y="2220176"/>
                  </a:lnTo>
                  <a:lnTo>
                    <a:pt x="90411" y="2221522"/>
                  </a:lnTo>
                  <a:lnTo>
                    <a:pt x="92341" y="2222322"/>
                  </a:lnTo>
                  <a:lnTo>
                    <a:pt x="96202" y="2222322"/>
                  </a:lnTo>
                  <a:lnTo>
                    <a:pt x="97929" y="2221522"/>
                  </a:lnTo>
                  <a:lnTo>
                    <a:pt x="100660" y="2218829"/>
                  </a:lnTo>
                  <a:lnTo>
                    <a:pt x="101409" y="2217102"/>
                  </a:lnTo>
                  <a:lnTo>
                    <a:pt x="101409" y="2213038"/>
                  </a:lnTo>
                  <a:close/>
                </a:path>
                <a:path w="4253865" h="3462654">
                  <a:moveTo>
                    <a:pt x="102895" y="1785962"/>
                  </a:moveTo>
                  <a:lnTo>
                    <a:pt x="102489" y="1784959"/>
                  </a:lnTo>
                  <a:lnTo>
                    <a:pt x="101688" y="1784197"/>
                  </a:lnTo>
                  <a:lnTo>
                    <a:pt x="100177" y="1782648"/>
                  </a:lnTo>
                  <a:lnTo>
                    <a:pt x="97409" y="1782648"/>
                  </a:lnTo>
                  <a:lnTo>
                    <a:pt x="95097" y="1784959"/>
                  </a:lnTo>
                  <a:lnTo>
                    <a:pt x="94653" y="1785962"/>
                  </a:lnTo>
                  <a:lnTo>
                    <a:pt x="94653" y="1788274"/>
                  </a:lnTo>
                  <a:lnTo>
                    <a:pt x="95097" y="1789264"/>
                  </a:lnTo>
                  <a:lnTo>
                    <a:pt x="95859" y="1790026"/>
                  </a:lnTo>
                  <a:lnTo>
                    <a:pt x="96621" y="1790827"/>
                  </a:lnTo>
                  <a:lnTo>
                    <a:pt x="97726" y="1791233"/>
                  </a:lnTo>
                  <a:lnTo>
                    <a:pt x="99936" y="1791233"/>
                  </a:lnTo>
                  <a:lnTo>
                    <a:pt x="100926" y="1790827"/>
                  </a:lnTo>
                  <a:lnTo>
                    <a:pt x="101688" y="1790026"/>
                  </a:lnTo>
                  <a:lnTo>
                    <a:pt x="102489" y="1789264"/>
                  </a:lnTo>
                  <a:lnTo>
                    <a:pt x="102895" y="1788274"/>
                  </a:lnTo>
                  <a:lnTo>
                    <a:pt x="102895" y="1785962"/>
                  </a:lnTo>
                  <a:close/>
                </a:path>
                <a:path w="4253865" h="3462654">
                  <a:moveTo>
                    <a:pt x="115455" y="1444764"/>
                  </a:moveTo>
                  <a:lnTo>
                    <a:pt x="115049" y="1443875"/>
                  </a:lnTo>
                  <a:lnTo>
                    <a:pt x="114350" y="1443151"/>
                  </a:lnTo>
                  <a:lnTo>
                    <a:pt x="112941" y="1441729"/>
                  </a:lnTo>
                  <a:lnTo>
                    <a:pt x="110426" y="1441729"/>
                  </a:lnTo>
                  <a:lnTo>
                    <a:pt x="108966" y="1443151"/>
                  </a:lnTo>
                  <a:lnTo>
                    <a:pt x="108280" y="1443875"/>
                  </a:lnTo>
                  <a:lnTo>
                    <a:pt x="107873" y="1444764"/>
                  </a:lnTo>
                  <a:lnTo>
                    <a:pt x="107873" y="1446911"/>
                  </a:lnTo>
                  <a:lnTo>
                    <a:pt x="108280" y="1447800"/>
                  </a:lnTo>
                  <a:lnTo>
                    <a:pt x="108966" y="1448523"/>
                  </a:lnTo>
                  <a:lnTo>
                    <a:pt x="109702" y="1449247"/>
                  </a:lnTo>
                  <a:lnTo>
                    <a:pt x="110693" y="1449628"/>
                  </a:lnTo>
                  <a:lnTo>
                    <a:pt x="112737" y="1449628"/>
                  </a:lnTo>
                  <a:lnTo>
                    <a:pt x="113626" y="1449222"/>
                  </a:lnTo>
                  <a:lnTo>
                    <a:pt x="114350" y="1448523"/>
                  </a:lnTo>
                  <a:lnTo>
                    <a:pt x="115049" y="1447800"/>
                  </a:lnTo>
                  <a:lnTo>
                    <a:pt x="115455" y="1446911"/>
                  </a:lnTo>
                  <a:lnTo>
                    <a:pt x="115455" y="1444764"/>
                  </a:lnTo>
                  <a:close/>
                </a:path>
                <a:path w="4253865" h="3462654">
                  <a:moveTo>
                    <a:pt x="119913" y="1531416"/>
                  </a:moveTo>
                  <a:lnTo>
                    <a:pt x="119532" y="1530527"/>
                  </a:lnTo>
                  <a:lnTo>
                    <a:pt x="118808" y="1529829"/>
                  </a:lnTo>
                  <a:lnTo>
                    <a:pt x="117424" y="1528419"/>
                  </a:lnTo>
                  <a:lnTo>
                    <a:pt x="114909" y="1528419"/>
                  </a:lnTo>
                  <a:lnTo>
                    <a:pt x="112801" y="1530527"/>
                  </a:lnTo>
                  <a:lnTo>
                    <a:pt x="112420" y="1531416"/>
                  </a:lnTo>
                  <a:lnTo>
                    <a:pt x="112420" y="1533525"/>
                  </a:lnTo>
                  <a:lnTo>
                    <a:pt x="112801" y="1534452"/>
                  </a:lnTo>
                  <a:lnTo>
                    <a:pt x="113487" y="1535150"/>
                  </a:lnTo>
                  <a:lnTo>
                    <a:pt x="114211" y="1535836"/>
                  </a:lnTo>
                  <a:lnTo>
                    <a:pt x="115214" y="1536242"/>
                  </a:lnTo>
                  <a:lnTo>
                    <a:pt x="117221" y="1536242"/>
                  </a:lnTo>
                  <a:lnTo>
                    <a:pt x="118110" y="1535836"/>
                  </a:lnTo>
                  <a:lnTo>
                    <a:pt x="119532" y="1534426"/>
                  </a:lnTo>
                  <a:lnTo>
                    <a:pt x="119913" y="1533525"/>
                  </a:lnTo>
                  <a:lnTo>
                    <a:pt x="119913" y="1531416"/>
                  </a:lnTo>
                  <a:close/>
                </a:path>
                <a:path w="4253865" h="3462654">
                  <a:moveTo>
                    <a:pt x="144716" y="3013735"/>
                  </a:moveTo>
                  <a:lnTo>
                    <a:pt x="143827" y="3011767"/>
                  </a:lnTo>
                  <a:lnTo>
                    <a:pt x="142265" y="3010217"/>
                  </a:lnTo>
                  <a:lnTo>
                    <a:pt x="139204" y="3007106"/>
                  </a:lnTo>
                  <a:lnTo>
                    <a:pt x="133680" y="3007106"/>
                  </a:lnTo>
                  <a:lnTo>
                    <a:pt x="130543" y="3010217"/>
                  </a:lnTo>
                  <a:lnTo>
                    <a:pt x="129019" y="3011767"/>
                  </a:lnTo>
                  <a:lnTo>
                    <a:pt x="128117" y="3013735"/>
                  </a:lnTo>
                  <a:lnTo>
                    <a:pt x="128117" y="3018421"/>
                  </a:lnTo>
                  <a:lnTo>
                    <a:pt x="129019" y="3020390"/>
                  </a:lnTo>
                  <a:lnTo>
                    <a:pt x="132092" y="3023489"/>
                  </a:lnTo>
                  <a:lnTo>
                    <a:pt x="134302" y="3024352"/>
                  </a:lnTo>
                  <a:lnTo>
                    <a:pt x="138747" y="3024352"/>
                  </a:lnTo>
                  <a:lnTo>
                    <a:pt x="140716" y="3023489"/>
                  </a:lnTo>
                  <a:lnTo>
                    <a:pt x="143852" y="3020390"/>
                  </a:lnTo>
                  <a:lnTo>
                    <a:pt x="144716" y="3018421"/>
                  </a:lnTo>
                  <a:lnTo>
                    <a:pt x="144716" y="3013735"/>
                  </a:lnTo>
                  <a:close/>
                </a:path>
                <a:path w="4253865" h="3462654">
                  <a:moveTo>
                    <a:pt x="446163" y="1041908"/>
                  </a:moveTo>
                  <a:lnTo>
                    <a:pt x="438670" y="1039279"/>
                  </a:lnTo>
                  <a:lnTo>
                    <a:pt x="400431" y="1030897"/>
                  </a:lnTo>
                  <a:lnTo>
                    <a:pt x="360438" y="1029030"/>
                  </a:lnTo>
                  <a:lnTo>
                    <a:pt x="320065" y="1030008"/>
                  </a:lnTo>
                  <a:lnTo>
                    <a:pt x="280670" y="1030135"/>
                  </a:lnTo>
                  <a:lnTo>
                    <a:pt x="230301" y="1027328"/>
                  </a:lnTo>
                  <a:lnTo>
                    <a:pt x="180949" y="1017651"/>
                  </a:lnTo>
                  <a:lnTo>
                    <a:pt x="139014" y="987679"/>
                  </a:lnTo>
                  <a:lnTo>
                    <a:pt x="126530" y="974153"/>
                  </a:lnTo>
                  <a:lnTo>
                    <a:pt x="123431" y="970978"/>
                  </a:lnTo>
                  <a:lnTo>
                    <a:pt x="117906" y="971740"/>
                  </a:lnTo>
                  <a:lnTo>
                    <a:pt x="115697" y="975575"/>
                  </a:lnTo>
                  <a:lnTo>
                    <a:pt x="109524" y="1002245"/>
                  </a:lnTo>
                  <a:lnTo>
                    <a:pt x="123151" y="1022477"/>
                  </a:lnTo>
                  <a:lnTo>
                    <a:pt x="192925" y="1047000"/>
                  </a:lnTo>
                  <a:lnTo>
                    <a:pt x="240576" y="1052944"/>
                  </a:lnTo>
                  <a:lnTo>
                    <a:pt x="291084" y="1055801"/>
                  </a:lnTo>
                  <a:lnTo>
                    <a:pt x="340194" y="1056386"/>
                  </a:lnTo>
                  <a:lnTo>
                    <a:pt x="383692" y="1055535"/>
                  </a:lnTo>
                  <a:lnTo>
                    <a:pt x="417322" y="1054087"/>
                  </a:lnTo>
                  <a:lnTo>
                    <a:pt x="444677" y="1052283"/>
                  </a:lnTo>
                  <a:lnTo>
                    <a:pt x="446163" y="1041908"/>
                  </a:lnTo>
                  <a:close/>
                </a:path>
                <a:path w="4253865" h="3462654">
                  <a:moveTo>
                    <a:pt x="1040739" y="2532037"/>
                  </a:moveTo>
                  <a:lnTo>
                    <a:pt x="1038872" y="2494851"/>
                  </a:lnTo>
                  <a:lnTo>
                    <a:pt x="1036840" y="2461298"/>
                  </a:lnTo>
                  <a:lnTo>
                    <a:pt x="1036053" y="2415971"/>
                  </a:lnTo>
                  <a:lnTo>
                    <a:pt x="1036142" y="2370975"/>
                  </a:lnTo>
                  <a:lnTo>
                    <a:pt x="1036574" y="2325979"/>
                  </a:lnTo>
                  <a:lnTo>
                    <a:pt x="1036840" y="2280653"/>
                  </a:lnTo>
                  <a:lnTo>
                    <a:pt x="1034072" y="2254326"/>
                  </a:lnTo>
                  <a:lnTo>
                    <a:pt x="1026820" y="2207247"/>
                  </a:lnTo>
                  <a:lnTo>
                    <a:pt x="1026198" y="2157095"/>
                  </a:lnTo>
                  <a:lnTo>
                    <a:pt x="1029004" y="2106028"/>
                  </a:lnTo>
                  <a:lnTo>
                    <a:pt x="1032065" y="2056180"/>
                  </a:lnTo>
                  <a:lnTo>
                    <a:pt x="1032192" y="2009736"/>
                  </a:lnTo>
                  <a:lnTo>
                    <a:pt x="1026210" y="1968830"/>
                  </a:lnTo>
                  <a:lnTo>
                    <a:pt x="992009" y="1927402"/>
                  </a:lnTo>
                  <a:lnTo>
                    <a:pt x="952106" y="1920849"/>
                  </a:lnTo>
                  <a:lnTo>
                    <a:pt x="896493" y="1915960"/>
                  </a:lnTo>
                  <a:lnTo>
                    <a:pt x="830478" y="1912747"/>
                  </a:lnTo>
                  <a:lnTo>
                    <a:pt x="759358" y="1911197"/>
                  </a:lnTo>
                  <a:lnTo>
                    <a:pt x="688441" y="1911337"/>
                  </a:lnTo>
                  <a:lnTo>
                    <a:pt x="623011" y="1913166"/>
                  </a:lnTo>
                  <a:lnTo>
                    <a:pt x="568388" y="1916671"/>
                  </a:lnTo>
                  <a:lnTo>
                    <a:pt x="529844" y="1921878"/>
                  </a:lnTo>
                  <a:lnTo>
                    <a:pt x="444538" y="2038083"/>
                  </a:lnTo>
                  <a:lnTo>
                    <a:pt x="418655" y="2084565"/>
                  </a:lnTo>
                  <a:lnTo>
                    <a:pt x="401891" y="2126500"/>
                  </a:lnTo>
                  <a:lnTo>
                    <a:pt x="396989" y="2164537"/>
                  </a:lnTo>
                  <a:lnTo>
                    <a:pt x="410171" y="2210231"/>
                  </a:lnTo>
                  <a:lnTo>
                    <a:pt x="436016" y="2251748"/>
                  </a:lnTo>
                  <a:lnTo>
                    <a:pt x="461238" y="2281898"/>
                  </a:lnTo>
                  <a:lnTo>
                    <a:pt x="472592" y="2293543"/>
                  </a:lnTo>
                  <a:lnTo>
                    <a:pt x="468934" y="2345588"/>
                  </a:lnTo>
                  <a:lnTo>
                    <a:pt x="468210" y="2398852"/>
                  </a:lnTo>
                  <a:lnTo>
                    <a:pt x="469214" y="2452446"/>
                  </a:lnTo>
                  <a:lnTo>
                    <a:pt x="470738" y="2505519"/>
                  </a:lnTo>
                  <a:lnTo>
                    <a:pt x="470623" y="2545410"/>
                  </a:lnTo>
                  <a:lnTo>
                    <a:pt x="472020" y="2584412"/>
                  </a:lnTo>
                  <a:lnTo>
                    <a:pt x="503021" y="2640317"/>
                  </a:lnTo>
                  <a:lnTo>
                    <a:pt x="544499" y="2647467"/>
                  </a:lnTo>
                  <a:lnTo>
                    <a:pt x="606475" y="2655519"/>
                  </a:lnTo>
                  <a:lnTo>
                    <a:pt x="654443" y="2661539"/>
                  </a:lnTo>
                  <a:lnTo>
                    <a:pt x="701370" y="2664676"/>
                  </a:lnTo>
                  <a:lnTo>
                    <a:pt x="760234" y="2664053"/>
                  </a:lnTo>
                  <a:lnTo>
                    <a:pt x="799249" y="2662085"/>
                  </a:lnTo>
                  <a:lnTo>
                    <a:pt x="877951" y="2656802"/>
                  </a:lnTo>
                  <a:lnTo>
                    <a:pt x="916965" y="2654846"/>
                  </a:lnTo>
                  <a:lnTo>
                    <a:pt x="986332" y="2645384"/>
                  </a:lnTo>
                  <a:lnTo>
                    <a:pt x="1034973" y="2601379"/>
                  </a:lnTo>
                  <a:lnTo>
                    <a:pt x="1040193" y="2568867"/>
                  </a:lnTo>
                  <a:lnTo>
                    <a:pt x="1040739" y="2532037"/>
                  </a:lnTo>
                  <a:close/>
                </a:path>
                <a:path w="4253865" h="3462654">
                  <a:moveTo>
                    <a:pt x="1681657" y="2289391"/>
                  </a:moveTo>
                  <a:lnTo>
                    <a:pt x="1681276" y="2283637"/>
                  </a:lnTo>
                  <a:lnTo>
                    <a:pt x="1677466" y="2279345"/>
                  </a:lnTo>
                  <a:lnTo>
                    <a:pt x="1671015" y="2278507"/>
                  </a:lnTo>
                  <a:lnTo>
                    <a:pt x="1627124" y="2289518"/>
                  </a:lnTo>
                  <a:lnTo>
                    <a:pt x="1583677" y="2302865"/>
                  </a:lnTo>
                  <a:lnTo>
                    <a:pt x="1540281" y="2316594"/>
                  </a:lnTo>
                  <a:lnTo>
                    <a:pt x="1496529" y="2328735"/>
                  </a:lnTo>
                  <a:lnTo>
                    <a:pt x="1418094" y="2346833"/>
                  </a:lnTo>
                  <a:lnTo>
                    <a:pt x="1379131" y="2356701"/>
                  </a:lnTo>
                  <a:lnTo>
                    <a:pt x="1340624" y="2368397"/>
                  </a:lnTo>
                  <a:lnTo>
                    <a:pt x="1332661" y="2381656"/>
                  </a:lnTo>
                  <a:lnTo>
                    <a:pt x="1335811" y="2388565"/>
                  </a:lnTo>
                  <a:lnTo>
                    <a:pt x="1343660" y="2391029"/>
                  </a:lnTo>
                  <a:lnTo>
                    <a:pt x="1391107" y="2385974"/>
                  </a:lnTo>
                  <a:lnTo>
                    <a:pt x="1440967" y="2378621"/>
                  </a:lnTo>
                  <a:lnTo>
                    <a:pt x="1491843" y="2368613"/>
                  </a:lnTo>
                  <a:lnTo>
                    <a:pt x="1542364" y="2355583"/>
                  </a:lnTo>
                  <a:lnTo>
                    <a:pt x="1591119" y="2339149"/>
                  </a:lnTo>
                  <a:lnTo>
                    <a:pt x="1636737" y="2318943"/>
                  </a:lnTo>
                  <a:lnTo>
                    <a:pt x="1677822" y="2294623"/>
                  </a:lnTo>
                  <a:lnTo>
                    <a:pt x="1681657" y="2289391"/>
                  </a:lnTo>
                  <a:close/>
                </a:path>
                <a:path w="4253865" h="3462654">
                  <a:moveTo>
                    <a:pt x="1877301" y="3289198"/>
                  </a:moveTo>
                  <a:lnTo>
                    <a:pt x="1871091" y="3281413"/>
                  </a:lnTo>
                  <a:lnTo>
                    <a:pt x="1824266" y="3253917"/>
                  </a:lnTo>
                  <a:lnTo>
                    <a:pt x="1777987" y="3227349"/>
                  </a:lnTo>
                  <a:lnTo>
                    <a:pt x="1732711" y="3199765"/>
                  </a:lnTo>
                  <a:lnTo>
                    <a:pt x="1688884" y="3169234"/>
                  </a:lnTo>
                  <a:lnTo>
                    <a:pt x="1646974" y="3133814"/>
                  </a:lnTo>
                  <a:lnTo>
                    <a:pt x="1612963" y="3100146"/>
                  </a:lnTo>
                  <a:lnTo>
                    <a:pt x="1580616" y="3064941"/>
                  </a:lnTo>
                  <a:lnTo>
                    <a:pt x="1549984" y="3028251"/>
                  </a:lnTo>
                  <a:lnTo>
                    <a:pt x="1521155" y="2990126"/>
                  </a:lnTo>
                  <a:lnTo>
                    <a:pt x="1494193" y="2950641"/>
                  </a:lnTo>
                  <a:lnTo>
                    <a:pt x="1469199" y="2909836"/>
                  </a:lnTo>
                  <a:lnTo>
                    <a:pt x="1444625" y="2865247"/>
                  </a:lnTo>
                  <a:lnTo>
                    <a:pt x="1422146" y="2820035"/>
                  </a:lnTo>
                  <a:lnTo>
                    <a:pt x="1401775" y="2774188"/>
                  </a:lnTo>
                  <a:lnTo>
                    <a:pt x="1383499" y="2727718"/>
                  </a:lnTo>
                  <a:lnTo>
                    <a:pt x="1367320" y="2680627"/>
                  </a:lnTo>
                  <a:lnTo>
                    <a:pt x="1353248" y="2632913"/>
                  </a:lnTo>
                  <a:lnTo>
                    <a:pt x="1341285" y="2584589"/>
                  </a:lnTo>
                  <a:lnTo>
                    <a:pt x="1331417" y="2535669"/>
                  </a:lnTo>
                  <a:lnTo>
                    <a:pt x="1323657" y="2486139"/>
                  </a:lnTo>
                  <a:lnTo>
                    <a:pt x="1317993" y="2436025"/>
                  </a:lnTo>
                  <a:lnTo>
                    <a:pt x="1314437" y="2385301"/>
                  </a:lnTo>
                  <a:lnTo>
                    <a:pt x="1310754" y="2377135"/>
                  </a:lnTo>
                  <a:lnTo>
                    <a:pt x="1303261" y="2374430"/>
                  </a:lnTo>
                  <a:lnTo>
                    <a:pt x="1295730" y="2377160"/>
                  </a:lnTo>
                  <a:lnTo>
                    <a:pt x="1291932" y="2385301"/>
                  </a:lnTo>
                  <a:lnTo>
                    <a:pt x="1290574" y="2433421"/>
                  </a:lnTo>
                  <a:lnTo>
                    <a:pt x="1292364" y="2481821"/>
                  </a:lnTo>
                  <a:lnTo>
                    <a:pt x="1297127" y="2530348"/>
                  </a:lnTo>
                  <a:lnTo>
                    <a:pt x="1304709" y="2578798"/>
                  </a:lnTo>
                  <a:lnTo>
                    <a:pt x="1314932" y="2626995"/>
                  </a:lnTo>
                  <a:lnTo>
                    <a:pt x="1327645" y="2674759"/>
                  </a:lnTo>
                  <a:lnTo>
                    <a:pt x="1342669" y="2721914"/>
                  </a:lnTo>
                  <a:lnTo>
                    <a:pt x="1359839" y="2768269"/>
                  </a:lnTo>
                  <a:lnTo>
                    <a:pt x="1378991" y="2813634"/>
                  </a:lnTo>
                  <a:lnTo>
                    <a:pt x="1399959" y="2857843"/>
                  </a:lnTo>
                  <a:lnTo>
                    <a:pt x="1422577" y="2900718"/>
                  </a:lnTo>
                  <a:lnTo>
                    <a:pt x="1446669" y="2942056"/>
                  </a:lnTo>
                  <a:lnTo>
                    <a:pt x="1473060" y="2983522"/>
                  </a:lnTo>
                  <a:lnTo>
                    <a:pt x="1501127" y="3024047"/>
                  </a:lnTo>
                  <a:lnTo>
                    <a:pt x="1530985" y="3063341"/>
                  </a:lnTo>
                  <a:lnTo>
                    <a:pt x="1562709" y="3101086"/>
                  </a:lnTo>
                  <a:lnTo>
                    <a:pt x="1596415" y="3137001"/>
                  </a:lnTo>
                  <a:lnTo>
                    <a:pt x="1632204" y="3170783"/>
                  </a:lnTo>
                  <a:lnTo>
                    <a:pt x="1672094" y="3204857"/>
                  </a:lnTo>
                  <a:lnTo>
                    <a:pt x="1715427" y="3238068"/>
                  </a:lnTo>
                  <a:lnTo>
                    <a:pt x="1761667" y="3267786"/>
                  </a:lnTo>
                  <a:lnTo>
                    <a:pt x="1810258" y="3291357"/>
                  </a:lnTo>
                  <a:lnTo>
                    <a:pt x="1860664" y="3306178"/>
                  </a:lnTo>
                  <a:lnTo>
                    <a:pt x="1870443" y="3304667"/>
                  </a:lnTo>
                  <a:lnTo>
                    <a:pt x="1876539" y="3297974"/>
                  </a:lnTo>
                  <a:lnTo>
                    <a:pt x="1877301" y="3289198"/>
                  </a:lnTo>
                  <a:close/>
                </a:path>
                <a:path w="4253865" h="3462654">
                  <a:moveTo>
                    <a:pt x="2673629" y="2499715"/>
                  </a:moveTo>
                  <a:lnTo>
                    <a:pt x="2673350" y="2348331"/>
                  </a:lnTo>
                  <a:lnTo>
                    <a:pt x="2669438" y="2339289"/>
                  </a:lnTo>
                  <a:lnTo>
                    <a:pt x="2660878" y="2336266"/>
                  </a:lnTo>
                  <a:lnTo>
                    <a:pt x="2652318" y="2339289"/>
                  </a:lnTo>
                  <a:lnTo>
                    <a:pt x="2648407" y="2348331"/>
                  </a:lnTo>
                  <a:lnTo>
                    <a:pt x="2647683" y="2449258"/>
                  </a:lnTo>
                  <a:lnTo>
                    <a:pt x="2645943" y="2600642"/>
                  </a:lnTo>
                  <a:lnTo>
                    <a:pt x="2641193" y="2903423"/>
                  </a:lnTo>
                  <a:lnTo>
                    <a:pt x="2640380" y="2952127"/>
                  </a:lnTo>
                  <a:lnTo>
                    <a:pt x="2635732" y="3195624"/>
                  </a:lnTo>
                  <a:lnTo>
                    <a:pt x="2634043" y="3246717"/>
                  </a:lnTo>
                  <a:lnTo>
                    <a:pt x="2631935" y="3298355"/>
                  </a:lnTo>
                  <a:lnTo>
                    <a:pt x="2630614" y="3350133"/>
                  </a:lnTo>
                  <a:lnTo>
                    <a:pt x="2631287" y="3401682"/>
                  </a:lnTo>
                  <a:lnTo>
                    <a:pt x="2635123" y="3452609"/>
                  </a:lnTo>
                  <a:lnTo>
                    <a:pt x="2638437" y="3459137"/>
                  </a:lnTo>
                  <a:lnTo>
                    <a:pt x="2644762" y="3462464"/>
                  </a:lnTo>
                  <a:lnTo>
                    <a:pt x="2651252" y="3461537"/>
                  </a:lnTo>
                  <a:lnTo>
                    <a:pt x="2661513" y="3404057"/>
                  </a:lnTo>
                  <a:lnTo>
                    <a:pt x="2664688" y="3352000"/>
                  </a:lnTo>
                  <a:lnTo>
                    <a:pt x="2665742" y="3299625"/>
                  </a:lnTo>
                  <a:lnTo>
                    <a:pt x="2665882" y="3247352"/>
                  </a:lnTo>
                  <a:lnTo>
                    <a:pt x="2666276" y="3195624"/>
                  </a:lnTo>
                  <a:lnTo>
                    <a:pt x="2669451" y="3000819"/>
                  </a:lnTo>
                  <a:lnTo>
                    <a:pt x="2671965" y="2802496"/>
                  </a:lnTo>
                  <a:lnTo>
                    <a:pt x="2673159" y="2651099"/>
                  </a:lnTo>
                  <a:lnTo>
                    <a:pt x="2673629" y="2499715"/>
                  </a:lnTo>
                  <a:close/>
                </a:path>
                <a:path w="4253865" h="3462654">
                  <a:moveTo>
                    <a:pt x="3110776" y="3290036"/>
                  </a:moveTo>
                  <a:lnTo>
                    <a:pt x="3109811" y="3287865"/>
                  </a:lnTo>
                  <a:lnTo>
                    <a:pt x="3108121" y="3286175"/>
                  </a:lnTo>
                  <a:lnTo>
                    <a:pt x="3104705" y="3282759"/>
                  </a:lnTo>
                  <a:lnTo>
                    <a:pt x="3098635" y="3282759"/>
                  </a:lnTo>
                  <a:lnTo>
                    <a:pt x="3093529" y="3287865"/>
                  </a:lnTo>
                  <a:lnTo>
                    <a:pt x="3092564" y="3290036"/>
                  </a:lnTo>
                  <a:lnTo>
                    <a:pt x="3092564" y="3295180"/>
                  </a:lnTo>
                  <a:lnTo>
                    <a:pt x="3093567" y="3297351"/>
                  </a:lnTo>
                  <a:lnTo>
                    <a:pt x="3096945" y="3300768"/>
                  </a:lnTo>
                  <a:lnTo>
                    <a:pt x="3099358" y="3301733"/>
                  </a:lnTo>
                  <a:lnTo>
                    <a:pt x="3104223" y="3301733"/>
                  </a:lnTo>
                  <a:lnTo>
                    <a:pt x="3106394" y="3300768"/>
                  </a:lnTo>
                  <a:lnTo>
                    <a:pt x="3109811" y="3297351"/>
                  </a:lnTo>
                  <a:lnTo>
                    <a:pt x="3110776" y="3295180"/>
                  </a:lnTo>
                  <a:lnTo>
                    <a:pt x="3110776" y="3290036"/>
                  </a:lnTo>
                  <a:close/>
                </a:path>
                <a:path w="4253865" h="3462654">
                  <a:moveTo>
                    <a:pt x="3194177" y="3280613"/>
                  </a:moveTo>
                  <a:lnTo>
                    <a:pt x="3193694" y="3279483"/>
                  </a:lnTo>
                  <a:lnTo>
                    <a:pt x="3192805" y="3278619"/>
                  </a:lnTo>
                  <a:lnTo>
                    <a:pt x="3191040" y="3276828"/>
                  </a:lnTo>
                  <a:lnTo>
                    <a:pt x="3187865" y="3276828"/>
                  </a:lnTo>
                  <a:lnTo>
                    <a:pt x="3185249" y="3279483"/>
                  </a:lnTo>
                  <a:lnTo>
                    <a:pt x="3184728" y="3280613"/>
                  </a:lnTo>
                  <a:lnTo>
                    <a:pt x="3184728" y="3283280"/>
                  </a:lnTo>
                  <a:lnTo>
                    <a:pt x="3185249" y="3284410"/>
                  </a:lnTo>
                  <a:lnTo>
                    <a:pt x="3187001" y="3286175"/>
                  </a:lnTo>
                  <a:lnTo>
                    <a:pt x="3188246" y="3286683"/>
                  </a:lnTo>
                  <a:lnTo>
                    <a:pt x="3190760" y="3286683"/>
                  </a:lnTo>
                  <a:lnTo>
                    <a:pt x="3191903" y="3286201"/>
                  </a:lnTo>
                  <a:lnTo>
                    <a:pt x="3192805" y="3285274"/>
                  </a:lnTo>
                  <a:lnTo>
                    <a:pt x="3193694" y="3284410"/>
                  </a:lnTo>
                  <a:lnTo>
                    <a:pt x="3194177" y="3283280"/>
                  </a:lnTo>
                  <a:lnTo>
                    <a:pt x="3194177" y="3280613"/>
                  </a:lnTo>
                  <a:close/>
                </a:path>
                <a:path w="4253865" h="3462654">
                  <a:moveTo>
                    <a:pt x="3273920" y="3323907"/>
                  </a:moveTo>
                  <a:lnTo>
                    <a:pt x="3273514" y="3323018"/>
                  </a:lnTo>
                  <a:lnTo>
                    <a:pt x="3272790" y="3322294"/>
                  </a:lnTo>
                  <a:lnTo>
                    <a:pt x="3271367" y="3320834"/>
                  </a:lnTo>
                  <a:lnTo>
                    <a:pt x="3268789" y="3320834"/>
                  </a:lnTo>
                  <a:lnTo>
                    <a:pt x="3267341" y="3322294"/>
                  </a:lnTo>
                  <a:lnTo>
                    <a:pt x="3266643" y="3323018"/>
                  </a:lnTo>
                  <a:lnTo>
                    <a:pt x="3266236" y="3323907"/>
                  </a:lnTo>
                  <a:lnTo>
                    <a:pt x="3266236" y="3326079"/>
                  </a:lnTo>
                  <a:lnTo>
                    <a:pt x="3266605" y="3327019"/>
                  </a:lnTo>
                  <a:lnTo>
                    <a:pt x="3268065" y="3328466"/>
                  </a:lnTo>
                  <a:lnTo>
                    <a:pt x="3269094" y="3328873"/>
                  </a:lnTo>
                  <a:lnTo>
                    <a:pt x="3271126" y="3328873"/>
                  </a:lnTo>
                  <a:lnTo>
                    <a:pt x="3272066" y="3328466"/>
                  </a:lnTo>
                  <a:lnTo>
                    <a:pt x="3273514" y="3327019"/>
                  </a:lnTo>
                  <a:lnTo>
                    <a:pt x="3273920" y="3326079"/>
                  </a:lnTo>
                  <a:lnTo>
                    <a:pt x="3273920" y="3323907"/>
                  </a:lnTo>
                  <a:close/>
                </a:path>
                <a:path w="4253865" h="3462654">
                  <a:moveTo>
                    <a:pt x="3361817" y="3322536"/>
                  </a:moveTo>
                  <a:lnTo>
                    <a:pt x="3361017" y="3320732"/>
                  </a:lnTo>
                  <a:lnTo>
                    <a:pt x="3359607" y="3319322"/>
                  </a:lnTo>
                  <a:lnTo>
                    <a:pt x="3356838" y="3316528"/>
                  </a:lnTo>
                  <a:lnTo>
                    <a:pt x="3351834" y="3316528"/>
                  </a:lnTo>
                  <a:lnTo>
                    <a:pt x="3349040" y="3319322"/>
                  </a:lnTo>
                  <a:lnTo>
                    <a:pt x="3347669" y="3320732"/>
                  </a:lnTo>
                  <a:lnTo>
                    <a:pt x="3346831" y="3322536"/>
                  </a:lnTo>
                  <a:lnTo>
                    <a:pt x="3346831" y="3326739"/>
                  </a:lnTo>
                  <a:lnTo>
                    <a:pt x="3347631" y="3328530"/>
                  </a:lnTo>
                  <a:lnTo>
                    <a:pt x="3350425" y="3331286"/>
                  </a:lnTo>
                  <a:lnTo>
                    <a:pt x="3352431" y="3332124"/>
                  </a:lnTo>
                  <a:lnTo>
                    <a:pt x="3356432" y="3332124"/>
                  </a:lnTo>
                  <a:lnTo>
                    <a:pt x="3358223" y="3331324"/>
                  </a:lnTo>
                  <a:lnTo>
                    <a:pt x="3359607" y="3329914"/>
                  </a:lnTo>
                  <a:lnTo>
                    <a:pt x="3361017" y="3328530"/>
                  </a:lnTo>
                  <a:lnTo>
                    <a:pt x="3361817" y="3326739"/>
                  </a:lnTo>
                  <a:lnTo>
                    <a:pt x="3361817" y="3322536"/>
                  </a:lnTo>
                  <a:close/>
                </a:path>
                <a:path w="4253865" h="3462654">
                  <a:moveTo>
                    <a:pt x="3364369" y="152311"/>
                  </a:moveTo>
                  <a:lnTo>
                    <a:pt x="3363544" y="138899"/>
                  </a:lnTo>
                  <a:lnTo>
                    <a:pt x="3354667" y="139966"/>
                  </a:lnTo>
                  <a:lnTo>
                    <a:pt x="3308121" y="144132"/>
                  </a:lnTo>
                  <a:lnTo>
                    <a:pt x="3261588" y="145719"/>
                  </a:lnTo>
                  <a:lnTo>
                    <a:pt x="3215068" y="145161"/>
                  </a:lnTo>
                  <a:lnTo>
                    <a:pt x="3168548" y="142951"/>
                  </a:lnTo>
                  <a:lnTo>
                    <a:pt x="3122053" y="139547"/>
                  </a:lnTo>
                  <a:lnTo>
                    <a:pt x="3075584" y="135407"/>
                  </a:lnTo>
                  <a:lnTo>
                    <a:pt x="3027248" y="131368"/>
                  </a:lnTo>
                  <a:lnTo>
                    <a:pt x="2978835" y="128181"/>
                  </a:lnTo>
                  <a:lnTo>
                    <a:pt x="2930347" y="125704"/>
                  </a:lnTo>
                  <a:lnTo>
                    <a:pt x="2881795" y="123825"/>
                  </a:lnTo>
                  <a:lnTo>
                    <a:pt x="2833217" y="122389"/>
                  </a:lnTo>
                  <a:lnTo>
                    <a:pt x="2784602" y="121285"/>
                  </a:lnTo>
                  <a:lnTo>
                    <a:pt x="2638793" y="118579"/>
                  </a:lnTo>
                  <a:lnTo>
                    <a:pt x="2590241" y="117436"/>
                  </a:lnTo>
                  <a:lnTo>
                    <a:pt x="2490559" y="114363"/>
                  </a:lnTo>
                  <a:lnTo>
                    <a:pt x="2439378" y="113093"/>
                  </a:lnTo>
                  <a:lnTo>
                    <a:pt x="2388184" y="112090"/>
                  </a:lnTo>
                  <a:lnTo>
                    <a:pt x="2132228" y="108115"/>
                  </a:lnTo>
                  <a:lnTo>
                    <a:pt x="2081047" y="106997"/>
                  </a:lnTo>
                  <a:lnTo>
                    <a:pt x="2029879" y="105587"/>
                  </a:lnTo>
                  <a:lnTo>
                    <a:pt x="1978710" y="103822"/>
                  </a:lnTo>
                  <a:lnTo>
                    <a:pt x="1928088" y="101739"/>
                  </a:lnTo>
                  <a:lnTo>
                    <a:pt x="1877453" y="99441"/>
                  </a:lnTo>
                  <a:lnTo>
                    <a:pt x="1826818" y="96939"/>
                  </a:lnTo>
                  <a:lnTo>
                    <a:pt x="1776158" y="94221"/>
                  </a:lnTo>
                  <a:lnTo>
                    <a:pt x="1725498" y="91313"/>
                  </a:lnTo>
                  <a:lnTo>
                    <a:pt x="1624164" y="84950"/>
                  </a:lnTo>
                  <a:lnTo>
                    <a:pt x="1522818" y="77914"/>
                  </a:lnTo>
                  <a:lnTo>
                    <a:pt x="1421511" y="70281"/>
                  </a:lnTo>
                  <a:lnTo>
                    <a:pt x="1320228" y="62115"/>
                  </a:lnTo>
                  <a:lnTo>
                    <a:pt x="1218996" y="53505"/>
                  </a:lnTo>
                  <a:lnTo>
                    <a:pt x="1067295" y="39903"/>
                  </a:lnTo>
                  <a:lnTo>
                    <a:pt x="865416" y="20853"/>
                  </a:lnTo>
                  <a:lnTo>
                    <a:pt x="773264" y="11506"/>
                  </a:lnTo>
                  <a:lnTo>
                    <a:pt x="724928" y="6959"/>
                  </a:lnTo>
                  <a:lnTo>
                    <a:pt x="675640" y="3187"/>
                  </a:lnTo>
                  <a:lnTo>
                    <a:pt x="625830" y="685"/>
                  </a:lnTo>
                  <a:lnTo>
                    <a:pt x="575906" y="0"/>
                  </a:lnTo>
                  <a:lnTo>
                    <a:pt x="526300" y="1612"/>
                  </a:lnTo>
                  <a:lnTo>
                    <a:pt x="477431" y="6045"/>
                  </a:lnTo>
                  <a:lnTo>
                    <a:pt x="429704" y="13817"/>
                  </a:lnTo>
                  <a:lnTo>
                    <a:pt x="383552" y="25425"/>
                  </a:lnTo>
                  <a:lnTo>
                    <a:pt x="339394" y="41402"/>
                  </a:lnTo>
                  <a:lnTo>
                    <a:pt x="297637" y="62255"/>
                  </a:lnTo>
                  <a:lnTo>
                    <a:pt x="258724" y="88493"/>
                  </a:lnTo>
                  <a:lnTo>
                    <a:pt x="223062" y="120637"/>
                  </a:lnTo>
                  <a:lnTo>
                    <a:pt x="191058" y="159181"/>
                  </a:lnTo>
                  <a:lnTo>
                    <a:pt x="165341" y="200025"/>
                  </a:lnTo>
                  <a:lnTo>
                    <a:pt x="144551" y="243027"/>
                  </a:lnTo>
                  <a:lnTo>
                    <a:pt x="128181" y="287807"/>
                  </a:lnTo>
                  <a:lnTo>
                    <a:pt x="115709" y="333959"/>
                  </a:lnTo>
                  <a:lnTo>
                    <a:pt x="106616" y="381076"/>
                  </a:lnTo>
                  <a:lnTo>
                    <a:pt x="100380" y="428752"/>
                  </a:lnTo>
                  <a:lnTo>
                    <a:pt x="96481" y="476605"/>
                  </a:lnTo>
                  <a:lnTo>
                    <a:pt x="94018" y="525068"/>
                  </a:lnTo>
                  <a:lnTo>
                    <a:pt x="92532" y="573646"/>
                  </a:lnTo>
                  <a:lnTo>
                    <a:pt x="92100" y="622274"/>
                  </a:lnTo>
                  <a:lnTo>
                    <a:pt x="92760" y="670902"/>
                  </a:lnTo>
                  <a:lnTo>
                    <a:pt x="94576" y="719505"/>
                  </a:lnTo>
                  <a:lnTo>
                    <a:pt x="97574" y="768032"/>
                  </a:lnTo>
                  <a:lnTo>
                    <a:pt x="101841" y="816432"/>
                  </a:lnTo>
                  <a:lnTo>
                    <a:pt x="107403" y="864666"/>
                  </a:lnTo>
                  <a:lnTo>
                    <a:pt x="114325" y="912685"/>
                  </a:lnTo>
                  <a:lnTo>
                    <a:pt x="115773" y="921829"/>
                  </a:lnTo>
                  <a:lnTo>
                    <a:pt x="128397" y="918451"/>
                  </a:lnTo>
                  <a:lnTo>
                    <a:pt x="135166" y="851662"/>
                  </a:lnTo>
                  <a:lnTo>
                    <a:pt x="137414" y="811618"/>
                  </a:lnTo>
                  <a:lnTo>
                    <a:pt x="138099" y="769213"/>
                  </a:lnTo>
                  <a:lnTo>
                    <a:pt x="137655" y="724827"/>
                  </a:lnTo>
                  <a:lnTo>
                    <a:pt x="135293" y="631748"/>
                  </a:lnTo>
                  <a:lnTo>
                    <a:pt x="134302" y="583857"/>
                  </a:lnTo>
                  <a:lnTo>
                    <a:pt x="134048" y="535571"/>
                  </a:lnTo>
                  <a:lnTo>
                    <a:pt x="135013" y="487324"/>
                  </a:lnTo>
                  <a:lnTo>
                    <a:pt x="137655" y="439483"/>
                  </a:lnTo>
                  <a:lnTo>
                    <a:pt x="142430" y="392468"/>
                  </a:lnTo>
                  <a:lnTo>
                    <a:pt x="149821" y="346659"/>
                  </a:lnTo>
                  <a:lnTo>
                    <a:pt x="160286" y="302475"/>
                  </a:lnTo>
                  <a:lnTo>
                    <a:pt x="174282" y="260299"/>
                  </a:lnTo>
                  <a:lnTo>
                    <a:pt x="192290" y="220535"/>
                  </a:lnTo>
                  <a:lnTo>
                    <a:pt x="214769" y="183578"/>
                  </a:lnTo>
                  <a:lnTo>
                    <a:pt x="242176" y="149821"/>
                  </a:lnTo>
                  <a:lnTo>
                    <a:pt x="274980" y="119684"/>
                  </a:lnTo>
                  <a:lnTo>
                    <a:pt x="313664" y="93535"/>
                  </a:lnTo>
                  <a:lnTo>
                    <a:pt x="355650" y="72910"/>
                  </a:lnTo>
                  <a:lnTo>
                    <a:pt x="399694" y="57518"/>
                  </a:lnTo>
                  <a:lnTo>
                    <a:pt x="445363" y="46736"/>
                  </a:lnTo>
                  <a:lnTo>
                    <a:pt x="492201" y="39916"/>
                  </a:lnTo>
                  <a:lnTo>
                    <a:pt x="539762" y="36436"/>
                  </a:lnTo>
                  <a:lnTo>
                    <a:pt x="587603" y="35648"/>
                  </a:lnTo>
                  <a:lnTo>
                    <a:pt x="635266" y="36931"/>
                  </a:lnTo>
                  <a:lnTo>
                    <a:pt x="682320" y="39636"/>
                  </a:lnTo>
                  <a:lnTo>
                    <a:pt x="728319" y="43141"/>
                  </a:lnTo>
                  <a:lnTo>
                    <a:pt x="776935" y="47104"/>
                  </a:lnTo>
                  <a:lnTo>
                    <a:pt x="1418336" y="100850"/>
                  </a:lnTo>
                  <a:lnTo>
                    <a:pt x="1520329" y="109042"/>
                  </a:lnTo>
                  <a:lnTo>
                    <a:pt x="1622361" y="116713"/>
                  </a:lnTo>
                  <a:lnTo>
                    <a:pt x="1673390" y="120269"/>
                  </a:lnTo>
                  <a:lnTo>
                    <a:pt x="1724444" y="123621"/>
                  </a:lnTo>
                  <a:lnTo>
                    <a:pt x="1775510" y="126720"/>
                  </a:lnTo>
                  <a:lnTo>
                    <a:pt x="1826844" y="129463"/>
                  </a:lnTo>
                  <a:lnTo>
                    <a:pt x="1878152" y="131737"/>
                  </a:lnTo>
                  <a:lnTo>
                    <a:pt x="1929460" y="133604"/>
                  </a:lnTo>
                  <a:lnTo>
                    <a:pt x="1980755" y="135140"/>
                  </a:lnTo>
                  <a:lnTo>
                    <a:pt x="2032050" y="136410"/>
                  </a:lnTo>
                  <a:lnTo>
                    <a:pt x="2083346" y="137464"/>
                  </a:lnTo>
                  <a:lnTo>
                    <a:pt x="2339987" y="141757"/>
                  </a:lnTo>
                  <a:lnTo>
                    <a:pt x="2390927" y="142887"/>
                  </a:lnTo>
                  <a:lnTo>
                    <a:pt x="2441867" y="144208"/>
                  </a:lnTo>
                  <a:lnTo>
                    <a:pt x="2696565" y="151460"/>
                  </a:lnTo>
                  <a:lnTo>
                    <a:pt x="2747505" y="152590"/>
                  </a:lnTo>
                  <a:lnTo>
                    <a:pt x="2798457" y="153454"/>
                  </a:lnTo>
                  <a:lnTo>
                    <a:pt x="2849410" y="154012"/>
                  </a:lnTo>
                  <a:lnTo>
                    <a:pt x="2900362" y="154178"/>
                  </a:lnTo>
                  <a:lnTo>
                    <a:pt x="2950210" y="155727"/>
                  </a:lnTo>
                  <a:lnTo>
                    <a:pt x="3001010" y="159651"/>
                  </a:lnTo>
                  <a:lnTo>
                    <a:pt x="3104223" y="169964"/>
                  </a:lnTo>
                  <a:lnTo>
                    <a:pt x="3155988" y="173977"/>
                  </a:lnTo>
                  <a:lnTo>
                    <a:pt x="3207435" y="175666"/>
                  </a:lnTo>
                  <a:lnTo>
                    <a:pt x="3258248" y="173824"/>
                  </a:lnTo>
                  <a:lnTo>
                    <a:pt x="3308096" y="167284"/>
                  </a:lnTo>
                  <a:lnTo>
                    <a:pt x="3356673" y="154863"/>
                  </a:lnTo>
                  <a:lnTo>
                    <a:pt x="3364369" y="152311"/>
                  </a:lnTo>
                  <a:close/>
                </a:path>
                <a:path w="4253865" h="3462654">
                  <a:moveTo>
                    <a:pt x="3430447" y="585228"/>
                  </a:moveTo>
                  <a:lnTo>
                    <a:pt x="3429165" y="577608"/>
                  </a:lnTo>
                  <a:lnTo>
                    <a:pt x="3417570" y="579780"/>
                  </a:lnTo>
                  <a:lnTo>
                    <a:pt x="3417405" y="586981"/>
                  </a:lnTo>
                  <a:lnTo>
                    <a:pt x="3403358" y="629373"/>
                  </a:lnTo>
                  <a:lnTo>
                    <a:pt x="3369475" y="651840"/>
                  </a:lnTo>
                  <a:lnTo>
                    <a:pt x="3324174" y="659841"/>
                  </a:lnTo>
                  <a:lnTo>
                    <a:pt x="3275863" y="658888"/>
                  </a:lnTo>
                  <a:lnTo>
                    <a:pt x="3232962" y="654456"/>
                  </a:lnTo>
                  <a:lnTo>
                    <a:pt x="3184855" y="649173"/>
                  </a:lnTo>
                  <a:lnTo>
                    <a:pt x="3136747" y="644499"/>
                  </a:lnTo>
                  <a:lnTo>
                    <a:pt x="3088614" y="640359"/>
                  </a:lnTo>
                  <a:lnTo>
                    <a:pt x="3040443" y="636676"/>
                  </a:lnTo>
                  <a:lnTo>
                    <a:pt x="2992183" y="633387"/>
                  </a:lnTo>
                  <a:lnTo>
                    <a:pt x="2943809" y="630415"/>
                  </a:lnTo>
                  <a:lnTo>
                    <a:pt x="2842603" y="624751"/>
                  </a:lnTo>
                  <a:lnTo>
                    <a:pt x="2791968" y="622236"/>
                  </a:lnTo>
                  <a:lnTo>
                    <a:pt x="2741307" y="620064"/>
                  </a:lnTo>
                  <a:lnTo>
                    <a:pt x="2690647" y="618324"/>
                  </a:lnTo>
                  <a:lnTo>
                    <a:pt x="2639974" y="617105"/>
                  </a:lnTo>
                  <a:lnTo>
                    <a:pt x="2589288" y="616496"/>
                  </a:lnTo>
                  <a:lnTo>
                    <a:pt x="2538603" y="616585"/>
                  </a:lnTo>
                  <a:lnTo>
                    <a:pt x="2489339" y="617639"/>
                  </a:lnTo>
                  <a:lnTo>
                    <a:pt x="2440216" y="619709"/>
                  </a:lnTo>
                  <a:lnTo>
                    <a:pt x="2391168" y="622528"/>
                  </a:lnTo>
                  <a:lnTo>
                    <a:pt x="2244153" y="632561"/>
                  </a:lnTo>
                  <a:lnTo>
                    <a:pt x="2195030" y="635482"/>
                  </a:lnTo>
                  <a:lnTo>
                    <a:pt x="2146617" y="637679"/>
                  </a:lnTo>
                  <a:lnTo>
                    <a:pt x="2098052" y="639254"/>
                  </a:lnTo>
                  <a:lnTo>
                    <a:pt x="1951901" y="642747"/>
                  </a:lnTo>
                  <a:lnTo>
                    <a:pt x="1903158" y="644321"/>
                  </a:lnTo>
                  <a:lnTo>
                    <a:pt x="1854479" y="646518"/>
                  </a:lnTo>
                  <a:lnTo>
                    <a:pt x="1805889" y="649566"/>
                  </a:lnTo>
                  <a:lnTo>
                    <a:pt x="1757451" y="653719"/>
                  </a:lnTo>
                  <a:lnTo>
                    <a:pt x="1709191" y="659218"/>
                  </a:lnTo>
                  <a:lnTo>
                    <a:pt x="1661147" y="666318"/>
                  </a:lnTo>
                  <a:lnTo>
                    <a:pt x="1613357" y="675259"/>
                  </a:lnTo>
                  <a:lnTo>
                    <a:pt x="1569504" y="685406"/>
                  </a:lnTo>
                  <a:lnTo>
                    <a:pt x="1524660" y="697865"/>
                  </a:lnTo>
                  <a:lnTo>
                    <a:pt x="1479435" y="712736"/>
                  </a:lnTo>
                  <a:lnTo>
                    <a:pt x="1434376" y="730097"/>
                  </a:lnTo>
                  <a:lnTo>
                    <a:pt x="1390091" y="750036"/>
                  </a:lnTo>
                  <a:lnTo>
                    <a:pt x="1347127" y="772642"/>
                  </a:lnTo>
                  <a:lnTo>
                    <a:pt x="1306093" y="798017"/>
                  </a:lnTo>
                  <a:lnTo>
                    <a:pt x="1267523" y="826223"/>
                  </a:lnTo>
                  <a:lnTo>
                    <a:pt x="1232039" y="857351"/>
                  </a:lnTo>
                  <a:lnTo>
                    <a:pt x="1200188" y="891501"/>
                  </a:lnTo>
                  <a:lnTo>
                    <a:pt x="1172552" y="928763"/>
                  </a:lnTo>
                  <a:lnTo>
                    <a:pt x="1172146" y="881443"/>
                  </a:lnTo>
                  <a:lnTo>
                    <a:pt x="1167447" y="834123"/>
                  </a:lnTo>
                  <a:lnTo>
                    <a:pt x="1158544" y="787425"/>
                  </a:lnTo>
                  <a:lnTo>
                    <a:pt x="1145578" y="741984"/>
                  </a:lnTo>
                  <a:lnTo>
                    <a:pt x="1128649" y="698423"/>
                  </a:lnTo>
                  <a:lnTo>
                    <a:pt x="1107871" y="657364"/>
                  </a:lnTo>
                  <a:lnTo>
                    <a:pt x="1083373" y="619442"/>
                  </a:lnTo>
                  <a:lnTo>
                    <a:pt x="1055255" y="585279"/>
                  </a:lnTo>
                  <a:lnTo>
                    <a:pt x="1023658" y="555510"/>
                  </a:lnTo>
                  <a:lnTo>
                    <a:pt x="988682" y="530771"/>
                  </a:lnTo>
                  <a:lnTo>
                    <a:pt x="950429" y="511657"/>
                  </a:lnTo>
                  <a:lnTo>
                    <a:pt x="909053" y="498830"/>
                  </a:lnTo>
                  <a:lnTo>
                    <a:pt x="864641" y="492899"/>
                  </a:lnTo>
                  <a:lnTo>
                    <a:pt x="817308" y="494499"/>
                  </a:lnTo>
                  <a:lnTo>
                    <a:pt x="794194" y="494499"/>
                  </a:lnTo>
                  <a:lnTo>
                    <a:pt x="749642" y="497992"/>
                  </a:lnTo>
                  <a:lnTo>
                    <a:pt x="707923" y="504596"/>
                  </a:lnTo>
                  <a:lnTo>
                    <a:pt x="668985" y="514121"/>
                  </a:lnTo>
                  <a:lnTo>
                    <a:pt x="632841" y="526402"/>
                  </a:lnTo>
                  <a:lnTo>
                    <a:pt x="568782" y="558444"/>
                  </a:lnTo>
                  <a:lnTo>
                    <a:pt x="515607" y="599262"/>
                  </a:lnTo>
                  <a:lnTo>
                    <a:pt x="473113" y="647382"/>
                  </a:lnTo>
                  <a:lnTo>
                    <a:pt x="441159" y="701332"/>
                  </a:lnTo>
                  <a:lnTo>
                    <a:pt x="419582" y="759663"/>
                  </a:lnTo>
                  <a:lnTo>
                    <a:pt x="408203" y="820877"/>
                  </a:lnTo>
                  <a:lnTo>
                    <a:pt x="406298" y="852119"/>
                  </a:lnTo>
                  <a:lnTo>
                    <a:pt x="406869" y="883539"/>
                  </a:lnTo>
                  <a:lnTo>
                    <a:pt x="415417" y="946150"/>
                  </a:lnTo>
                  <a:lnTo>
                    <a:pt x="433679" y="1007262"/>
                  </a:lnTo>
                  <a:lnTo>
                    <a:pt x="461479" y="1065390"/>
                  </a:lnTo>
                  <a:lnTo>
                    <a:pt x="498678" y="1119085"/>
                  </a:lnTo>
                  <a:lnTo>
                    <a:pt x="545084" y="1166863"/>
                  </a:lnTo>
                  <a:lnTo>
                    <a:pt x="600544" y="1207262"/>
                  </a:lnTo>
                  <a:lnTo>
                    <a:pt x="664908" y="1238808"/>
                  </a:lnTo>
                  <a:lnTo>
                    <a:pt x="737984" y="1260043"/>
                  </a:lnTo>
                  <a:lnTo>
                    <a:pt x="777748" y="1266329"/>
                  </a:lnTo>
                  <a:lnTo>
                    <a:pt x="819632" y="1269479"/>
                  </a:lnTo>
                  <a:lnTo>
                    <a:pt x="863612" y="1269326"/>
                  </a:lnTo>
                  <a:lnTo>
                    <a:pt x="918006" y="1262875"/>
                  </a:lnTo>
                  <a:lnTo>
                    <a:pt x="966787" y="1249540"/>
                  </a:lnTo>
                  <a:lnTo>
                    <a:pt x="1010069" y="1229931"/>
                  </a:lnTo>
                  <a:lnTo>
                    <a:pt x="1047965" y="1204709"/>
                  </a:lnTo>
                  <a:lnTo>
                    <a:pt x="1080617" y="1174496"/>
                  </a:lnTo>
                  <a:lnTo>
                    <a:pt x="1108125" y="1139913"/>
                  </a:lnTo>
                  <a:lnTo>
                    <a:pt x="1130604" y="1101610"/>
                  </a:lnTo>
                  <a:lnTo>
                    <a:pt x="1148181" y="1060196"/>
                  </a:lnTo>
                  <a:lnTo>
                    <a:pt x="1160970" y="1016330"/>
                  </a:lnTo>
                  <a:lnTo>
                    <a:pt x="1169098" y="970635"/>
                  </a:lnTo>
                  <a:lnTo>
                    <a:pt x="1173378" y="971600"/>
                  </a:lnTo>
                  <a:lnTo>
                    <a:pt x="1178179" y="970775"/>
                  </a:lnTo>
                  <a:lnTo>
                    <a:pt x="1182243" y="967219"/>
                  </a:lnTo>
                  <a:lnTo>
                    <a:pt x="1216850" y="934567"/>
                  </a:lnTo>
                  <a:lnTo>
                    <a:pt x="1250086" y="900785"/>
                  </a:lnTo>
                  <a:lnTo>
                    <a:pt x="1284071" y="867740"/>
                  </a:lnTo>
                  <a:lnTo>
                    <a:pt x="1320888" y="837285"/>
                  </a:lnTo>
                  <a:lnTo>
                    <a:pt x="1381379" y="796734"/>
                  </a:lnTo>
                  <a:lnTo>
                    <a:pt x="1445768" y="762736"/>
                  </a:lnTo>
                  <a:lnTo>
                    <a:pt x="1493481" y="743204"/>
                  </a:lnTo>
                  <a:lnTo>
                    <a:pt x="1542326" y="726757"/>
                  </a:lnTo>
                  <a:lnTo>
                    <a:pt x="1592097" y="713206"/>
                  </a:lnTo>
                  <a:lnTo>
                    <a:pt x="1642554" y="702310"/>
                  </a:lnTo>
                  <a:lnTo>
                    <a:pt x="1693481" y="693851"/>
                  </a:lnTo>
                  <a:lnTo>
                    <a:pt x="1744662" y="687603"/>
                  </a:lnTo>
                  <a:lnTo>
                    <a:pt x="1797037" y="682942"/>
                  </a:lnTo>
                  <a:lnTo>
                    <a:pt x="1849475" y="679450"/>
                  </a:lnTo>
                  <a:lnTo>
                    <a:pt x="1901977" y="676833"/>
                  </a:lnTo>
                  <a:lnTo>
                    <a:pt x="1954504" y="674827"/>
                  </a:lnTo>
                  <a:lnTo>
                    <a:pt x="2059622" y="671563"/>
                  </a:lnTo>
                  <a:lnTo>
                    <a:pt x="2113330" y="669277"/>
                  </a:lnTo>
                  <a:lnTo>
                    <a:pt x="2166899" y="666064"/>
                  </a:lnTo>
                  <a:lnTo>
                    <a:pt x="2327414" y="654469"/>
                  </a:lnTo>
                  <a:lnTo>
                    <a:pt x="2381021" y="651141"/>
                  </a:lnTo>
                  <a:lnTo>
                    <a:pt x="2434463" y="648652"/>
                  </a:lnTo>
                  <a:lnTo>
                    <a:pt x="2487930" y="647014"/>
                  </a:lnTo>
                  <a:lnTo>
                    <a:pt x="2541409" y="646163"/>
                  </a:lnTo>
                  <a:lnTo>
                    <a:pt x="2594889" y="646049"/>
                  </a:lnTo>
                  <a:lnTo>
                    <a:pt x="2648369" y="646607"/>
                  </a:lnTo>
                  <a:lnTo>
                    <a:pt x="2701836" y="647776"/>
                  </a:lnTo>
                  <a:lnTo>
                    <a:pt x="2755303" y="649503"/>
                  </a:lnTo>
                  <a:lnTo>
                    <a:pt x="2860268" y="653821"/>
                  </a:lnTo>
                  <a:lnTo>
                    <a:pt x="2964002" y="657390"/>
                  </a:lnTo>
                  <a:lnTo>
                    <a:pt x="3015958" y="659599"/>
                  </a:lnTo>
                  <a:lnTo>
                    <a:pt x="3067799" y="662571"/>
                  </a:lnTo>
                  <a:lnTo>
                    <a:pt x="3119399" y="666673"/>
                  </a:lnTo>
                  <a:lnTo>
                    <a:pt x="3170618" y="672261"/>
                  </a:lnTo>
                  <a:lnTo>
                    <a:pt x="3203587" y="676567"/>
                  </a:lnTo>
                  <a:lnTo>
                    <a:pt x="3245053" y="681101"/>
                  </a:lnTo>
                  <a:lnTo>
                    <a:pt x="3290697" y="683552"/>
                  </a:lnTo>
                  <a:lnTo>
                    <a:pt x="3336201" y="681672"/>
                  </a:lnTo>
                  <a:lnTo>
                    <a:pt x="3377247" y="673176"/>
                  </a:lnTo>
                  <a:lnTo>
                    <a:pt x="3409518" y="655777"/>
                  </a:lnTo>
                  <a:lnTo>
                    <a:pt x="3428695" y="627227"/>
                  </a:lnTo>
                  <a:lnTo>
                    <a:pt x="3430447" y="585228"/>
                  </a:lnTo>
                  <a:close/>
                </a:path>
                <a:path w="4253865" h="3462654">
                  <a:moveTo>
                    <a:pt x="3448634" y="3363061"/>
                  </a:moveTo>
                  <a:lnTo>
                    <a:pt x="3447669" y="3360890"/>
                  </a:lnTo>
                  <a:lnTo>
                    <a:pt x="3445967" y="3359200"/>
                  </a:lnTo>
                  <a:lnTo>
                    <a:pt x="3442589" y="3355822"/>
                  </a:lnTo>
                  <a:lnTo>
                    <a:pt x="3436556" y="3355822"/>
                  </a:lnTo>
                  <a:lnTo>
                    <a:pt x="3431514" y="3360890"/>
                  </a:lnTo>
                  <a:lnTo>
                    <a:pt x="3430549" y="3363061"/>
                  </a:lnTo>
                  <a:lnTo>
                    <a:pt x="3430549" y="3368129"/>
                  </a:lnTo>
                  <a:lnTo>
                    <a:pt x="3431514" y="3370300"/>
                  </a:lnTo>
                  <a:lnTo>
                    <a:pt x="3434867" y="3373691"/>
                  </a:lnTo>
                  <a:lnTo>
                    <a:pt x="3437280" y="3374618"/>
                  </a:lnTo>
                  <a:lnTo>
                    <a:pt x="3442106" y="3374618"/>
                  </a:lnTo>
                  <a:lnTo>
                    <a:pt x="3444278" y="3373691"/>
                  </a:lnTo>
                  <a:lnTo>
                    <a:pt x="3447669" y="3370275"/>
                  </a:lnTo>
                  <a:lnTo>
                    <a:pt x="3448634" y="3368129"/>
                  </a:lnTo>
                  <a:lnTo>
                    <a:pt x="3448634" y="3363061"/>
                  </a:lnTo>
                  <a:close/>
                </a:path>
                <a:path w="4253865" h="3462654">
                  <a:moveTo>
                    <a:pt x="3460661" y="341757"/>
                  </a:moveTo>
                  <a:lnTo>
                    <a:pt x="3460419" y="292874"/>
                  </a:lnTo>
                  <a:lnTo>
                    <a:pt x="3459518" y="244094"/>
                  </a:lnTo>
                  <a:lnTo>
                    <a:pt x="3457295" y="144106"/>
                  </a:lnTo>
                  <a:lnTo>
                    <a:pt x="3420948" y="132930"/>
                  </a:lnTo>
                  <a:lnTo>
                    <a:pt x="3404933" y="136080"/>
                  </a:lnTo>
                  <a:lnTo>
                    <a:pt x="3390455" y="142963"/>
                  </a:lnTo>
                  <a:lnTo>
                    <a:pt x="3386518" y="145516"/>
                  </a:lnTo>
                  <a:lnTo>
                    <a:pt x="3388969" y="152730"/>
                  </a:lnTo>
                  <a:lnTo>
                    <a:pt x="3393770" y="150901"/>
                  </a:lnTo>
                  <a:lnTo>
                    <a:pt x="3420821" y="148399"/>
                  </a:lnTo>
                  <a:lnTo>
                    <a:pt x="3433114" y="163245"/>
                  </a:lnTo>
                  <a:lnTo>
                    <a:pt x="3436277" y="187312"/>
                  </a:lnTo>
                  <a:lnTo>
                    <a:pt x="3434931" y="319100"/>
                  </a:lnTo>
                  <a:lnTo>
                    <a:pt x="3433432" y="372541"/>
                  </a:lnTo>
                  <a:lnTo>
                    <a:pt x="3431590" y="426085"/>
                  </a:lnTo>
                  <a:lnTo>
                    <a:pt x="3430701" y="479602"/>
                  </a:lnTo>
                  <a:lnTo>
                    <a:pt x="3432035" y="533031"/>
                  </a:lnTo>
                  <a:lnTo>
                    <a:pt x="3432441" y="541007"/>
                  </a:lnTo>
                  <a:lnTo>
                    <a:pt x="3445218" y="543699"/>
                  </a:lnTo>
                  <a:lnTo>
                    <a:pt x="3446703" y="535000"/>
                  </a:lnTo>
                  <a:lnTo>
                    <a:pt x="3453257" y="487375"/>
                  </a:lnTo>
                  <a:lnTo>
                    <a:pt x="3457486" y="439178"/>
                  </a:lnTo>
                  <a:lnTo>
                    <a:pt x="3459823" y="390588"/>
                  </a:lnTo>
                  <a:lnTo>
                    <a:pt x="3460661" y="341757"/>
                  </a:lnTo>
                  <a:close/>
                </a:path>
                <a:path w="4253865" h="3462654">
                  <a:moveTo>
                    <a:pt x="3533406" y="3297694"/>
                  </a:moveTo>
                  <a:lnTo>
                    <a:pt x="3532581" y="3295866"/>
                  </a:lnTo>
                  <a:lnTo>
                    <a:pt x="3531171" y="3294418"/>
                  </a:lnTo>
                  <a:lnTo>
                    <a:pt x="3528301" y="3291548"/>
                  </a:lnTo>
                  <a:lnTo>
                    <a:pt x="3523196" y="3291548"/>
                  </a:lnTo>
                  <a:lnTo>
                    <a:pt x="3520338" y="3294418"/>
                  </a:lnTo>
                  <a:lnTo>
                    <a:pt x="3518916" y="3295866"/>
                  </a:lnTo>
                  <a:lnTo>
                    <a:pt x="3518090" y="3297694"/>
                  </a:lnTo>
                  <a:lnTo>
                    <a:pt x="3518090" y="3301974"/>
                  </a:lnTo>
                  <a:lnTo>
                    <a:pt x="3518916" y="3303828"/>
                  </a:lnTo>
                  <a:lnTo>
                    <a:pt x="3521786" y="3306661"/>
                  </a:lnTo>
                  <a:lnTo>
                    <a:pt x="3523818" y="3307486"/>
                  </a:lnTo>
                  <a:lnTo>
                    <a:pt x="3527895" y="3307486"/>
                  </a:lnTo>
                  <a:lnTo>
                    <a:pt x="3529723" y="3306661"/>
                  </a:lnTo>
                  <a:lnTo>
                    <a:pt x="3532581" y="3303828"/>
                  </a:lnTo>
                  <a:lnTo>
                    <a:pt x="3533406" y="3301974"/>
                  </a:lnTo>
                  <a:lnTo>
                    <a:pt x="3533406" y="3297694"/>
                  </a:lnTo>
                  <a:close/>
                </a:path>
                <a:path w="4253865" h="3462654">
                  <a:moveTo>
                    <a:pt x="3618433" y="3361512"/>
                  </a:moveTo>
                  <a:lnTo>
                    <a:pt x="3617671" y="3359848"/>
                  </a:lnTo>
                  <a:lnTo>
                    <a:pt x="3616401" y="3358578"/>
                  </a:lnTo>
                  <a:lnTo>
                    <a:pt x="3613810" y="3355987"/>
                  </a:lnTo>
                  <a:lnTo>
                    <a:pt x="3609225" y="3355987"/>
                  </a:lnTo>
                  <a:lnTo>
                    <a:pt x="3605352" y="3359848"/>
                  </a:lnTo>
                  <a:lnTo>
                    <a:pt x="3604603" y="3361512"/>
                  </a:lnTo>
                  <a:lnTo>
                    <a:pt x="3604603" y="3365411"/>
                  </a:lnTo>
                  <a:lnTo>
                    <a:pt x="3605352" y="3367062"/>
                  </a:lnTo>
                  <a:lnTo>
                    <a:pt x="3606635" y="3368306"/>
                  </a:lnTo>
                  <a:lnTo>
                    <a:pt x="3607905" y="3369614"/>
                  </a:lnTo>
                  <a:lnTo>
                    <a:pt x="3609733" y="3370376"/>
                  </a:lnTo>
                  <a:lnTo>
                    <a:pt x="3613429" y="3370376"/>
                  </a:lnTo>
                  <a:lnTo>
                    <a:pt x="3615080" y="3369614"/>
                  </a:lnTo>
                  <a:lnTo>
                    <a:pt x="3617671" y="3367062"/>
                  </a:lnTo>
                  <a:lnTo>
                    <a:pt x="3618433" y="3365411"/>
                  </a:lnTo>
                  <a:lnTo>
                    <a:pt x="3618433" y="3361512"/>
                  </a:lnTo>
                  <a:close/>
                </a:path>
                <a:path w="4253865" h="3462654">
                  <a:moveTo>
                    <a:pt x="3702596" y="3303625"/>
                  </a:moveTo>
                  <a:lnTo>
                    <a:pt x="3701872" y="3302000"/>
                  </a:lnTo>
                  <a:lnTo>
                    <a:pt x="3700589" y="3300730"/>
                  </a:lnTo>
                  <a:lnTo>
                    <a:pt x="3698075" y="3298215"/>
                  </a:lnTo>
                  <a:lnTo>
                    <a:pt x="3693591" y="3298215"/>
                  </a:lnTo>
                  <a:lnTo>
                    <a:pt x="3691039" y="3300730"/>
                  </a:lnTo>
                  <a:lnTo>
                    <a:pt x="3689794" y="3302000"/>
                  </a:lnTo>
                  <a:lnTo>
                    <a:pt x="3689070" y="3303625"/>
                  </a:lnTo>
                  <a:lnTo>
                    <a:pt x="3689070" y="3307423"/>
                  </a:lnTo>
                  <a:lnTo>
                    <a:pt x="3689794" y="3309048"/>
                  </a:lnTo>
                  <a:lnTo>
                    <a:pt x="3692309" y="3311563"/>
                  </a:lnTo>
                  <a:lnTo>
                    <a:pt x="3694099" y="3312287"/>
                  </a:lnTo>
                  <a:lnTo>
                    <a:pt x="3697732" y="3312287"/>
                  </a:lnTo>
                  <a:lnTo>
                    <a:pt x="3699345" y="3311563"/>
                  </a:lnTo>
                  <a:lnTo>
                    <a:pt x="3700589" y="3310280"/>
                  </a:lnTo>
                  <a:lnTo>
                    <a:pt x="3701872" y="3309048"/>
                  </a:lnTo>
                  <a:lnTo>
                    <a:pt x="3702596" y="3307423"/>
                  </a:lnTo>
                  <a:lnTo>
                    <a:pt x="3702596" y="3303625"/>
                  </a:lnTo>
                  <a:close/>
                </a:path>
                <a:path w="4253865" h="3462654">
                  <a:moveTo>
                    <a:pt x="3790480" y="3347567"/>
                  </a:moveTo>
                  <a:lnTo>
                    <a:pt x="3790099" y="3346678"/>
                  </a:lnTo>
                  <a:lnTo>
                    <a:pt x="3789413" y="3345954"/>
                  </a:lnTo>
                  <a:lnTo>
                    <a:pt x="3788029" y="3344570"/>
                  </a:lnTo>
                  <a:lnTo>
                    <a:pt x="3785514" y="3344570"/>
                  </a:lnTo>
                  <a:lnTo>
                    <a:pt x="3784130" y="3345954"/>
                  </a:lnTo>
                  <a:lnTo>
                    <a:pt x="3783444" y="3346678"/>
                  </a:lnTo>
                  <a:lnTo>
                    <a:pt x="3783063" y="3347567"/>
                  </a:lnTo>
                  <a:lnTo>
                    <a:pt x="3783063" y="3349637"/>
                  </a:lnTo>
                  <a:lnTo>
                    <a:pt x="3783444" y="3350539"/>
                  </a:lnTo>
                  <a:lnTo>
                    <a:pt x="3784130" y="3351225"/>
                  </a:lnTo>
                  <a:lnTo>
                    <a:pt x="3784816" y="3351949"/>
                  </a:lnTo>
                  <a:lnTo>
                    <a:pt x="3785819" y="3352330"/>
                  </a:lnTo>
                  <a:lnTo>
                    <a:pt x="3787825" y="3352330"/>
                  </a:lnTo>
                  <a:lnTo>
                    <a:pt x="3788689" y="3351949"/>
                  </a:lnTo>
                  <a:lnTo>
                    <a:pt x="3790099" y="3350539"/>
                  </a:lnTo>
                  <a:lnTo>
                    <a:pt x="3790480" y="3349637"/>
                  </a:lnTo>
                  <a:lnTo>
                    <a:pt x="3790480" y="3347567"/>
                  </a:lnTo>
                  <a:close/>
                </a:path>
                <a:path w="4253865" h="3462654">
                  <a:moveTo>
                    <a:pt x="3818051" y="110159"/>
                  </a:moveTo>
                  <a:lnTo>
                    <a:pt x="3817607" y="109169"/>
                  </a:lnTo>
                  <a:lnTo>
                    <a:pt x="3815321" y="106883"/>
                  </a:lnTo>
                  <a:lnTo>
                    <a:pt x="3812603" y="106883"/>
                  </a:lnTo>
                  <a:lnTo>
                    <a:pt x="3811041" y="108407"/>
                  </a:lnTo>
                  <a:lnTo>
                    <a:pt x="3810317" y="109169"/>
                  </a:lnTo>
                  <a:lnTo>
                    <a:pt x="3809873" y="110159"/>
                  </a:lnTo>
                  <a:lnTo>
                    <a:pt x="3809873" y="112445"/>
                  </a:lnTo>
                  <a:lnTo>
                    <a:pt x="3810292" y="113436"/>
                  </a:lnTo>
                  <a:lnTo>
                    <a:pt x="3811041" y="114198"/>
                  </a:lnTo>
                  <a:lnTo>
                    <a:pt x="3811841" y="114960"/>
                  </a:lnTo>
                  <a:lnTo>
                    <a:pt x="3812908" y="115404"/>
                  </a:lnTo>
                  <a:lnTo>
                    <a:pt x="3814013" y="115404"/>
                  </a:lnTo>
                  <a:lnTo>
                    <a:pt x="3815080" y="115404"/>
                  </a:lnTo>
                  <a:lnTo>
                    <a:pt x="3816083" y="114960"/>
                  </a:lnTo>
                  <a:lnTo>
                    <a:pt x="3817607" y="113436"/>
                  </a:lnTo>
                  <a:lnTo>
                    <a:pt x="3818051" y="112445"/>
                  </a:lnTo>
                  <a:lnTo>
                    <a:pt x="3818051" y="110159"/>
                  </a:lnTo>
                  <a:close/>
                </a:path>
                <a:path w="4253865" h="3462654">
                  <a:moveTo>
                    <a:pt x="3873462" y="3323285"/>
                  </a:moveTo>
                  <a:lnTo>
                    <a:pt x="3872979" y="3322180"/>
                  </a:lnTo>
                  <a:lnTo>
                    <a:pt x="3872115" y="3321354"/>
                  </a:lnTo>
                  <a:lnTo>
                    <a:pt x="3870426" y="3319627"/>
                  </a:lnTo>
                  <a:lnTo>
                    <a:pt x="3867391" y="3319627"/>
                  </a:lnTo>
                  <a:lnTo>
                    <a:pt x="3864876" y="3322180"/>
                  </a:lnTo>
                  <a:lnTo>
                    <a:pt x="3864394" y="3323285"/>
                  </a:lnTo>
                  <a:lnTo>
                    <a:pt x="3864394" y="3325838"/>
                  </a:lnTo>
                  <a:lnTo>
                    <a:pt x="3864876" y="3326942"/>
                  </a:lnTo>
                  <a:lnTo>
                    <a:pt x="3866565" y="3328632"/>
                  </a:lnTo>
                  <a:lnTo>
                    <a:pt x="3867772" y="3329114"/>
                  </a:lnTo>
                  <a:lnTo>
                    <a:pt x="3870185" y="3329114"/>
                  </a:lnTo>
                  <a:lnTo>
                    <a:pt x="3871290" y="3328632"/>
                  </a:lnTo>
                  <a:lnTo>
                    <a:pt x="3872115" y="3327768"/>
                  </a:lnTo>
                  <a:lnTo>
                    <a:pt x="3872979" y="3326942"/>
                  </a:lnTo>
                  <a:lnTo>
                    <a:pt x="3873462" y="3325838"/>
                  </a:lnTo>
                  <a:lnTo>
                    <a:pt x="3873462" y="3323285"/>
                  </a:lnTo>
                  <a:close/>
                </a:path>
                <a:path w="4253865" h="3462654">
                  <a:moveTo>
                    <a:pt x="3903942" y="152933"/>
                  </a:moveTo>
                  <a:lnTo>
                    <a:pt x="3903421" y="151765"/>
                  </a:lnTo>
                  <a:lnTo>
                    <a:pt x="3902481" y="150863"/>
                  </a:lnTo>
                  <a:lnTo>
                    <a:pt x="3900728" y="149072"/>
                  </a:lnTo>
                  <a:lnTo>
                    <a:pt x="3897515" y="149072"/>
                  </a:lnTo>
                  <a:lnTo>
                    <a:pt x="3894798" y="151765"/>
                  </a:lnTo>
                  <a:lnTo>
                    <a:pt x="3894277" y="152933"/>
                  </a:lnTo>
                  <a:lnTo>
                    <a:pt x="3894277" y="155625"/>
                  </a:lnTo>
                  <a:lnTo>
                    <a:pt x="3894798" y="156794"/>
                  </a:lnTo>
                  <a:lnTo>
                    <a:pt x="3895687" y="157657"/>
                  </a:lnTo>
                  <a:lnTo>
                    <a:pt x="3896588" y="158597"/>
                  </a:lnTo>
                  <a:lnTo>
                    <a:pt x="3897896" y="159105"/>
                  </a:lnTo>
                  <a:lnTo>
                    <a:pt x="3899179" y="159105"/>
                  </a:lnTo>
                  <a:lnTo>
                    <a:pt x="3900449" y="159105"/>
                  </a:lnTo>
                  <a:lnTo>
                    <a:pt x="3901592" y="158597"/>
                  </a:lnTo>
                  <a:lnTo>
                    <a:pt x="3902481" y="157657"/>
                  </a:lnTo>
                  <a:lnTo>
                    <a:pt x="3903421" y="156794"/>
                  </a:lnTo>
                  <a:lnTo>
                    <a:pt x="3903942" y="155625"/>
                  </a:lnTo>
                  <a:lnTo>
                    <a:pt x="3903942" y="152933"/>
                  </a:lnTo>
                  <a:close/>
                </a:path>
                <a:path w="4253865" h="3462654">
                  <a:moveTo>
                    <a:pt x="3918077" y="3239884"/>
                  </a:moveTo>
                  <a:lnTo>
                    <a:pt x="3917531" y="3238677"/>
                  </a:lnTo>
                  <a:lnTo>
                    <a:pt x="3916603" y="3237738"/>
                  </a:lnTo>
                  <a:lnTo>
                    <a:pt x="3914737" y="3235845"/>
                  </a:lnTo>
                  <a:lnTo>
                    <a:pt x="3911384" y="3235845"/>
                  </a:lnTo>
                  <a:lnTo>
                    <a:pt x="3908564" y="3238677"/>
                  </a:lnTo>
                  <a:lnTo>
                    <a:pt x="3908006" y="3239884"/>
                  </a:lnTo>
                  <a:lnTo>
                    <a:pt x="3908006" y="3242703"/>
                  </a:lnTo>
                  <a:lnTo>
                    <a:pt x="3908564" y="3243910"/>
                  </a:lnTo>
                  <a:lnTo>
                    <a:pt x="3909491" y="3244812"/>
                  </a:lnTo>
                  <a:lnTo>
                    <a:pt x="3910419" y="3245777"/>
                  </a:lnTo>
                  <a:lnTo>
                    <a:pt x="3911765" y="3246297"/>
                  </a:lnTo>
                  <a:lnTo>
                    <a:pt x="3914457" y="3246297"/>
                  </a:lnTo>
                  <a:lnTo>
                    <a:pt x="3915664" y="3245777"/>
                  </a:lnTo>
                  <a:lnTo>
                    <a:pt x="3916603" y="3244812"/>
                  </a:lnTo>
                  <a:lnTo>
                    <a:pt x="3917531" y="3243910"/>
                  </a:lnTo>
                  <a:lnTo>
                    <a:pt x="3918077" y="3242703"/>
                  </a:lnTo>
                  <a:lnTo>
                    <a:pt x="3918077" y="3239884"/>
                  </a:lnTo>
                  <a:close/>
                </a:path>
                <a:path w="4253865" h="3462654">
                  <a:moveTo>
                    <a:pt x="3960215" y="217576"/>
                  </a:moveTo>
                  <a:lnTo>
                    <a:pt x="3959733" y="216471"/>
                  </a:lnTo>
                  <a:lnTo>
                    <a:pt x="3958831" y="215607"/>
                  </a:lnTo>
                  <a:lnTo>
                    <a:pt x="3957104" y="213893"/>
                  </a:lnTo>
                  <a:lnTo>
                    <a:pt x="3954043" y="213893"/>
                  </a:lnTo>
                  <a:lnTo>
                    <a:pt x="3952278" y="215607"/>
                  </a:lnTo>
                  <a:lnTo>
                    <a:pt x="3951452" y="216471"/>
                  </a:lnTo>
                  <a:lnTo>
                    <a:pt x="3950932" y="217576"/>
                  </a:lnTo>
                  <a:lnTo>
                    <a:pt x="3950932" y="220205"/>
                  </a:lnTo>
                  <a:lnTo>
                    <a:pt x="3951452" y="221310"/>
                  </a:lnTo>
                  <a:lnTo>
                    <a:pt x="3953179" y="223024"/>
                  </a:lnTo>
                  <a:lnTo>
                    <a:pt x="3954386" y="223507"/>
                  </a:lnTo>
                  <a:lnTo>
                    <a:pt x="3955631" y="223507"/>
                  </a:lnTo>
                  <a:lnTo>
                    <a:pt x="3956862" y="223507"/>
                  </a:lnTo>
                  <a:lnTo>
                    <a:pt x="3957967" y="223024"/>
                  </a:lnTo>
                  <a:lnTo>
                    <a:pt x="3958831" y="222135"/>
                  </a:lnTo>
                  <a:lnTo>
                    <a:pt x="3959733" y="221310"/>
                  </a:lnTo>
                  <a:lnTo>
                    <a:pt x="3960215" y="220205"/>
                  </a:lnTo>
                  <a:lnTo>
                    <a:pt x="3960215" y="217576"/>
                  </a:lnTo>
                  <a:close/>
                </a:path>
                <a:path w="4253865" h="3462654">
                  <a:moveTo>
                    <a:pt x="3989679" y="396951"/>
                  </a:moveTo>
                  <a:lnTo>
                    <a:pt x="3989057" y="395541"/>
                  </a:lnTo>
                  <a:lnTo>
                    <a:pt x="3987952" y="394436"/>
                  </a:lnTo>
                  <a:lnTo>
                    <a:pt x="3985755" y="392226"/>
                  </a:lnTo>
                  <a:lnTo>
                    <a:pt x="3981818" y="392226"/>
                  </a:lnTo>
                  <a:lnTo>
                    <a:pt x="3978503" y="395541"/>
                  </a:lnTo>
                  <a:lnTo>
                    <a:pt x="3977881" y="396951"/>
                  </a:lnTo>
                  <a:lnTo>
                    <a:pt x="3977881" y="400265"/>
                  </a:lnTo>
                  <a:lnTo>
                    <a:pt x="3978503" y="401675"/>
                  </a:lnTo>
                  <a:lnTo>
                    <a:pt x="3980713" y="403885"/>
                  </a:lnTo>
                  <a:lnTo>
                    <a:pt x="3982262" y="404507"/>
                  </a:lnTo>
                  <a:lnTo>
                    <a:pt x="3985437" y="404507"/>
                  </a:lnTo>
                  <a:lnTo>
                    <a:pt x="3986847" y="403885"/>
                  </a:lnTo>
                  <a:lnTo>
                    <a:pt x="3989057" y="401675"/>
                  </a:lnTo>
                  <a:lnTo>
                    <a:pt x="3989679" y="400265"/>
                  </a:lnTo>
                  <a:lnTo>
                    <a:pt x="3989679" y="396951"/>
                  </a:lnTo>
                  <a:close/>
                </a:path>
                <a:path w="4253865" h="3462654">
                  <a:moveTo>
                    <a:pt x="3997071" y="301675"/>
                  </a:moveTo>
                  <a:lnTo>
                    <a:pt x="3996271" y="299923"/>
                  </a:lnTo>
                  <a:lnTo>
                    <a:pt x="3992130" y="295744"/>
                  </a:lnTo>
                  <a:lnTo>
                    <a:pt x="3987203" y="295744"/>
                  </a:lnTo>
                  <a:lnTo>
                    <a:pt x="3983063" y="299923"/>
                  </a:lnTo>
                  <a:lnTo>
                    <a:pt x="3982262" y="301675"/>
                  </a:lnTo>
                  <a:lnTo>
                    <a:pt x="3982262" y="305816"/>
                  </a:lnTo>
                  <a:lnTo>
                    <a:pt x="3983063" y="307606"/>
                  </a:lnTo>
                  <a:lnTo>
                    <a:pt x="3984434" y="308952"/>
                  </a:lnTo>
                  <a:lnTo>
                    <a:pt x="3985818" y="310375"/>
                  </a:lnTo>
                  <a:lnTo>
                    <a:pt x="3987787" y="311124"/>
                  </a:lnTo>
                  <a:lnTo>
                    <a:pt x="3989755" y="311124"/>
                  </a:lnTo>
                  <a:lnTo>
                    <a:pt x="3991724" y="311124"/>
                  </a:lnTo>
                  <a:lnTo>
                    <a:pt x="3993515" y="310375"/>
                  </a:lnTo>
                  <a:lnTo>
                    <a:pt x="3994899" y="308952"/>
                  </a:lnTo>
                  <a:lnTo>
                    <a:pt x="3996271" y="307606"/>
                  </a:lnTo>
                  <a:lnTo>
                    <a:pt x="3997071" y="305854"/>
                  </a:lnTo>
                  <a:lnTo>
                    <a:pt x="3997071" y="301675"/>
                  </a:lnTo>
                  <a:close/>
                </a:path>
                <a:path w="4253865" h="3462654">
                  <a:moveTo>
                    <a:pt x="4010977" y="3208832"/>
                  </a:moveTo>
                  <a:lnTo>
                    <a:pt x="4010139" y="3206940"/>
                  </a:lnTo>
                  <a:lnTo>
                    <a:pt x="4008628" y="3205416"/>
                  </a:lnTo>
                  <a:lnTo>
                    <a:pt x="4005656" y="3202457"/>
                  </a:lnTo>
                  <a:lnTo>
                    <a:pt x="4000347" y="3202457"/>
                  </a:lnTo>
                  <a:lnTo>
                    <a:pt x="3997337" y="3205416"/>
                  </a:lnTo>
                  <a:lnTo>
                    <a:pt x="3995864" y="3206940"/>
                  </a:lnTo>
                  <a:lnTo>
                    <a:pt x="3995001" y="3208832"/>
                  </a:lnTo>
                  <a:lnTo>
                    <a:pt x="3995001" y="3213354"/>
                  </a:lnTo>
                  <a:lnTo>
                    <a:pt x="3995864" y="3215246"/>
                  </a:lnTo>
                  <a:lnTo>
                    <a:pt x="3998823" y="3218218"/>
                  </a:lnTo>
                  <a:lnTo>
                    <a:pt x="4000970" y="3219081"/>
                  </a:lnTo>
                  <a:lnTo>
                    <a:pt x="4005211" y="3219081"/>
                  </a:lnTo>
                  <a:lnTo>
                    <a:pt x="4007142" y="3218218"/>
                  </a:lnTo>
                  <a:lnTo>
                    <a:pt x="4010114" y="3215246"/>
                  </a:lnTo>
                  <a:lnTo>
                    <a:pt x="4010977" y="3213354"/>
                  </a:lnTo>
                  <a:lnTo>
                    <a:pt x="4010977" y="3208832"/>
                  </a:lnTo>
                  <a:close/>
                </a:path>
                <a:path w="4253865" h="3462654">
                  <a:moveTo>
                    <a:pt x="4030878" y="3122841"/>
                  </a:moveTo>
                  <a:lnTo>
                    <a:pt x="4030332" y="3121634"/>
                  </a:lnTo>
                  <a:lnTo>
                    <a:pt x="4029367" y="3120669"/>
                  </a:lnTo>
                  <a:lnTo>
                    <a:pt x="4027462" y="3118739"/>
                  </a:lnTo>
                  <a:lnTo>
                    <a:pt x="4024020" y="3118739"/>
                  </a:lnTo>
                  <a:lnTo>
                    <a:pt x="4022090" y="3120669"/>
                  </a:lnTo>
                  <a:lnTo>
                    <a:pt x="4021150" y="3121634"/>
                  </a:lnTo>
                  <a:lnTo>
                    <a:pt x="4020604" y="3122879"/>
                  </a:lnTo>
                  <a:lnTo>
                    <a:pt x="4020604" y="3125736"/>
                  </a:lnTo>
                  <a:lnTo>
                    <a:pt x="4021150" y="3126981"/>
                  </a:lnTo>
                  <a:lnTo>
                    <a:pt x="4023055" y="3128873"/>
                  </a:lnTo>
                  <a:lnTo>
                    <a:pt x="4024426" y="3129432"/>
                  </a:lnTo>
                  <a:lnTo>
                    <a:pt x="4027157" y="3129432"/>
                  </a:lnTo>
                  <a:lnTo>
                    <a:pt x="4028402" y="3128873"/>
                  </a:lnTo>
                  <a:lnTo>
                    <a:pt x="4029367" y="3127908"/>
                  </a:lnTo>
                  <a:lnTo>
                    <a:pt x="4030332" y="3126981"/>
                  </a:lnTo>
                  <a:lnTo>
                    <a:pt x="4030878" y="3125736"/>
                  </a:lnTo>
                  <a:lnTo>
                    <a:pt x="4030878" y="3122841"/>
                  </a:lnTo>
                  <a:close/>
                </a:path>
                <a:path w="4253865" h="3462654">
                  <a:moveTo>
                    <a:pt x="4032262" y="251663"/>
                  </a:moveTo>
                  <a:lnTo>
                    <a:pt x="4031602" y="250215"/>
                  </a:lnTo>
                  <a:lnTo>
                    <a:pt x="4030472" y="249110"/>
                  </a:lnTo>
                  <a:lnTo>
                    <a:pt x="4028224" y="246837"/>
                  </a:lnTo>
                  <a:lnTo>
                    <a:pt x="4024223" y="246837"/>
                  </a:lnTo>
                  <a:lnTo>
                    <a:pt x="4020845" y="250215"/>
                  </a:lnTo>
                  <a:lnTo>
                    <a:pt x="4020185" y="251663"/>
                  </a:lnTo>
                  <a:lnTo>
                    <a:pt x="4020185" y="255079"/>
                  </a:lnTo>
                  <a:lnTo>
                    <a:pt x="4020845" y="256527"/>
                  </a:lnTo>
                  <a:lnTo>
                    <a:pt x="4023080" y="258762"/>
                  </a:lnTo>
                  <a:lnTo>
                    <a:pt x="4024668" y="259422"/>
                  </a:lnTo>
                  <a:lnTo>
                    <a:pt x="4026293" y="259422"/>
                  </a:lnTo>
                  <a:lnTo>
                    <a:pt x="4027919" y="259422"/>
                  </a:lnTo>
                  <a:lnTo>
                    <a:pt x="4029367" y="258762"/>
                  </a:lnTo>
                  <a:lnTo>
                    <a:pt x="4030472" y="257632"/>
                  </a:lnTo>
                  <a:lnTo>
                    <a:pt x="4031602" y="256527"/>
                  </a:lnTo>
                  <a:lnTo>
                    <a:pt x="4032262" y="255079"/>
                  </a:lnTo>
                  <a:lnTo>
                    <a:pt x="4032262" y="251663"/>
                  </a:lnTo>
                  <a:close/>
                </a:path>
                <a:path w="4253865" h="3462654">
                  <a:moveTo>
                    <a:pt x="4044238" y="553250"/>
                  </a:moveTo>
                  <a:lnTo>
                    <a:pt x="4043337" y="551218"/>
                  </a:lnTo>
                  <a:lnTo>
                    <a:pt x="4041749" y="549630"/>
                  </a:lnTo>
                  <a:lnTo>
                    <a:pt x="4038612" y="546493"/>
                  </a:lnTo>
                  <a:lnTo>
                    <a:pt x="4032986" y="546493"/>
                  </a:lnTo>
                  <a:lnTo>
                    <a:pt x="4029811" y="549630"/>
                  </a:lnTo>
                  <a:lnTo>
                    <a:pt x="4028262" y="551218"/>
                  </a:lnTo>
                  <a:lnTo>
                    <a:pt x="4027335" y="553250"/>
                  </a:lnTo>
                  <a:lnTo>
                    <a:pt x="4027335" y="557974"/>
                  </a:lnTo>
                  <a:lnTo>
                    <a:pt x="4028262" y="560006"/>
                  </a:lnTo>
                  <a:lnTo>
                    <a:pt x="4031399" y="563143"/>
                  </a:lnTo>
                  <a:lnTo>
                    <a:pt x="4033647" y="564045"/>
                  </a:lnTo>
                  <a:lnTo>
                    <a:pt x="4038168" y="564045"/>
                  </a:lnTo>
                  <a:lnTo>
                    <a:pt x="4040162" y="563143"/>
                  </a:lnTo>
                  <a:lnTo>
                    <a:pt x="4043337" y="560006"/>
                  </a:lnTo>
                  <a:lnTo>
                    <a:pt x="4044238" y="557974"/>
                  </a:lnTo>
                  <a:lnTo>
                    <a:pt x="4044238" y="553250"/>
                  </a:lnTo>
                  <a:close/>
                </a:path>
                <a:path w="4253865" h="3462654">
                  <a:moveTo>
                    <a:pt x="4045966" y="466318"/>
                  </a:moveTo>
                  <a:lnTo>
                    <a:pt x="4045407" y="465086"/>
                  </a:lnTo>
                  <a:lnTo>
                    <a:pt x="4042549" y="462216"/>
                  </a:lnTo>
                  <a:lnTo>
                    <a:pt x="4039133" y="462216"/>
                  </a:lnTo>
                  <a:lnTo>
                    <a:pt x="4037203" y="464108"/>
                  </a:lnTo>
                  <a:lnTo>
                    <a:pt x="4036263" y="465086"/>
                  </a:lnTo>
                  <a:lnTo>
                    <a:pt x="4035717" y="466318"/>
                  </a:lnTo>
                  <a:lnTo>
                    <a:pt x="4035717" y="469188"/>
                  </a:lnTo>
                  <a:lnTo>
                    <a:pt x="4036263" y="470433"/>
                  </a:lnTo>
                  <a:lnTo>
                    <a:pt x="4038168" y="472325"/>
                  </a:lnTo>
                  <a:lnTo>
                    <a:pt x="4039539" y="472871"/>
                  </a:lnTo>
                  <a:lnTo>
                    <a:pt x="4040886" y="472871"/>
                  </a:lnTo>
                  <a:lnTo>
                    <a:pt x="4042270" y="472871"/>
                  </a:lnTo>
                  <a:lnTo>
                    <a:pt x="4043476" y="472325"/>
                  </a:lnTo>
                  <a:lnTo>
                    <a:pt x="4044442" y="471360"/>
                  </a:lnTo>
                  <a:lnTo>
                    <a:pt x="4045407" y="470433"/>
                  </a:lnTo>
                  <a:lnTo>
                    <a:pt x="4045966" y="469188"/>
                  </a:lnTo>
                  <a:lnTo>
                    <a:pt x="4045966" y="466318"/>
                  </a:lnTo>
                  <a:close/>
                </a:path>
                <a:path w="4253865" h="3462654">
                  <a:moveTo>
                    <a:pt x="4079290" y="324510"/>
                  </a:moveTo>
                  <a:lnTo>
                    <a:pt x="4078541" y="322821"/>
                  </a:lnTo>
                  <a:lnTo>
                    <a:pt x="4074604" y="318897"/>
                  </a:lnTo>
                  <a:lnTo>
                    <a:pt x="4069905" y="318897"/>
                  </a:lnTo>
                  <a:lnTo>
                    <a:pt x="4065981" y="322821"/>
                  </a:lnTo>
                  <a:lnTo>
                    <a:pt x="4065257" y="324510"/>
                  </a:lnTo>
                  <a:lnTo>
                    <a:pt x="4065257" y="328447"/>
                  </a:lnTo>
                  <a:lnTo>
                    <a:pt x="4065981" y="330136"/>
                  </a:lnTo>
                  <a:lnTo>
                    <a:pt x="4068597" y="332727"/>
                  </a:lnTo>
                  <a:lnTo>
                    <a:pt x="4070464" y="333489"/>
                  </a:lnTo>
                  <a:lnTo>
                    <a:pt x="4072356" y="333489"/>
                  </a:lnTo>
                  <a:lnTo>
                    <a:pt x="4074223" y="333489"/>
                  </a:lnTo>
                  <a:lnTo>
                    <a:pt x="4075912" y="332727"/>
                  </a:lnTo>
                  <a:lnTo>
                    <a:pt x="4078541" y="330136"/>
                  </a:lnTo>
                  <a:lnTo>
                    <a:pt x="4079290" y="328447"/>
                  </a:lnTo>
                  <a:lnTo>
                    <a:pt x="4079290" y="324510"/>
                  </a:lnTo>
                  <a:close/>
                </a:path>
                <a:path w="4253865" h="3462654">
                  <a:moveTo>
                    <a:pt x="4080497" y="3053435"/>
                  </a:moveTo>
                  <a:lnTo>
                    <a:pt x="4079570" y="3051327"/>
                  </a:lnTo>
                  <a:lnTo>
                    <a:pt x="4077919" y="3049714"/>
                  </a:lnTo>
                  <a:lnTo>
                    <a:pt x="4074642" y="3046438"/>
                  </a:lnTo>
                  <a:lnTo>
                    <a:pt x="4068800" y="3046438"/>
                  </a:lnTo>
                  <a:lnTo>
                    <a:pt x="4063911" y="3051327"/>
                  </a:lnTo>
                  <a:lnTo>
                    <a:pt x="4062971" y="3053435"/>
                  </a:lnTo>
                  <a:lnTo>
                    <a:pt x="4062971" y="3058363"/>
                  </a:lnTo>
                  <a:lnTo>
                    <a:pt x="4063911" y="3060433"/>
                  </a:lnTo>
                  <a:lnTo>
                    <a:pt x="4067149" y="3063710"/>
                  </a:lnTo>
                  <a:lnTo>
                    <a:pt x="4069499" y="3064649"/>
                  </a:lnTo>
                  <a:lnTo>
                    <a:pt x="4074185" y="3064649"/>
                  </a:lnTo>
                  <a:lnTo>
                    <a:pt x="4076255" y="3063710"/>
                  </a:lnTo>
                  <a:lnTo>
                    <a:pt x="4079570" y="3060433"/>
                  </a:lnTo>
                  <a:lnTo>
                    <a:pt x="4080497" y="3058363"/>
                  </a:lnTo>
                  <a:lnTo>
                    <a:pt x="4080497" y="3053435"/>
                  </a:lnTo>
                  <a:close/>
                </a:path>
                <a:path w="4253865" h="3462654">
                  <a:moveTo>
                    <a:pt x="4096067" y="2640469"/>
                  </a:moveTo>
                  <a:lnTo>
                    <a:pt x="4095343" y="2638945"/>
                  </a:lnTo>
                  <a:lnTo>
                    <a:pt x="4094162" y="2637739"/>
                  </a:lnTo>
                  <a:lnTo>
                    <a:pt x="4091787" y="2635326"/>
                  </a:lnTo>
                  <a:lnTo>
                    <a:pt x="4087507" y="2635326"/>
                  </a:lnTo>
                  <a:lnTo>
                    <a:pt x="4085094" y="2637739"/>
                  </a:lnTo>
                  <a:lnTo>
                    <a:pt x="4083913" y="2638945"/>
                  </a:lnTo>
                  <a:lnTo>
                    <a:pt x="4083227" y="2640469"/>
                  </a:lnTo>
                  <a:lnTo>
                    <a:pt x="4083227" y="2644089"/>
                  </a:lnTo>
                  <a:lnTo>
                    <a:pt x="4083913" y="2645600"/>
                  </a:lnTo>
                  <a:lnTo>
                    <a:pt x="4086301" y="2647988"/>
                  </a:lnTo>
                  <a:lnTo>
                    <a:pt x="4087990" y="2648674"/>
                  </a:lnTo>
                  <a:lnTo>
                    <a:pt x="4091444" y="2648674"/>
                  </a:lnTo>
                  <a:lnTo>
                    <a:pt x="4092956" y="2647988"/>
                  </a:lnTo>
                  <a:lnTo>
                    <a:pt x="4095343" y="2645600"/>
                  </a:lnTo>
                  <a:lnTo>
                    <a:pt x="4096067" y="2644051"/>
                  </a:lnTo>
                  <a:lnTo>
                    <a:pt x="4096067" y="2640469"/>
                  </a:lnTo>
                  <a:close/>
                </a:path>
                <a:path w="4253865" h="3462654">
                  <a:moveTo>
                    <a:pt x="4096169" y="630593"/>
                  </a:moveTo>
                  <a:lnTo>
                    <a:pt x="4095445" y="629005"/>
                  </a:lnTo>
                  <a:lnTo>
                    <a:pt x="4091749" y="625309"/>
                  </a:lnTo>
                  <a:lnTo>
                    <a:pt x="4087368" y="625309"/>
                  </a:lnTo>
                  <a:lnTo>
                    <a:pt x="4083647" y="629005"/>
                  </a:lnTo>
                  <a:lnTo>
                    <a:pt x="4082948" y="630593"/>
                  </a:lnTo>
                  <a:lnTo>
                    <a:pt x="4082948" y="634276"/>
                  </a:lnTo>
                  <a:lnTo>
                    <a:pt x="4083647" y="635863"/>
                  </a:lnTo>
                  <a:lnTo>
                    <a:pt x="4086123" y="638352"/>
                  </a:lnTo>
                  <a:lnTo>
                    <a:pt x="4087888" y="639038"/>
                  </a:lnTo>
                  <a:lnTo>
                    <a:pt x="4089641" y="639038"/>
                  </a:lnTo>
                  <a:lnTo>
                    <a:pt x="4091406" y="639038"/>
                  </a:lnTo>
                  <a:lnTo>
                    <a:pt x="4092994" y="638352"/>
                  </a:lnTo>
                  <a:lnTo>
                    <a:pt x="4095445" y="635863"/>
                  </a:lnTo>
                  <a:lnTo>
                    <a:pt x="4096169" y="634276"/>
                  </a:lnTo>
                  <a:lnTo>
                    <a:pt x="4096169" y="630593"/>
                  </a:lnTo>
                  <a:close/>
                </a:path>
                <a:path w="4253865" h="3462654">
                  <a:moveTo>
                    <a:pt x="4107561" y="2974302"/>
                  </a:moveTo>
                  <a:lnTo>
                    <a:pt x="4107103" y="2973298"/>
                  </a:lnTo>
                  <a:lnTo>
                    <a:pt x="4106316" y="2972511"/>
                  </a:lnTo>
                  <a:lnTo>
                    <a:pt x="4104729" y="2970923"/>
                  </a:lnTo>
                  <a:lnTo>
                    <a:pt x="4101896" y="2970923"/>
                  </a:lnTo>
                  <a:lnTo>
                    <a:pt x="4099547" y="2973298"/>
                  </a:lnTo>
                  <a:lnTo>
                    <a:pt x="4099102" y="2974302"/>
                  </a:lnTo>
                  <a:lnTo>
                    <a:pt x="4099102" y="2976689"/>
                  </a:lnTo>
                  <a:lnTo>
                    <a:pt x="4099547" y="2977718"/>
                  </a:lnTo>
                  <a:lnTo>
                    <a:pt x="4100347" y="2978480"/>
                  </a:lnTo>
                  <a:lnTo>
                    <a:pt x="4101134" y="2979267"/>
                  </a:lnTo>
                  <a:lnTo>
                    <a:pt x="4102239" y="2979724"/>
                  </a:lnTo>
                  <a:lnTo>
                    <a:pt x="4104487" y="2979724"/>
                  </a:lnTo>
                  <a:lnTo>
                    <a:pt x="4105516" y="2979305"/>
                  </a:lnTo>
                  <a:lnTo>
                    <a:pt x="4106316" y="2978480"/>
                  </a:lnTo>
                  <a:lnTo>
                    <a:pt x="4107103" y="2977718"/>
                  </a:lnTo>
                  <a:lnTo>
                    <a:pt x="4107561" y="2976689"/>
                  </a:lnTo>
                  <a:lnTo>
                    <a:pt x="4107561" y="2974302"/>
                  </a:lnTo>
                  <a:close/>
                </a:path>
                <a:path w="4253865" h="3462654">
                  <a:moveTo>
                    <a:pt x="4118775" y="2888691"/>
                  </a:moveTo>
                  <a:lnTo>
                    <a:pt x="4117975" y="2886862"/>
                  </a:lnTo>
                  <a:lnTo>
                    <a:pt x="4116527" y="2885440"/>
                  </a:lnTo>
                  <a:lnTo>
                    <a:pt x="4113733" y="2882620"/>
                  </a:lnTo>
                  <a:lnTo>
                    <a:pt x="4108666" y="2882620"/>
                  </a:lnTo>
                  <a:lnTo>
                    <a:pt x="4105795" y="2885440"/>
                  </a:lnTo>
                  <a:lnTo>
                    <a:pt x="4104411" y="2886862"/>
                  </a:lnTo>
                  <a:lnTo>
                    <a:pt x="4103586" y="2888691"/>
                  </a:lnTo>
                  <a:lnTo>
                    <a:pt x="4103586" y="2890685"/>
                  </a:lnTo>
                  <a:lnTo>
                    <a:pt x="4103586" y="2892933"/>
                  </a:lnTo>
                  <a:lnTo>
                    <a:pt x="4104411" y="2894761"/>
                  </a:lnTo>
                  <a:lnTo>
                    <a:pt x="4105795" y="2896171"/>
                  </a:lnTo>
                  <a:lnTo>
                    <a:pt x="4107243" y="2897594"/>
                  </a:lnTo>
                  <a:lnTo>
                    <a:pt x="4109250" y="2898381"/>
                  </a:lnTo>
                  <a:lnTo>
                    <a:pt x="4113314" y="2898381"/>
                  </a:lnTo>
                  <a:lnTo>
                    <a:pt x="4115117" y="2897594"/>
                  </a:lnTo>
                  <a:lnTo>
                    <a:pt x="4117975" y="2894761"/>
                  </a:lnTo>
                  <a:lnTo>
                    <a:pt x="4118775" y="2892933"/>
                  </a:lnTo>
                  <a:lnTo>
                    <a:pt x="4118775" y="2888691"/>
                  </a:lnTo>
                  <a:close/>
                </a:path>
                <a:path w="4253865" h="3462654">
                  <a:moveTo>
                    <a:pt x="4124121" y="388505"/>
                  </a:moveTo>
                  <a:lnTo>
                    <a:pt x="4123639" y="387438"/>
                  </a:lnTo>
                  <a:lnTo>
                    <a:pt x="4121150" y="384911"/>
                  </a:lnTo>
                  <a:lnTo>
                    <a:pt x="4118152" y="384911"/>
                  </a:lnTo>
                  <a:lnTo>
                    <a:pt x="4115625" y="387438"/>
                  </a:lnTo>
                  <a:lnTo>
                    <a:pt x="4115143" y="388505"/>
                  </a:lnTo>
                  <a:lnTo>
                    <a:pt x="4115143" y="391020"/>
                  </a:lnTo>
                  <a:lnTo>
                    <a:pt x="4115625" y="392087"/>
                  </a:lnTo>
                  <a:lnTo>
                    <a:pt x="4117314" y="393776"/>
                  </a:lnTo>
                  <a:lnTo>
                    <a:pt x="4118495" y="394233"/>
                  </a:lnTo>
                  <a:lnTo>
                    <a:pt x="4119702" y="394233"/>
                  </a:lnTo>
                  <a:lnTo>
                    <a:pt x="4120870" y="394233"/>
                  </a:lnTo>
                  <a:lnTo>
                    <a:pt x="4121975" y="393776"/>
                  </a:lnTo>
                  <a:lnTo>
                    <a:pt x="4122801" y="392912"/>
                  </a:lnTo>
                  <a:lnTo>
                    <a:pt x="4123639" y="392087"/>
                  </a:lnTo>
                  <a:lnTo>
                    <a:pt x="4124121" y="391020"/>
                  </a:lnTo>
                  <a:lnTo>
                    <a:pt x="4124121" y="388505"/>
                  </a:lnTo>
                  <a:close/>
                </a:path>
                <a:path w="4253865" h="3462654">
                  <a:moveTo>
                    <a:pt x="4134751" y="2719692"/>
                  </a:moveTo>
                  <a:lnTo>
                    <a:pt x="4134332" y="2718803"/>
                  </a:lnTo>
                  <a:lnTo>
                    <a:pt x="4133646" y="2718117"/>
                  </a:lnTo>
                  <a:lnTo>
                    <a:pt x="4132224" y="2716695"/>
                  </a:lnTo>
                  <a:lnTo>
                    <a:pt x="4129709" y="2716695"/>
                  </a:lnTo>
                  <a:lnTo>
                    <a:pt x="4128262" y="2718117"/>
                  </a:lnTo>
                  <a:lnTo>
                    <a:pt x="4127563" y="2718803"/>
                  </a:lnTo>
                  <a:lnTo>
                    <a:pt x="4127157" y="2719692"/>
                  </a:lnTo>
                  <a:lnTo>
                    <a:pt x="4127157" y="2721838"/>
                  </a:lnTo>
                  <a:lnTo>
                    <a:pt x="4127563" y="2722765"/>
                  </a:lnTo>
                  <a:lnTo>
                    <a:pt x="4128986" y="2724188"/>
                  </a:lnTo>
                  <a:lnTo>
                    <a:pt x="4129989" y="2724556"/>
                  </a:lnTo>
                  <a:lnTo>
                    <a:pt x="4132021" y="2724556"/>
                  </a:lnTo>
                  <a:lnTo>
                    <a:pt x="4132923" y="2724150"/>
                  </a:lnTo>
                  <a:lnTo>
                    <a:pt x="4133646" y="2723464"/>
                  </a:lnTo>
                  <a:lnTo>
                    <a:pt x="4134332" y="2722765"/>
                  </a:lnTo>
                  <a:lnTo>
                    <a:pt x="4134751" y="2721838"/>
                  </a:lnTo>
                  <a:lnTo>
                    <a:pt x="4134751" y="2719692"/>
                  </a:lnTo>
                  <a:close/>
                </a:path>
                <a:path w="4253865" h="3462654">
                  <a:moveTo>
                    <a:pt x="4138917" y="2546400"/>
                  </a:moveTo>
                  <a:lnTo>
                    <a:pt x="4138168" y="2544711"/>
                  </a:lnTo>
                  <a:lnTo>
                    <a:pt x="4136821" y="2543365"/>
                  </a:lnTo>
                  <a:lnTo>
                    <a:pt x="4134193" y="2540698"/>
                  </a:lnTo>
                  <a:lnTo>
                    <a:pt x="4129430" y="2540698"/>
                  </a:lnTo>
                  <a:lnTo>
                    <a:pt x="4126776" y="2543365"/>
                  </a:lnTo>
                  <a:lnTo>
                    <a:pt x="4125468" y="2544711"/>
                  </a:lnTo>
                  <a:lnTo>
                    <a:pt x="4124706" y="2546400"/>
                  </a:lnTo>
                  <a:lnTo>
                    <a:pt x="4124706" y="2550401"/>
                  </a:lnTo>
                  <a:lnTo>
                    <a:pt x="4125468" y="2552090"/>
                  </a:lnTo>
                  <a:lnTo>
                    <a:pt x="4128122" y="2554744"/>
                  </a:lnTo>
                  <a:lnTo>
                    <a:pt x="4129989" y="2555506"/>
                  </a:lnTo>
                  <a:lnTo>
                    <a:pt x="4133773" y="2555506"/>
                  </a:lnTo>
                  <a:lnTo>
                    <a:pt x="4135501" y="2554744"/>
                  </a:lnTo>
                  <a:lnTo>
                    <a:pt x="4136821" y="2553398"/>
                  </a:lnTo>
                  <a:lnTo>
                    <a:pt x="4138168" y="2552090"/>
                  </a:lnTo>
                  <a:lnTo>
                    <a:pt x="4138917" y="2550401"/>
                  </a:lnTo>
                  <a:lnTo>
                    <a:pt x="4138917" y="2546400"/>
                  </a:lnTo>
                  <a:close/>
                </a:path>
                <a:path w="4253865" h="3462654">
                  <a:moveTo>
                    <a:pt x="4147274" y="471017"/>
                  </a:moveTo>
                  <a:lnTo>
                    <a:pt x="4146689" y="469671"/>
                  </a:lnTo>
                  <a:lnTo>
                    <a:pt x="4143540" y="466496"/>
                  </a:lnTo>
                  <a:lnTo>
                    <a:pt x="4139755" y="466496"/>
                  </a:lnTo>
                  <a:lnTo>
                    <a:pt x="4137647" y="468604"/>
                  </a:lnTo>
                  <a:lnTo>
                    <a:pt x="4136606" y="469671"/>
                  </a:lnTo>
                  <a:lnTo>
                    <a:pt x="4136021" y="471017"/>
                  </a:lnTo>
                  <a:lnTo>
                    <a:pt x="4136021" y="474192"/>
                  </a:lnTo>
                  <a:lnTo>
                    <a:pt x="4136606" y="475538"/>
                  </a:lnTo>
                  <a:lnTo>
                    <a:pt x="4138714" y="477634"/>
                  </a:lnTo>
                  <a:lnTo>
                    <a:pt x="4140200" y="478218"/>
                  </a:lnTo>
                  <a:lnTo>
                    <a:pt x="4141711" y="478218"/>
                  </a:lnTo>
                  <a:lnTo>
                    <a:pt x="4143197" y="478218"/>
                  </a:lnTo>
                  <a:lnTo>
                    <a:pt x="4144543" y="477634"/>
                  </a:lnTo>
                  <a:lnTo>
                    <a:pt x="4145610" y="476567"/>
                  </a:lnTo>
                  <a:lnTo>
                    <a:pt x="4146689" y="475538"/>
                  </a:lnTo>
                  <a:lnTo>
                    <a:pt x="4147274" y="474192"/>
                  </a:lnTo>
                  <a:lnTo>
                    <a:pt x="4147274" y="471017"/>
                  </a:lnTo>
                  <a:close/>
                </a:path>
                <a:path w="4253865" h="3462654">
                  <a:moveTo>
                    <a:pt x="4155173" y="1303540"/>
                  </a:moveTo>
                  <a:lnTo>
                    <a:pt x="4154411" y="1301851"/>
                  </a:lnTo>
                  <a:lnTo>
                    <a:pt x="4153065" y="1300505"/>
                  </a:lnTo>
                  <a:lnTo>
                    <a:pt x="4150410" y="1297825"/>
                  </a:lnTo>
                  <a:lnTo>
                    <a:pt x="4145648" y="1297825"/>
                  </a:lnTo>
                  <a:lnTo>
                    <a:pt x="4141647" y="1301826"/>
                  </a:lnTo>
                  <a:lnTo>
                    <a:pt x="4140885" y="1303540"/>
                  </a:lnTo>
                  <a:lnTo>
                    <a:pt x="4140885" y="1307579"/>
                  </a:lnTo>
                  <a:lnTo>
                    <a:pt x="4141647" y="1309268"/>
                  </a:lnTo>
                  <a:lnTo>
                    <a:pt x="4144302" y="1311960"/>
                  </a:lnTo>
                  <a:lnTo>
                    <a:pt x="4146207" y="1312722"/>
                  </a:lnTo>
                  <a:lnTo>
                    <a:pt x="4150029" y="1312722"/>
                  </a:lnTo>
                  <a:lnTo>
                    <a:pt x="4151757" y="1311960"/>
                  </a:lnTo>
                  <a:lnTo>
                    <a:pt x="4154411" y="1309268"/>
                  </a:lnTo>
                  <a:lnTo>
                    <a:pt x="4155173" y="1307579"/>
                  </a:lnTo>
                  <a:lnTo>
                    <a:pt x="4155173" y="1303540"/>
                  </a:lnTo>
                  <a:close/>
                </a:path>
                <a:path w="4253865" h="3462654">
                  <a:moveTo>
                    <a:pt x="4162933" y="555866"/>
                  </a:moveTo>
                  <a:lnTo>
                    <a:pt x="4162450" y="554736"/>
                  </a:lnTo>
                  <a:lnTo>
                    <a:pt x="4159758" y="552043"/>
                  </a:lnTo>
                  <a:lnTo>
                    <a:pt x="4156583" y="552043"/>
                  </a:lnTo>
                  <a:lnTo>
                    <a:pt x="4154792" y="553834"/>
                  </a:lnTo>
                  <a:lnTo>
                    <a:pt x="4153928" y="554736"/>
                  </a:lnTo>
                  <a:lnTo>
                    <a:pt x="4153408" y="555866"/>
                  </a:lnTo>
                  <a:lnTo>
                    <a:pt x="4153408" y="558558"/>
                  </a:lnTo>
                  <a:lnTo>
                    <a:pt x="4153928" y="559701"/>
                  </a:lnTo>
                  <a:lnTo>
                    <a:pt x="4154792" y="560565"/>
                  </a:lnTo>
                  <a:lnTo>
                    <a:pt x="4155719" y="561454"/>
                  </a:lnTo>
                  <a:lnTo>
                    <a:pt x="4156964" y="561975"/>
                  </a:lnTo>
                  <a:lnTo>
                    <a:pt x="4158246" y="561975"/>
                  </a:lnTo>
                  <a:lnTo>
                    <a:pt x="4159516" y="561975"/>
                  </a:lnTo>
                  <a:lnTo>
                    <a:pt x="4160659" y="561454"/>
                  </a:lnTo>
                  <a:lnTo>
                    <a:pt x="4161561" y="560565"/>
                  </a:lnTo>
                  <a:lnTo>
                    <a:pt x="4162450" y="559701"/>
                  </a:lnTo>
                  <a:lnTo>
                    <a:pt x="4162933" y="558558"/>
                  </a:lnTo>
                  <a:lnTo>
                    <a:pt x="4162933" y="555866"/>
                  </a:lnTo>
                  <a:close/>
                </a:path>
                <a:path w="4253865" h="3462654">
                  <a:moveTo>
                    <a:pt x="4163314" y="2807182"/>
                  </a:moveTo>
                  <a:lnTo>
                    <a:pt x="4162628" y="2805658"/>
                  </a:lnTo>
                  <a:lnTo>
                    <a:pt x="4161421" y="2804452"/>
                  </a:lnTo>
                  <a:lnTo>
                    <a:pt x="4159034" y="2802039"/>
                  </a:lnTo>
                  <a:lnTo>
                    <a:pt x="4154754" y="2802039"/>
                  </a:lnTo>
                  <a:lnTo>
                    <a:pt x="4152341" y="2804452"/>
                  </a:lnTo>
                  <a:lnTo>
                    <a:pt x="4151172" y="2805658"/>
                  </a:lnTo>
                  <a:lnTo>
                    <a:pt x="4150487" y="2807182"/>
                  </a:lnTo>
                  <a:lnTo>
                    <a:pt x="4150487" y="2810802"/>
                  </a:lnTo>
                  <a:lnTo>
                    <a:pt x="4151172" y="2812313"/>
                  </a:lnTo>
                  <a:lnTo>
                    <a:pt x="4153547" y="2814701"/>
                  </a:lnTo>
                  <a:lnTo>
                    <a:pt x="4155236" y="2815386"/>
                  </a:lnTo>
                  <a:lnTo>
                    <a:pt x="4158691" y="2815386"/>
                  </a:lnTo>
                  <a:lnTo>
                    <a:pt x="4160215" y="2814701"/>
                  </a:lnTo>
                  <a:lnTo>
                    <a:pt x="4162628" y="2812313"/>
                  </a:lnTo>
                  <a:lnTo>
                    <a:pt x="4163314" y="2810764"/>
                  </a:lnTo>
                  <a:lnTo>
                    <a:pt x="4163314" y="2807182"/>
                  </a:lnTo>
                  <a:close/>
                </a:path>
                <a:path w="4253865" h="3462654">
                  <a:moveTo>
                    <a:pt x="4184434" y="1134897"/>
                  </a:moveTo>
                  <a:lnTo>
                    <a:pt x="4183672" y="1133182"/>
                  </a:lnTo>
                  <a:lnTo>
                    <a:pt x="4182364" y="1131862"/>
                  </a:lnTo>
                  <a:lnTo>
                    <a:pt x="4179709" y="1129207"/>
                  </a:lnTo>
                  <a:lnTo>
                    <a:pt x="4174985" y="1129207"/>
                  </a:lnTo>
                  <a:lnTo>
                    <a:pt x="4171010" y="1133182"/>
                  </a:lnTo>
                  <a:lnTo>
                    <a:pt x="4170248" y="1134897"/>
                  </a:lnTo>
                  <a:lnTo>
                    <a:pt x="4170248" y="1138872"/>
                  </a:lnTo>
                  <a:lnTo>
                    <a:pt x="4171010" y="1140561"/>
                  </a:lnTo>
                  <a:lnTo>
                    <a:pt x="4173664" y="1143215"/>
                  </a:lnTo>
                  <a:lnTo>
                    <a:pt x="4175569" y="1143977"/>
                  </a:lnTo>
                  <a:lnTo>
                    <a:pt x="4179328" y="1143977"/>
                  </a:lnTo>
                  <a:lnTo>
                    <a:pt x="4181017" y="1143215"/>
                  </a:lnTo>
                  <a:lnTo>
                    <a:pt x="4183672" y="1140561"/>
                  </a:lnTo>
                  <a:lnTo>
                    <a:pt x="4184434" y="1138872"/>
                  </a:lnTo>
                  <a:lnTo>
                    <a:pt x="4184434" y="1134897"/>
                  </a:lnTo>
                  <a:close/>
                </a:path>
                <a:path w="4253865" h="3462654">
                  <a:moveTo>
                    <a:pt x="4185602" y="2387333"/>
                  </a:moveTo>
                  <a:lnTo>
                    <a:pt x="4123194" y="2373947"/>
                  </a:lnTo>
                  <a:lnTo>
                    <a:pt x="4072191" y="2372588"/>
                  </a:lnTo>
                  <a:lnTo>
                    <a:pt x="4021175" y="2371445"/>
                  </a:lnTo>
                  <a:lnTo>
                    <a:pt x="3919131" y="2369642"/>
                  </a:lnTo>
                  <a:lnTo>
                    <a:pt x="3612883" y="2365400"/>
                  </a:lnTo>
                  <a:lnTo>
                    <a:pt x="3510826" y="2363406"/>
                  </a:lnTo>
                  <a:lnTo>
                    <a:pt x="3459810" y="2362123"/>
                  </a:lnTo>
                  <a:lnTo>
                    <a:pt x="3314471" y="2357894"/>
                  </a:lnTo>
                  <a:lnTo>
                    <a:pt x="3169158" y="2352979"/>
                  </a:lnTo>
                  <a:lnTo>
                    <a:pt x="3072307" y="2349220"/>
                  </a:lnTo>
                  <a:lnTo>
                    <a:pt x="3021038" y="2346617"/>
                  </a:lnTo>
                  <a:lnTo>
                    <a:pt x="2917545" y="2340419"/>
                  </a:lnTo>
                  <a:lnTo>
                    <a:pt x="2865704" y="2338260"/>
                  </a:lnTo>
                  <a:lnTo>
                    <a:pt x="2814066" y="2337676"/>
                  </a:lnTo>
                  <a:lnTo>
                    <a:pt x="2762783" y="2339390"/>
                  </a:lnTo>
                  <a:lnTo>
                    <a:pt x="2756916" y="2342096"/>
                  </a:lnTo>
                  <a:lnTo>
                    <a:pt x="2754109" y="2347645"/>
                  </a:lnTo>
                  <a:lnTo>
                    <a:pt x="2755036" y="2353449"/>
                  </a:lnTo>
                  <a:lnTo>
                    <a:pt x="2811488" y="2364968"/>
                  </a:lnTo>
                  <a:lnTo>
                    <a:pt x="2863405" y="2370213"/>
                  </a:lnTo>
                  <a:lnTo>
                    <a:pt x="2915805" y="2373439"/>
                  </a:lnTo>
                  <a:lnTo>
                    <a:pt x="2968320" y="2375370"/>
                  </a:lnTo>
                  <a:lnTo>
                    <a:pt x="3020618" y="2376779"/>
                  </a:lnTo>
                  <a:lnTo>
                    <a:pt x="3072307" y="2378405"/>
                  </a:lnTo>
                  <a:lnTo>
                    <a:pt x="3169158" y="2381948"/>
                  </a:lnTo>
                  <a:lnTo>
                    <a:pt x="3314471" y="2386634"/>
                  </a:lnTo>
                  <a:lnTo>
                    <a:pt x="3714826" y="2397671"/>
                  </a:lnTo>
                  <a:lnTo>
                    <a:pt x="3816985" y="2400046"/>
                  </a:lnTo>
                  <a:lnTo>
                    <a:pt x="3868077" y="2400947"/>
                  </a:lnTo>
                  <a:lnTo>
                    <a:pt x="3919156" y="2401582"/>
                  </a:lnTo>
                  <a:lnTo>
                    <a:pt x="3970223" y="2401900"/>
                  </a:lnTo>
                  <a:lnTo>
                    <a:pt x="4021264" y="2401862"/>
                  </a:lnTo>
                  <a:lnTo>
                    <a:pt x="4072280" y="2401417"/>
                  </a:lnTo>
                  <a:lnTo>
                    <a:pt x="4123258" y="2400516"/>
                  </a:lnTo>
                  <a:lnTo>
                    <a:pt x="4174185" y="2399106"/>
                  </a:lnTo>
                  <a:lnTo>
                    <a:pt x="4182745" y="2395296"/>
                  </a:lnTo>
                  <a:lnTo>
                    <a:pt x="4185602" y="2387333"/>
                  </a:lnTo>
                  <a:close/>
                </a:path>
                <a:path w="4253865" h="3462654">
                  <a:moveTo>
                    <a:pt x="4191444" y="630961"/>
                  </a:moveTo>
                  <a:lnTo>
                    <a:pt x="4190504" y="628929"/>
                  </a:lnTo>
                  <a:lnTo>
                    <a:pt x="4185716" y="624103"/>
                  </a:lnTo>
                  <a:lnTo>
                    <a:pt x="4179989" y="624103"/>
                  </a:lnTo>
                  <a:lnTo>
                    <a:pt x="4176738" y="627303"/>
                  </a:lnTo>
                  <a:lnTo>
                    <a:pt x="4175150" y="628929"/>
                  </a:lnTo>
                  <a:lnTo>
                    <a:pt x="4174223" y="630961"/>
                  </a:lnTo>
                  <a:lnTo>
                    <a:pt x="4174223" y="635825"/>
                  </a:lnTo>
                  <a:lnTo>
                    <a:pt x="4175150" y="637870"/>
                  </a:lnTo>
                  <a:lnTo>
                    <a:pt x="4178363" y="641070"/>
                  </a:lnTo>
                  <a:lnTo>
                    <a:pt x="4180636" y="641972"/>
                  </a:lnTo>
                  <a:lnTo>
                    <a:pt x="4182948" y="641972"/>
                  </a:lnTo>
                  <a:lnTo>
                    <a:pt x="4185234" y="641972"/>
                  </a:lnTo>
                  <a:lnTo>
                    <a:pt x="4187266" y="641070"/>
                  </a:lnTo>
                  <a:lnTo>
                    <a:pt x="4190504" y="637870"/>
                  </a:lnTo>
                  <a:lnTo>
                    <a:pt x="4191444" y="635825"/>
                  </a:lnTo>
                  <a:lnTo>
                    <a:pt x="4191444" y="630961"/>
                  </a:lnTo>
                  <a:close/>
                </a:path>
                <a:path w="4253865" h="3462654">
                  <a:moveTo>
                    <a:pt x="4192574" y="716927"/>
                  </a:moveTo>
                  <a:lnTo>
                    <a:pt x="4191711" y="714997"/>
                  </a:lnTo>
                  <a:lnTo>
                    <a:pt x="4189476" y="712749"/>
                  </a:lnTo>
                  <a:lnTo>
                    <a:pt x="4188612" y="712241"/>
                  </a:lnTo>
                  <a:lnTo>
                    <a:pt x="4187710" y="711860"/>
                  </a:lnTo>
                  <a:lnTo>
                    <a:pt x="4187596" y="710552"/>
                  </a:lnTo>
                  <a:lnTo>
                    <a:pt x="4187571" y="710298"/>
                  </a:lnTo>
                  <a:lnTo>
                    <a:pt x="4187050" y="709028"/>
                  </a:lnTo>
                  <a:lnTo>
                    <a:pt x="4186986" y="708888"/>
                  </a:lnTo>
                  <a:lnTo>
                    <a:pt x="4185843" y="707783"/>
                  </a:lnTo>
                  <a:lnTo>
                    <a:pt x="4183430" y="705370"/>
                  </a:lnTo>
                  <a:lnTo>
                    <a:pt x="4179125" y="705370"/>
                  </a:lnTo>
                  <a:lnTo>
                    <a:pt x="4176699" y="707783"/>
                  </a:lnTo>
                  <a:lnTo>
                    <a:pt x="4175493" y="709028"/>
                  </a:lnTo>
                  <a:lnTo>
                    <a:pt x="4174921" y="710298"/>
                  </a:lnTo>
                  <a:lnTo>
                    <a:pt x="4174807" y="714197"/>
                  </a:lnTo>
                  <a:lnTo>
                    <a:pt x="4175493" y="715759"/>
                  </a:lnTo>
                  <a:lnTo>
                    <a:pt x="4176699" y="716927"/>
                  </a:lnTo>
                  <a:lnTo>
                    <a:pt x="4176572" y="717689"/>
                  </a:lnTo>
                  <a:lnTo>
                    <a:pt x="4176331" y="718337"/>
                  </a:lnTo>
                  <a:lnTo>
                    <a:pt x="4176331" y="721487"/>
                  </a:lnTo>
                  <a:lnTo>
                    <a:pt x="4177182" y="723442"/>
                  </a:lnTo>
                  <a:lnTo>
                    <a:pt x="4178706" y="724928"/>
                  </a:lnTo>
                  <a:lnTo>
                    <a:pt x="4180230" y="726478"/>
                  </a:lnTo>
                  <a:lnTo>
                    <a:pt x="4182402" y="727341"/>
                  </a:lnTo>
                  <a:lnTo>
                    <a:pt x="4186707" y="727341"/>
                  </a:lnTo>
                  <a:lnTo>
                    <a:pt x="4188650" y="726478"/>
                  </a:lnTo>
                  <a:lnTo>
                    <a:pt x="4191711" y="723442"/>
                  </a:lnTo>
                  <a:lnTo>
                    <a:pt x="4192574" y="721487"/>
                  </a:lnTo>
                  <a:lnTo>
                    <a:pt x="4192574" y="716927"/>
                  </a:lnTo>
                  <a:close/>
                </a:path>
                <a:path w="4253865" h="3462654">
                  <a:moveTo>
                    <a:pt x="4205109" y="883602"/>
                  </a:moveTo>
                  <a:lnTo>
                    <a:pt x="4204373" y="881913"/>
                  </a:lnTo>
                  <a:lnTo>
                    <a:pt x="4203065" y="880643"/>
                  </a:lnTo>
                  <a:lnTo>
                    <a:pt x="4200474" y="878014"/>
                  </a:lnTo>
                  <a:lnTo>
                    <a:pt x="4195826" y="878014"/>
                  </a:lnTo>
                  <a:lnTo>
                    <a:pt x="4191952" y="881913"/>
                  </a:lnTo>
                  <a:lnTo>
                    <a:pt x="4191203" y="883577"/>
                  </a:lnTo>
                  <a:lnTo>
                    <a:pt x="4191203" y="887501"/>
                  </a:lnTo>
                  <a:lnTo>
                    <a:pt x="4191952" y="889165"/>
                  </a:lnTo>
                  <a:lnTo>
                    <a:pt x="4194543" y="891743"/>
                  </a:lnTo>
                  <a:lnTo>
                    <a:pt x="4196372" y="892467"/>
                  </a:lnTo>
                  <a:lnTo>
                    <a:pt x="4198239" y="892467"/>
                  </a:lnTo>
                  <a:lnTo>
                    <a:pt x="4200106" y="892467"/>
                  </a:lnTo>
                  <a:lnTo>
                    <a:pt x="4201757" y="891743"/>
                  </a:lnTo>
                  <a:lnTo>
                    <a:pt x="4204373" y="889165"/>
                  </a:lnTo>
                  <a:lnTo>
                    <a:pt x="4205109" y="887501"/>
                  </a:lnTo>
                  <a:lnTo>
                    <a:pt x="4205109" y="883602"/>
                  </a:lnTo>
                  <a:close/>
                </a:path>
                <a:path w="4253865" h="3462654">
                  <a:moveTo>
                    <a:pt x="4208691" y="970330"/>
                  </a:moveTo>
                  <a:lnTo>
                    <a:pt x="4208208" y="969251"/>
                  </a:lnTo>
                  <a:lnTo>
                    <a:pt x="4205719" y="966774"/>
                  </a:lnTo>
                  <a:lnTo>
                    <a:pt x="4202785" y="966774"/>
                  </a:lnTo>
                  <a:lnTo>
                    <a:pt x="4200309" y="969251"/>
                  </a:lnTo>
                  <a:lnTo>
                    <a:pt x="4199864" y="970330"/>
                  </a:lnTo>
                  <a:lnTo>
                    <a:pt x="4199864" y="972807"/>
                  </a:lnTo>
                  <a:lnTo>
                    <a:pt x="4200347" y="973848"/>
                  </a:lnTo>
                  <a:lnTo>
                    <a:pt x="4201134" y="974674"/>
                  </a:lnTo>
                  <a:lnTo>
                    <a:pt x="4201960" y="975499"/>
                  </a:lnTo>
                  <a:lnTo>
                    <a:pt x="4203141" y="975982"/>
                  </a:lnTo>
                  <a:lnTo>
                    <a:pt x="4204347" y="975982"/>
                  </a:lnTo>
                  <a:lnTo>
                    <a:pt x="4205516" y="975982"/>
                  </a:lnTo>
                  <a:lnTo>
                    <a:pt x="4206557" y="975499"/>
                  </a:lnTo>
                  <a:lnTo>
                    <a:pt x="4208208" y="973848"/>
                  </a:lnTo>
                  <a:lnTo>
                    <a:pt x="4208691" y="972807"/>
                  </a:lnTo>
                  <a:lnTo>
                    <a:pt x="4208691" y="970330"/>
                  </a:lnTo>
                  <a:close/>
                </a:path>
                <a:path w="4253865" h="3462654">
                  <a:moveTo>
                    <a:pt x="4209072" y="1228382"/>
                  </a:moveTo>
                  <a:lnTo>
                    <a:pt x="4208551" y="1227239"/>
                  </a:lnTo>
                  <a:lnTo>
                    <a:pt x="4207687" y="1226388"/>
                  </a:lnTo>
                  <a:lnTo>
                    <a:pt x="4205935" y="1224622"/>
                  </a:lnTo>
                  <a:lnTo>
                    <a:pt x="4202785" y="1224622"/>
                  </a:lnTo>
                  <a:lnTo>
                    <a:pt x="4201071" y="1226388"/>
                  </a:lnTo>
                  <a:lnTo>
                    <a:pt x="4200169" y="1227239"/>
                  </a:lnTo>
                  <a:lnTo>
                    <a:pt x="4199686" y="1228382"/>
                  </a:lnTo>
                  <a:lnTo>
                    <a:pt x="4199686" y="1230998"/>
                  </a:lnTo>
                  <a:lnTo>
                    <a:pt x="4200169" y="1232141"/>
                  </a:lnTo>
                  <a:lnTo>
                    <a:pt x="4201071" y="1233004"/>
                  </a:lnTo>
                  <a:lnTo>
                    <a:pt x="4201934" y="1233906"/>
                  </a:lnTo>
                  <a:lnTo>
                    <a:pt x="4203166" y="1234389"/>
                  </a:lnTo>
                  <a:lnTo>
                    <a:pt x="4205694" y="1234389"/>
                  </a:lnTo>
                  <a:lnTo>
                    <a:pt x="4206798" y="1233906"/>
                  </a:lnTo>
                  <a:lnTo>
                    <a:pt x="4208551" y="1232141"/>
                  </a:lnTo>
                  <a:lnTo>
                    <a:pt x="4209072" y="1230998"/>
                  </a:lnTo>
                  <a:lnTo>
                    <a:pt x="4209072" y="1228382"/>
                  </a:lnTo>
                  <a:close/>
                </a:path>
                <a:path w="4253865" h="3462654">
                  <a:moveTo>
                    <a:pt x="4232986" y="798817"/>
                  </a:moveTo>
                  <a:lnTo>
                    <a:pt x="4232021" y="796709"/>
                  </a:lnTo>
                  <a:lnTo>
                    <a:pt x="4227080" y="791743"/>
                  </a:lnTo>
                  <a:lnTo>
                    <a:pt x="4221188" y="791743"/>
                  </a:lnTo>
                  <a:lnTo>
                    <a:pt x="4216209" y="796709"/>
                  </a:lnTo>
                  <a:lnTo>
                    <a:pt x="4215282" y="798817"/>
                  </a:lnTo>
                  <a:lnTo>
                    <a:pt x="4215282" y="803783"/>
                  </a:lnTo>
                  <a:lnTo>
                    <a:pt x="4216209" y="805929"/>
                  </a:lnTo>
                  <a:lnTo>
                    <a:pt x="4219524" y="809205"/>
                  </a:lnTo>
                  <a:lnTo>
                    <a:pt x="4221873" y="810133"/>
                  </a:lnTo>
                  <a:lnTo>
                    <a:pt x="4224248" y="810133"/>
                  </a:lnTo>
                  <a:lnTo>
                    <a:pt x="4226598" y="810133"/>
                  </a:lnTo>
                  <a:lnTo>
                    <a:pt x="4228706" y="809205"/>
                  </a:lnTo>
                  <a:lnTo>
                    <a:pt x="4232021" y="805929"/>
                  </a:lnTo>
                  <a:lnTo>
                    <a:pt x="4232986" y="803783"/>
                  </a:lnTo>
                  <a:lnTo>
                    <a:pt x="4232986" y="798817"/>
                  </a:lnTo>
                  <a:close/>
                </a:path>
                <a:path w="4253865" h="3462654">
                  <a:moveTo>
                    <a:pt x="4253725" y="1057948"/>
                  </a:moveTo>
                  <a:lnTo>
                    <a:pt x="4253141" y="1056563"/>
                  </a:lnTo>
                  <a:lnTo>
                    <a:pt x="4252061" y="1055535"/>
                  </a:lnTo>
                  <a:lnTo>
                    <a:pt x="4249966" y="1053388"/>
                  </a:lnTo>
                  <a:lnTo>
                    <a:pt x="4246169" y="1053388"/>
                  </a:lnTo>
                  <a:lnTo>
                    <a:pt x="4243032" y="1056563"/>
                  </a:lnTo>
                  <a:lnTo>
                    <a:pt x="4242409" y="1057948"/>
                  </a:lnTo>
                  <a:lnTo>
                    <a:pt x="4242409" y="1059421"/>
                  </a:lnTo>
                  <a:lnTo>
                    <a:pt x="4242409" y="1061123"/>
                  </a:lnTo>
                  <a:lnTo>
                    <a:pt x="4243032" y="1062494"/>
                  </a:lnTo>
                  <a:lnTo>
                    <a:pt x="4245127" y="1064602"/>
                  </a:lnTo>
                  <a:lnTo>
                    <a:pt x="4246613" y="1065187"/>
                  </a:lnTo>
                  <a:lnTo>
                    <a:pt x="4249648" y="1065187"/>
                  </a:lnTo>
                  <a:lnTo>
                    <a:pt x="4250995" y="1064602"/>
                  </a:lnTo>
                  <a:lnTo>
                    <a:pt x="4253141" y="1062456"/>
                  </a:lnTo>
                  <a:lnTo>
                    <a:pt x="4253725" y="1061123"/>
                  </a:lnTo>
                  <a:lnTo>
                    <a:pt x="4253725" y="1057948"/>
                  </a:lnTo>
                  <a:close/>
                </a:path>
              </a:pathLst>
            </a:custGeom>
            <a:solidFill>
              <a:srgbClr val="B0C2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35467" y="4901031"/>
              <a:ext cx="4145279" cy="3227070"/>
            </a:xfrm>
            <a:custGeom>
              <a:avLst/>
              <a:gdLst/>
              <a:ahLst/>
              <a:cxnLst/>
              <a:rect l="l" t="t" r="r" b="b"/>
              <a:pathLst>
                <a:path w="4145279" h="3227070">
                  <a:moveTo>
                    <a:pt x="16598" y="2907779"/>
                  </a:moveTo>
                  <a:lnTo>
                    <a:pt x="15709" y="2905810"/>
                  </a:lnTo>
                  <a:lnTo>
                    <a:pt x="14147" y="2904261"/>
                  </a:lnTo>
                  <a:lnTo>
                    <a:pt x="11087" y="2901150"/>
                  </a:lnTo>
                  <a:lnTo>
                    <a:pt x="5562" y="2901150"/>
                  </a:lnTo>
                  <a:lnTo>
                    <a:pt x="2425" y="2904261"/>
                  </a:lnTo>
                  <a:lnTo>
                    <a:pt x="901" y="2905810"/>
                  </a:lnTo>
                  <a:lnTo>
                    <a:pt x="0" y="2907779"/>
                  </a:lnTo>
                  <a:lnTo>
                    <a:pt x="0" y="2912465"/>
                  </a:lnTo>
                  <a:lnTo>
                    <a:pt x="901" y="2914434"/>
                  </a:lnTo>
                  <a:lnTo>
                    <a:pt x="3975" y="2917533"/>
                  </a:lnTo>
                  <a:lnTo>
                    <a:pt x="6184" y="2918396"/>
                  </a:lnTo>
                  <a:lnTo>
                    <a:pt x="10629" y="2918396"/>
                  </a:lnTo>
                  <a:lnTo>
                    <a:pt x="12598" y="2917533"/>
                  </a:lnTo>
                  <a:lnTo>
                    <a:pt x="15735" y="2914434"/>
                  </a:lnTo>
                  <a:lnTo>
                    <a:pt x="16598" y="2912465"/>
                  </a:lnTo>
                  <a:lnTo>
                    <a:pt x="16598" y="2907779"/>
                  </a:lnTo>
                  <a:close/>
                </a:path>
                <a:path w="4145279" h="3227070">
                  <a:moveTo>
                    <a:pt x="100965" y="2923298"/>
                  </a:moveTo>
                  <a:lnTo>
                    <a:pt x="99999" y="2921127"/>
                  </a:lnTo>
                  <a:lnTo>
                    <a:pt x="98310" y="2919438"/>
                  </a:lnTo>
                  <a:lnTo>
                    <a:pt x="94932" y="2916085"/>
                  </a:lnTo>
                  <a:lnTo>
                    <a:pt x="88925" y="2916085"/>
                  </a:lnTo>
                  <a:lnTo>
                    <a:pt x="85547" y="2919438"/>
                  </a:lnTo>
                  <a:lnTo>
                    <a:pt x="83883" y="2921127"/>
                  </a:lnTo>
                  <a:lnTo>
                    <a:pt x="82918" y="2923298"/>
                  </a:lnTo>
                  <a:lnTo>
                    <a:pt x="82918" y="2928366"/>
                  </a:lnTo>
                  <a:lnTo>
                    <a:pt x="83883" y="2930512"/>
                  </a:lnTo>
                  <a:lnTo>
                    <a:pt x="87236" y="2933890"/>
                  </a:lnTo>
                  <a:lnTo>
                    <a:pt x="89611" y="2934855"/>
                  </a:lnTo>
                  <a:lnTo>
                    <a:pt x="94449" y="2934855"/>
                  </a:lnTo>
                  <a:lnTo>
                    <a:pt x="96621" y="2933890"/>
                  </a:lnTo>
                  <a:lnTo>
                    <a:pt x="99999" y="2930512"/>
                  </a:lnTo>
                  <a:lnTo>
                    <a:pt x="100965" y="2928366"/>
                  </a:lnTo>
                  <a:lnTo>
                    <a:pt x="100965" y="2923298"/>
                  </a:lnTo>
                  <a:close/>
                </a:path>
                <a:path w="4145279" h="3227070">
                  <a:moveTo>
                    <a:pt x="124155" y="313588"/>
                  </a:moveTo>
                  <a:lnTo>
                    <a:pt x="123228" y="311556"/>
                  </a:lnTo>
                  <a:lnTo>
                    <a:pt x="118465" y="306755"/>
                  </a:lnTo>
                  <a:lnTo>
                    <a:pt x="112801" y="306755"/>
                  </a:lnTo>
                  <a:lnTo>
                    <a:pt x="108038" y="311556"/>
                  </a:lnTo>
                  <a:lnTo>
                    <a:pt x="107149" y="313588"/>
                  </a:lnTo>
                  <a:lnTo>
                    <a:pt x="107149" y="318350"/>
                  </a:lnTo>
                  <a:lnTo>
                    <a:pt x="108038" y="320382"/>
                  </a:lnTo>
                  <a:lnTo>
                    <a:pt x="109601" y="321970"/>
                  </a:lnTo>
                  <a:lnTo>
                    <a:pt x="111213" y="323557"/>
                  </a:lnTo>
                  <a:lnTo>
                    <a:pt x="113461" y="324459"/>
                  </a:lnTo>
                  <a:lnTo>
                    <a:pt x="118021" y="324459"/>
                  </a:lnTo>
                  <a:lnTo>
                    <a:pt x="120053" y="323557"/>
                  </a:lnTo>
                  <a:lnTo>
                    <a:pt x="123228" y="320382"/>
                  </a:lnTo>
                  <a:lnTo>
                    <a:pt x="124155" y="318350"/>
                  </a:lnTo>
                  <a:lnTo>
                    <a:pt x="124155" y="313588"/>
                  </a:lnTo>
                  <a:close/>
                </a:path>
                <a:path w="4145279" h="3227070">
                  <a:moveTo>
                    <a:pt x="153352" y="3012059"/>
                  </a:moveTo>
                  <a:lnTo>
                    <a:pt x="152869" y="3010979"/>
                  </a:lnTo>
                  <a:lnTo>
                    <a:pt x="152044" y="3010154"/>
                  </a:lnTo>
                  <a:lnTo>
                    <a:pt x="150380" y="3008503"/>
                  </a:lnTo>
                  <a:lnTo>
                    <a:pt x="147447" y="3008503"/>
                  </a:lnTo>
                  <a:lnTo>
                    <a:pt x="145757" y="3010154"/>
                  </a:lnTo>
                  <a:lnTo>
                    <a:pt x="144970" y="3010979"/>
                  </a:lnTo>
                  <a:lnTo>
                    <a:pt x="144475" y="3012059"/>
                  </a:lnTo>
                  <a:lnTo>
                    <a:pt x="144475" y="3014535"/>
                  </a:lnTo>
                  <a:lnTo>
                    <a:pt x="144932" y="3015602"/>
                  </a:lnTo>
                  <a:lnTo>
                    <a:pt x="145757" y="3016402"/>
                  </a:lnTo>
                  <a:lnTo>
                    <a:pt x="146583" y="3017266"/>
                  </a:lnTo>
                  <a:lnTo>
                    <a:pt x="147789" y="3017710"/>
                  </a:lnTo>
                  <a:lnTo>
                    <a:pt x="150139" y="3017710"/>
                  </a:lnTo>
                  <a:lnTo>
                    <a:pt x="151206" y="3017266"/>
                  </a:lnTo>
                  <a:lnTo>
                    <a:pt x="152044" y="3016402"/>
                  </a:lnTo>
                  <a:lnTo>
                    <a:pt x="152869" y="3015602"/>
                  </a:lnTo>
                  <a:lnTo>
                    <a:pt x="153352" y="3014535"/>
                  </a:lnTo>
                  <a:lnTo>
                    <a:pt x="153352" y="3012059"/>
                  </a:lnTo>
                  <a:close/>
                </a:path>
                <a:path w="4145279" h="3227070">
                  <a:moveTo>
                    <a:pt x="173532" y="240906"/>
                  </a:moveTo>
                  <a:lnTo>
                    <a:pt x="172808" y="239293"/>
                  </a:lnTo>
                  <a:lnTo>
                    <a:pt x="171538" y="238010"/>
                  </a:lnTo>
                  <a:lnTo>
                    <a:pt x="169011" y="235458"/>
                  </a:lnTo>
                  <a:lnTo>
                    <a:pt x="164465" y="235458"/>
                  </a:lnTo>
                  <a:lnTo>
                    <a:pt x="161874" y="238010"/>
                  </a:lnTo>
                  <a:lnTo>
                    <a:pt x="160629" y="239293"/>
                  </a:lnTo>
                  <a:lnTo>
                    <a:pt x="159905" y="240906"/>
                  </a:lnTo>
                  <a:lnTo>
                    <a:pt x="159905" y="244779"/>
                  </a:lnTo>
                  <a:lnTo>
                    <a:pt x="160629" y="246392"/>
                  </a:lnTo>
                  <a:lnTo>
                    <a:pt x="163144" y="248945"/>
                  </a:lnTo>
                  <a:lnTo>
                    <a:pt x="164973" y="249669"/>
                  </a:lnTo>
                  <a:lnTo>
                    <a:pt x="168630" y="249669"/>
                  </a:lnTo>
                  <a:lnTo>
                    <a:pt x="170256" y="248945"/>
                  </a:lnTo>
                  <a:lnTo>
                    <a:pt x="172808" y="246392"/>
                  </a:lnTo>
                  <a:lnTo>
                    <a:pt x="173532" y="244779"/>
                  </a:lnTo>
                  <a:lnTo>
                    <a:pt x="173532" y="240906"/>
                  </a:lnTo>
                  <a:close/>
                </a:path>
                <a:path w="4145279" h="3227070">
                  <a:moveTo>
                    <a:pt x="218668" y="165569"/>
                  </a:moveTo>
                  <a:lnTo>
                    <a:pt x="217703" y="163436"/>
                  </a:lnTo>
                  <a:lnTo>
                    <a:pt x="212661" y="158369"/>
                  </a:lnTo>
                  <a:lnTo>
                    <a:pt x="206667" y="158369"/>
                  </a:lnTo>
                  <a:lnTo>
                    <a:pt x="201625" y="163436"/>
                  </a:lnTo>
                  <a:lnTo>
                    <a:pt x="200660" y="165569"/>
                  </a:lnTo>
                  <a:lnTo>
                    <a:pt x="200660" y="167957"/>
                  </a:lnTo>
                  <a:lnTo>
                    <a:pt x="200660" y="170649"/>
                  </a:lnTo>
                  <a:lnTo>
                    <a:pt x="201625" y="172783"/>
                  </a:lnTo>
                  <a:lnTo>
                    <a:pt x="204965" y="176123"/>
                  </a:lnTo>
                  <a:lnTo>
                    <a:pt x="207352" y="177101"/>
                  </a:lnTo>
                  <a:lnTo>
                    <a:pt x="212178" y="177101"/>
                  </a:lnTo>
                  <a:lnTo>
                    <a:pt x="214325" y="176123"/>
                  </a:lnTo>
                  <a:lnTo>
                    <a:pt x="217703" y="172783"/>
                  </a:lnTo>
                  <a:lnTo>
                    <a:pt x="218668" y="170611"/>
                  </a:lnTo>
                  <a:lnTo>
                    <a:pt x="218668" y="165569"/>
                  </a:lnTo>
                  <a:close/>
                </a:path>
                <a:path w="4145279" h="3227070">
                  <a:moveTo>
                    <a:pt x="237439" y="3038411"/>
                  </a:moveTo>
                  <a:lnTo>
                    <a:pt x="236855" y="3037128"/>
                  </a:lnTo>
                  <a:lnTo>
                    <a:pt x="235851" y="3036163"/>
                  </a:lnTo>
                  <a:lnTo>
                    <a:pt x="233883" y="3034169"/>
                  </a:lnTo>
                  <a:lnTo>
                    <a:pt x="230365" y="3034169"/>
                  </a:lnTo>
                  <a:lnTo>
                    <a:pt x="227368" y="3037167"/>
                  </a:lnTo>
                  <a:lnTo>
                    <a:pt x="226809" y="3038411"/>
                  </a:lnTo>
                  <a:lnTo>
                    <a:pt x="226809" y="3041408"/>
                  </a:lnTo>
                  <a:lnTo>
                    <a:pt x="227368" y="3042691"/>
                  </a:lnTo>
                  <a:lnTo>
                    <a:pt x="228371" y="3043656"/>
                  </a:lnTo>
                  <a:lnTo>
                    <a:pt x="229362" y="3044647"/>
                  </a:lnTo>
                  <a:lnTo>
                    <a:pt x="230784" y="3045206"/>
                  </a:lnTo>
                  <a:lnTo>
                    <a:pt x="233616" y="3045206"/>
                  </a:lnTo>
                  <a:lnTo>
                    <a:pt x="234886" y="3044647"/>
                  </a:lnTo>
                  <a:lnTo>
                    <a:pt x="235851" y="3043656"/>
                  </a:lnTo>
                  <a:lnTo>
                    <a:pt x="236855" y="3042691"/>
                  </a:lnTo>
                  <a:lnTo>
                    <a:pt x="237439" y="3041408"/>
                  </a:lnTo>
                  <a:lnTo>
                    <a:pt x="237439" y="3038411"/>
                  </a:lnTo>
                  <a:close/>
                </a:path>
                <a:path w="4145279" h="3227070">
                  <a:moveTo>
                    <a:pt x="272986" y="99072"/>
                  </a:moveTo>
                  <a:lnTo>
                    <a:pt x="272084" y="97028"/>
                  </a:lnTo>
                  <a:lnTo>
                    <a:pt x="270497" y="95440"/>
                  </a:lnTo>
                  <a:lnTo>
                    <a:pt x="267322" y="92278"/>
                  </a:lnTo>
                  <a:lnTo>
                    <a:pt x="261696" y="92278"/>
                  </a:lnTo>
                  <a:lnTo>
                    <a:pt x="258483" y="95440"/>
                  </a:lnTo>
                  <a:lnTo>
                    <a:pt x="256933" y="97028"/>
                  </a:lnTo>
                  <a:lnTo>
                    <a:pt x="256044" y="99072"/>
                  </a:lnTo>
                  <a:lnTo>
                    <a:pt x="256044" y="103860"/>
                  </a:lnTo>
                  <a:lnTo>
                    <a:pt x="256933" y="105867"/>
                  </a:lnTo>
                  <a:lnTo>
                    <a:pt x="260070" y="109042"/>
                  </a:lnTo>
                  <a:lnTo>
                    <a:pt x="262356" y="109931"/>
                  </a:lnTo>
                  <a:lnTo>
                    <a:pt x="266877" y="109931"/>
                  </a:lnTo>
                  <a:lnTo>
                    <a:pt x="268909" y="109042"/>
                  </a:lnTo>
                  <a:lnTo>
                    <a:pt x="272084" y="105867"/>
                  </a:lnTo>
                  <a:lnTo>
                    <a:pt x="272986" y="103822"/>
                  </a:lnTo>
                  <a:lnTo>
                    <a:pt x="272986" y="99072"/>
                  </a:lnTo>
                  <a:close/>
                </a:path>
                <a:path w="4145279" h="3227070">
                  <a:moveTo>
                    <a:pt x="329742" y="3030893"/>
                  </a:moveTo>
                  <a:lnTo>
                    <a:pt x="329158" y="3029610"/>
                  </a:lnTo>
                  <a:lnTo>
                    <a:pt x="328155" y="3028607"/>
                  </a:lnTo>
                  <a:lnTo>
                    <a:pt x="326161" y="3026575"/>
                  </a:lnTo>
                  <a:lnTo>
                    <a:pt x="322567" y="3026575"/>
                  </a:lnTo>
                  <a:lnTo>
                    <a:pt x="320535" y="3028607"/>
                  </a:lnTo>
                  <a:lnTo>
                    <a:pt x="319570" y="3029610"/>
                  </a:lnTo>
                  <a:lnTo>
                    <a:pt x="318973" y="3030893"/>
                  </a:lnTo>
                  <a:lnTo>
                    <a:pt x="318973" y="3033928"/>
                  </a:lnTo>
                  <a:lnTo>
                    <a:pt x="319570" y="3035198"/>
                  </a:lnTo>
                  <a:lnTo>
                    <a:pt x="320535" y="3036201"/>
                  </a:lnTo>
                  <a:lnTo>
                    <a:pt x="321564" y="3037230"/>
                  </a:lnTo>
                  <a:lnTo>
                    <a:pt x="322986" y="3037789"/>
                  </a:lnTo>
                  <a:lnTo>
                    <a:pt x="325843" y="3037789"/>
                  </a:lnTo>
                  <a:lnTo>
                    <a:pt x="327152" y="3037205"/>
                  </a:lnTo>
                  <a:lnTo>
                    <a:pt x="329158" y="3035198"/>
                  </a:lnTo>
                  <a:lnTo>
                    <a:pt x="329742" y="3033928"/>
                  </a:lnTo>
                  <a:lnTo>
                    <a:pt x="329742" y="3030893"/>
                  </a:lnTo>
                  <a:close/>
                </a:path>
                <a:path w="4145279" h="3227070">
                  <a:moveTo>
                    <a:pt x="361353" y="88823"/>
                  </a:moveTo>
                  <a:lnTo>
                    <a:pt x="360489" y="86893"/>
                  </a:lnTo>
                  <a:lnTo>
                    <a:pt x="359003" y="85407"/>
                  </a:lnTo>
                  <a:lnTo>
                    <a:pt x="356031" y="82435"/>
                  </a:lnTo>
                  <a:lnTo>
                    <a:pt x="350723" y="82435"/>
                  </a:lnTo>
                  <a:lnTo>
                    <a:pt x="346240" y="86893"/>
                  </a:lnTo>
                  <a:lnTo>
                    <a:pt x="345414" y="88823"/>
                  </a:lnTo>
                  <a:lnTo>
                    <a:pt x="345414" y="93268"/>
                  </a:lnTo>
                  <a:lnTo>
                    <a:pt x="346278" y="95199"/>
                  </a:lnTo>
                  <a:lnTo>
                    <a:pt x="349199" y="98171"/>
                  </a:lnTo>
                  <a:lnTo>
                    <a:pt x="351345" y="98996"/>
                  </a:lnTo>
                  <a:lnTo>
                    <a:pt x="355587" y="98996"/>
                  </a:lnTo>
                  <a:lnTo>
                    <a:pt x="357492" y="98171"/>
                  </a:lnTo>
                  <a:lnTo>
                    <a:pt x="360489" y="95199"/>
                  </a:lnTo>
                  <a:lnTo>
                    <a:pt x="361353" y="93268"/>
                  </a:lnTo>
                  <a:lnTo>
                    <a:pt x="361353" y="88823"/>
                  </a:lnTo>
                  <a:close/>
                </a:path>
                <a:path w="4145279" h="3227070">
                  <a:moveTo>
                    <a:pt x="412381" y="3057829"/>
                  </a:moveTo>
                  <a:lnTo>
                    <a:pt x="411657" y="3056178"/>
                  </a:lnTo>
                  <a:lnTo>
                    <a:pt x="410349" y="3054896"/>
                  </a:lnTo>
                  <a:lnTo>
                    <a:pt x="407758" y="3052305"/>
                  </a:lnTo>
                  <a:lnTo>
                    <a:pt x="403136" y="3052305"/>
                  </a:lnTo>
                  <a:lnTo>
                    <a:pt x="399275" y="3056178"/>
                  </a:lnTo>
                  <a:lnTo>
                    <a:pt x="398513" y="3057829"/>
                  </a:lnTo>
                  <a:lnTo>
                    <a:pt x="398513" y="3061728"/>
                  </a:lnTo>
                  <a:lnTo>
                    <a:pt x="399275" y="3063379"/>
                  </a:lnTo>
                  <a:lnTo>
                    <a:pt x="401866" y="3065970"/>
                  </a:lnTo>
                  <a:lnTo>
                    <a:pt x="403694" y="3066732"/>
                  </a:lnTo>
                  <a:lnTo>
                    <a:pt x="407377" y="3066732"/>
                  </a:lnTo>
                  <a:lnTo>
                    <a:pt x="409041" y="3065970"/>
                  </a:lnTo>
                  <a:lnTo>
                    <a:pt x="411657" y="3063379"/>
                  </a:lnTo>
                  <a:lnTo>
                    <a:pt x="412381" y="3061728"/>
                  </a:lnTo>
                  <a:lnTo>
                    <a:pt x="412381" y="3057829"/>
                  </a:lnTo>
                  <a:close/>
                </a:path>
                <a:path w="4145279" h="3227070">
                  <a:moveTo>
                    <a:pt x="431050" y="32461"/>
                  </a:moveTo>
                  <a:lnTo>
                    <a:pt x="430428" y="31076"/>
                  </a:lnTo>
                  <a:lnTo>
                    <a:pt x="427151" y="27800"/>
                  </a:lnTo>
                  <a:lnTo>
                    <a:pt x="423252" y="27800"/>
                  </a:lnTo>
                  <a:lnTo>
                    <a:pt x="420014" y="31038"/>
                  </a:lnTo>
                  <a:lnTo>
                    <a:pt x="419354" y="32461"/>
                  </a:lnTo>
                  <a:lnTo>
                    <a:pt x="419354" y="35737"/>
                  </a:lnTo>
                  <a:lnTo>
                    <a:pt x="420014" y="37109"/>
                  </a:lnTo>
                  <a:lnTo>
                    <a:pt x="421081" y="38214"/>
                  </a:lnTo>
                  <a:lnTo>
                    <a:pt x="422186" y="39319"/>
                  </a:lnTo>
                  <a:lnTo>
                    <a:pt x="423735" y="39941"/>
                  </a:lnTo>
                  <a:lnTo>
                    <a:pt x="426847" y="39941"/>
                  </a:lnTo>
                  <a:lnTo>
                    <a:pt x="428218" y="39319"/>
                  </a:lnTo>
                  <a:lnTo>
                    <a:pt x="429323" y="38214"/>
                  </a:lnTo>
                  <a:lnTo>
                    <a:pt x="430428" y="37147"/>
                  </a:lnTo>
                  <a:lnTo>
                    <a:pt x="431050" y="35737"/>
                  </a:lnTo>
                  <a:lnTo>
                    <a:pt x="431050" y="32461"/>
                  </a:lnTo>
                  <a:close/>
                </a:path>
                <a:path w="4145279" h="3227070">
                  <a:moveTo>
                    <a:pt x="490334" y="3083877"/>
                  </a:moveTo>
                  <a:lnTo>
                    <a:pt x="489851" y="3082798"/>
                  </a:lnTo>
                  <a:lnTo>
                    <a:pt x="488988" y="3081934"/>
                  </a:lnTo>
                  <a:lnTo>
                    <a:pt x="487299" y="3080245"/>
                  </a:lnTo>
                  <a:lnTo>
                    <a:pt x="484301" y="3080245"/>
                  </a:lnTo>
                  <a:lnTo>
                    <a:pt x="482600" y="3081934"/>
                  </a:lnTo>
                  <a:lnTo>
                    <a:pt x="481774" y="3082798"/>
                  </a:lnTo>
                  <a:lnTo>
                    <a:pt x="481253" y="3083877"/>
                  </a:lnTo>
                  <a:lnTo>
                    <a:pt x="481253" y="3086430"/>
                  </a:lnTo>
                  <a:lnTo>
                    <a:pt x="481736" y="3087497"/>
                  </a:lnTo>
                  <a:lnTo>
                    <a:pt x="482600" y="3088322"/>
                  </a:lnTo>
                  <a:lnTo>
                    <a:pt x="483438" y="3089186"/>
                  </a:lnTo>
                  <a:lnTo>
                    <a:pt x="484644" y="3089668"/>
                  </a:lnTo>
                  <a:lnTo>
                    <a:pt x="487057" y="3089668"/>
                  </a:lnTo>
                  <a:lnTo>
                    <a:pt x="488124" y="3089186"/>
                  </a:lnTo>
                  <a:lnTo>
                    <a:pt x="488988" y="3088322"/>
                  </a:lnTo>
                  <a:lnTo>
                    <a:pt x="489851" y="3087497"/>
                  </a:lnTo>
                  <a:lnTo>
                    <a:pt x="490334" y="3086430"/>
                  </a:lnTo>
                  <a:lnTo>
                    <a:pt x="490334" y="3083877"/>
                  </a:lnTo>
                  <a:close/>
                </a:path>
                <a:path w="4145279" h="3227070">
                  <a:moveTo>
                    <a:pt x="519252" y="18313"/>
                  </a:moveTo>
                  <a:lnTo>
                    <a:pt x="518350" y="16281"/>
                  </a:lnTo>
                  <a:lnTo>
                    <a:pt x="513524" y="11455"/>
                  </a:lnTo>
                  <a:lnTo>
                    <a:pt x="507796" y="11455"/>
                  </a:lnTo>
                  <a:lnTo>
                    <a:pt x="504545" y="14655"/>
                  </a:lnTo>
                  <a:lnTo>
                    <a:pt x="502958" y="16281"/>
                  </a:lnTo>
                  <a:lnTo>
                    <a:pt x="502031" y="18313"/>
                  </a:lnTo>
                  <a:lnTo>
                    <a:pt x="502031" y="23177"/>
                  </a:lnTo>
                  <a:lnTo>
                    <a:pt x="502958" y="25247"/>
                  </a:lnTo>
                  <a:lnTo>
                    <a:pt x="504545" y="26835"/>
                  </a:lnTo>
                  <a:lnTo>
                    <a:pt x="506171" y="28460"/>
                  </a:lnTo>
                  <a:lnTo>
                    <a:pt x="508444" y="29349"/>
                  </a:lnTo>
                  <a:lnTo>
                    <a:pt x="513080" y="29349"/>
                  </a:lnTo>
                  <a:lnTo>
                    <a:pt x="515112" y="28460"/>
                  </a:lnTo>
                  <a:lnTo>
                    <a:pt x="518350" y="25247"/>
                  </a:lnTo>
                  <a:lnTo>
                    <a:pt x="519252" y="23177"/>
                  </a:lnTo>
                  <a:lnTo>
                    <a:pt x="519252" y="18313"/>
                  </a:lnTo>
                  <a:close/>
                </a:path>
                <a:path w="4145279" h="3227070">
                  <a:moveTo>
                    <a:pt x="580148" y="3061347"/>
                  </a:moveTo>
                  <a:lnTo>
                    <a:pt x="579640" y="3060204"/>
                  </a:lnTo>
                  <a:lnTo>
                    <a:pt x="578739" y="3059315"/>
                  </a:lnTo>
                  <a:lnTo>
                    <a:pt x="576948" y="3057512"/>
                  </a:lnTo>
                  <a:lnTo>
                    <a:pt x="573735" y="3057512"/>
                  </a:lnTo>
                  <a:lnTo>
                    <a:pt x="571042" y="3060204"/>
                  </a:lnTo>
                  <a:lnTo>
                    <a:pt x="570522" y="3061347"/>
                  </a:lnTo>
                  <a:lnTo>
                    <a:pt x="570522" y="3064078"/>
                  </a:lnTo>
                  <a:lnTo>
                    <a:pt x="571042" y="3065208"/>
                  </a:lnTo>
                  <a:lnTo>
                    <a:pt x="572833" y="3066999"/>
                  </a:lnTo>
                  <a:lnTo>
                    <a:pt x="574116" y="3067481"/>
                  </a:lnTo>
                  <a:lnTo>
                    <a:pt x="576668" y="3067481"/>
                  </a:lnTo>
                  <a:lnTo>
                    <a:pt x="577837" y="3066999"/>
                  </a:lnTo>
                  <a:lnTo>
                    <a:pt x="579640" y="3065208"/>
                  </a:lnTo>
                  <a:lnTo>
                    <a:pt x="580148" y="3064040"/>
                  </a:lnTo>
                  <a:lnTo>
                    <a:pt x="580148" y="3061347"/>
                  </a:lnTo>
                  <a:close/>
                </a:path>
                <a:path w="4145279" h="3227070">
                  <a:moveTo>
                    <a:pt x="605104" y="7175"/>
                  </a:moveTo>
                  <a:lnTo>
                    <a:pt x="604139" y="5029"/>
                  </a:lnTo>
                  <a:lnTo>
                    <a:pt x="602449" y="3378"/>
                  </a:lnTo>
                  <a:lnTo>
                    <a:pt x="599097" y="0"/>
                  </a:lnTo>
                  <a:lnTo>
                    <a:pt x="593128" y="0"/>
                  </a:lnTo>
                  <a:lnTo>
                    <a:pt x="588124" y="5029"/>
                  </a:lnTo>
                  <a:lnTo>
                    <a:pt x="587159" y="7213"/>
                  </a:lnTo>
                  <a:lnTo>
                    <a:pt x="587159" y="9588"/>
                  </a:lnTo>
                  <a:lnTo>
                    <a:pt x="587159" y="12242"/>
                  </a:lnTo>
                  <a:lnTo>
                    <a:pt x="588124" y="14389"/>
                  </a:lnTo>
                  <a:lnTo>
                    <a:pt x="591477" y="17729"/>
                  </a:lnTo>
                  <a:lnTo>
                    <a:pt x="593852" y="18694"/>
                  </a:lnTo>
                  <a:lnTo>
                    <a:pt x="598614" y="18694"/>
                  </a:lnTo>
                  <a:lnTo>
                    <a:pt x="600786" y="17729"/>
                  </a:lnTo>
                  <a:lnTo>
                    <a:pt x="602449" y="16040"/>
                  </a:lnTo>
                  <a:lnTo>
                    <a:pt x="604139" y="14389"/>
                  </a:lnTo>
                  <a:lnTo>
                    <a:pt x="605104" y="12242"/>
                  </a:lnTo>
                  <a:lnTo>
                    <a:pt x="605104" y="7175"/>
                  </a:lnTo>
                  <a:close/>
                </a:path>
                <a:path w="4145279" h="3227070">
                  <a:moveTo>
                    <a:pt x="654926" y="3139998"/>
                  </a:moveTo>
                  <a:lnTo>
                    <a:pt x="654481" y="3139033"/>
                  </a:lnTo>
                  <a:lnTo>
                    <a:pt x="653719" y="3138271"/>
                  </a:lnTo>
                  <a:lnTo>
                    <a:pt x="652195" y="3136747"/>
                  </a:lnTo>
                  <a:lnTo>
                    <a:pt x="649478" y="3136747"/>
                  </a:lnTo>
                  <a:lnTo>
                    <a:pt x="647204" y="3139033"/>
                  </a:lnTo>
                  <a:lnTo>
                    <a:pt x="646785" y="3139998"/>
                  </a:lnTo>
                  <a:lnTo>
                    <a:pt x="646785" y="3142272"/>
                  </a:lnTo>
                  <a:lnTo>
                    <a:pt x="647204" y="3143237"/>
                  </a:lnTo>
                  <a:lnTo>
                    <a:pt x="648716" y="3144761"/>
                  </a:lnTo>
                  <a:lnTo>
                    <a:pt x="649820" y="3145205"/>
                  </a:lnTo>
                  <a:lnTo>
                    <a:pt x="651992" y="3145205"/>
                  </a:lnTo>
                  <a:lnTo>
                    <a:pt x="652957" y="3144761"/>
                  </a:lnTo>
                  <a:lnTo>
                    <a:pt x="654481" y="3143237"/>
                  </a:lnTo>
                  <a:lnTo>
                    <a:pt x="654926" y="3142272"/>
                  </a:lnTo>
                  <a:lnTo>
                    <a:pt x="654926" y="3139998"/>
                  </a:lnTo>
                  <a:close/>
                </a:path>
                <a:path w="4145279" h="3227070">
                  <a:moveTo>
                    <a:pt x="686498" y="54013"/>
                  </a:moveTo>
                  <a:lnTo>
                    <a:pt x="686054" y="53022"/>
                  </a:lnTo>
                  <a:lnTo>
                    <a:pt x="683704" y="50634"/>
                  </a:lnTo>
                  <a:lnTo>
                    <a:pt x="680872" y="50634"/>
                  </a:lnTo>
                  <a:lnTo>
                    <a:pt x="679284" y="52222"/>
                  </a:lnTo>
                  <a:lnTo>
                    <a:pt x="678535" y="53022"/>
                  </a:lnTo>
                  <a:lnTo>
                    <a:pt x="678078" y="54013"/>
                  </a:lnTo>
                  <a:lnTo>
                    <a:pt x="678078" y="56400"/>
                  </a:lnTo>
                  <a:lnTo>
                    <a:pt x="678535" y="57404"/>
                  </a:lnTo>
                  <a:lnTo>
                    <a:pt x="679284" y="58153"/>
                  </a:lnTo>
                  <a:lnTo>
                    <a:pt x="680085" y="58953"/>
                  </a:lnTo>
                  <a:lnTo>
                    <a:pt x="681215" y="59397"/>
                  </a:lnTo>
                  <a:lnTo>
                    <a:pt x="683463" y="59397"/>
                  </a:lnTo>
                  <a:lnTo>
                    <a:pt x="684466" y="58953"/>
                  </a:lnTo>
                  <a:lnTo>
                    <a:pt x="685253" y="58153"/>
                  </a:lnTo>
                  <a:lnTo>
                    <a:pt x="686054" y="57404"/>
                  </a:lnTo>
                  <a:lnTo>
                    <a:pt x="686498" y="56400"/>
                  </a:lnTo>
                  <a:lnTo>
                    <a:pt x="686498" y="54013"/>
                  </a:lnTo>
                  <a:close/>
                </a:path>
                <a:path w="4145279" h="3227070">
                  <a:moveTo>
                    <a:pt x="744715" y="3121787"/>
                  </a:moveTo>
                  <a:lnTo>
                    <a:pt x="744194" y="3120606"/>
                  </a:lnTo>
                  <a:lnTo>
                    <a:pt x="743229" y="3119678"/>
                  </a:lnTo>
                  <a:lnTo>
                    <a:pt x="741400" y="3117812"/>
                  </a:lnTo>
                  <a:lnTo>
                    <a:pt x="738047" y="3117812"/>
                  </a:lnTo>
                  <a:lnTo>
                    <a:pt x="736193" y="3119678"/>
                  </a:lnTo>
                  <a:lnTo>
                    <a:pt x="735291" y="3120606"/>
                  </a:lnTo>
                  <a:lnTo>
                    <a:pt x="734745" y="3121787"/>
                  </a:lnTo>
                  <a:lnTo>
                    <a:pt x="734745" y="3124581"/>
                  </a:lnTo>
                  <a:lnTo>
                    <a:pt x="735291" y="3125787"/>
                  </a:lnTo>
                  <a:lnTo>
                    <a:pt x="736193" y="3126676"/>
                  </a:lnTo>
                  <a:lnTo>
                    <a:pt x="737120" y="3127641"/>
                  </a:lnTo>
                  <a:lnTo>
                    <a:pt x="738466" y="3128162"/>
                  </a:lnTo>
                  <a:lnTo>
                    <a:pt x="741121" y="3128162"/>
                  </a:lnTo>
                  <a:lnTo>
                    <a:pt x="742302" y="3127641"/>
                  </a:lnTo>
                  <a:lnTo>
                    <a:pt x="743229" y="3126676"/>
                  </a:lnTo>
                  <a:lnTo>
                    <a:pt x="744194" y="3125787"/>
                  </a:lnTo>
                  <a:lnTo>
                    <a:pt x="744715" y="3124581"/>
                  </a:lnTo>
                  <a:lnTo>
                    <a:pt x="744715" y="3121787"/>
                  </a:lnTo>
                  <a:close/>
                </a:path>
                <a:path w="4145279" h="3227070">
                  <a:moveTo>
                    <a:pt x="773455" y="6997"/>
                  </a:moveTo>
                  <a:lnTo>
                    <a:pt x="772972" y="5930"/>
                  </a:lnTo>
                  <a:lnTo>
                    <a:pt x="772147" y="5105"/>
                  </a:lnTo>
                  <a:lnTo>
                    <a:pt x="770483" y="3416"/>
                  </a:lnTo>
                  <a:lnTo>
                    <a:pt x="767486" y="3416"/>
                  </a:lnTo>
                  <a:lnTo>
                    <a:pt x="764971" y="5930"/>
                  </a:lnTo>
                  <a:lnTo>
                    <a:pt x="764489" y="6997"/>
                  </a:lnTo>
                  <a:lnTo>
                    <a:pt x="764489" y="9525"/>
                  </a:lnTo>
                  <a:lnTo>
                    <a:pt x="764971" y="10591"/>
                  </a:lnTo>
                  <a:lnTo>
                    <a:pt x="766660" y="12280"/>
                  </a:lnTo>
                  <a:lnTo>
                    <a:pt x="767829" y="12725"/>
                  </a:lnTo>
                  <a:lnTo>
                    <a:pt x="770216" y="12725"/>
                  </a:lnTo>
                  <a:lnTo>
                    <a:pt x="771283" y="12280"/>
                  </a:lnTo>
                  <a:lnTo>
                    <a:pt x="772972" y="10591"/>
                  </a:lnTo>
                  <a:lnTo>
                    <a:pt x="773455" y="9525"/>
                  </a:lnTo>
                  <a:lnTo>
                    <a:pt x="773455" y="6997"/>
                  </a:lnTo>
                  <a:close/>
                </a:path>
                <a:path w="4145279" h="3227070">
                  <a:moveTo>
                    <a:pt x="826833" y="3148863"/>
                  </a:moveTo>
                  <a:lnTo>
                    <a:pt x="826427" y="3147923"/>
                  </a:lnTo>
                  <a:lnTo>
                    <a:pt x="825703" y="3147199"/>
                  </a:lnTo>
                  <a:lnTo>
                    <a:pt x="824242" y="3145752"/>
                  </a:lnTo>
                  <a:lnTo>
                    <a:pt x="821690" y="3145752"/>
                  </a:lnTo>
                  <a:lnTo>
                    <a:pt x="819518" y="3147923"/>
                  </a:lnTo>
                  <a:lnTo>
                    <a:pt x="819111" y="3148863"/>
                  </a:lnTo>
                  <a:lnTo>
                    <a:pt x="819111" y="3151035"/>
                  </a:lnTo>
                  <a:lnTo>
                    <a:pt x="819518" y="3151962"/>
                  </a:lnTo>
                  <a:lnTo>
                    <a:pt x="820242" y="3152660"/>
                  </a:lnTo>
                  <a:lnTo>
                    <a:pt x="820966" y="3153410"/>
                  </a:lnTo>
                  <a:lnTo>
                    <a:pt x="822007" y="3153791"/>
                  </a:lnTo>
                  <a:lnTo>
                    <a:pt x="824077" y="3153791"/>
                  </a:lnTo>
                  <a:lnTo>
                    <a:pt x="824979" y="3153410"/>
                  </a:lnTo>
                  <a:lnTo>
                    <a:pt x="825703" y="3152660"/>
                  </a:lnTo>
                  <a:lnTo>
                    <a:pt x="826427" y="3151962"/>
                  </a:lnTo>
                  <a:lnTo>
                    <a:pt x="826833" y="3151035"/>
                  </a:lnTo>
                  <a:lnTo>
                    <a:pt x="826833" y="3148863"/>
                  </a:lnTo>
                  <a:close/>
                </a:path>
                <a:path w="4145279" h="3227070">
                  <a:moveTo>
                    <a:pt x="862863" y="21869"/>
                  </a:moveTo>
                  <a:lnTo>
                    <a:pt x="861923" y="19761"/>
                  </a:lnTo>
                  <a:lnTo>
                    <a:pt x="860272" y="18148"/>
                  </a:lnTo>
                  <a:lnTo>
                    <a:pt x="857034" y="14871"/>
                  </a:lnTo>
                  <a:lnTo>
                    <a:pt x="851192" y="14871"/>
                  </a:lnTo>
                  <a:lnTo>
                    <a:pt x="847915" y="18148"/>
                  </a:lnTo>
                  <a:lnTo>
                    <a:pt x="846302" y="19761"/>
                  </a:lnTo>
                  <a:lnTo>
                    <a:pt x="845362" y="21869"/>
                  </a:lnTo>
                  <a:lnTo>
                    <a:pt x="845362" y="26771"/>
                  </a:lnTo>
                  <a:lnTo>
                    <a:pt x="846302" y="28867"/>
                  </a:lnTo>
                  <a:lnTo>
                    <a:pt x="849541" y="32143"/>
                  </a:lnTo>
                  <a:lnTo>
                    <a:pt x="851890" y="33083"/>
                  </a:lnTo>
                  <a:lnTo>
                    <a:pt x="856551" y="33083"/>
                  </a:lnTo>
                  <a:lnTo>
                    <a:pt x="858647" y="32143"/>
                  </a:lnTo>
                  <a:lnTo>
                    <a:pt x="860272" y="30492"/>
                  </a:lnTo>
                  <a:lnTo>
                    <a:pt x="861923" y="28867"/>
                  </a:lnTo>
                  <a:lnTo>
                    <a:pt x="862863" y="26771"/>
                  </a:lnTo>
                  <a:lnTo>
                    <a:pt x="862863" y="21869"/>
                  </a:lnTo>
                  <a:close/>
                </a:path>
                <a:path w="4145279" h="3227070">
                  <a:moveTo>
                    <a:pt x="918514" y="3124822"/>
                  </a:moveTo>
                  <a:lnTo>
                    <a:pt x="918070" y="3123857"/>
                  </a:lnTo>
                  <a:lnTo>
                    <a:pt x="917346" y="3123133"/>
                  </a:lnTo>
                  <a:lnTo>
                    <a:pt x="915898" y="3121672"/>
                  </a:lnTo>
                  <a:lnTo>
                    <a:pt x="913269" y="3121672"/>
                  </a:lnTo>
                  <a:lnTo>
                    <a:pt x="911059" y="3123857"/>
                  </a:lnTo>
                  <a:lnTo>
                    <a:pt x="910653" y="3124784"/>
                  </a:lnTo>
                  <a:lnTo>
                    <a:pt x="910653" y="3126994"/>
                  </a:lnTo>
                  <a:lnTo>
                    <a:pt x="911059" y="3127959"/>
                  </a:lnTo>
                  <a:lnTo>
                    <a:pt x="911796" y="3128683"/>
                  </a:lnTo>
                  <a:lnTo>
                    <a:pt x="912545" y="3129407"/>
                  </a:lnTo>
                  <a:lnTo>
                    <a:pt x="913587" y="3129813"/>
                  </a:lnTo>
                  <a:lnTo>
                    <a:pt x="915657" y="3129813"/>
                  </a:lnTo>
                  <a:lnTo>
                    <a:pt x="916622" y="3129407"/>
                  </a:lnTo>
                  <a:lnTo>
                    <a:pt x="917346" y="3128683"/>
                  </a:lnTo>
                  <a:lnTo>
                    <a:pt x="918108" y="3127959"/>
                  </a:lnTo>
                  <a:lnTo>
                    <a:pt x="918514" y="3126994"/>
                  </a:lnTo>
                  <a:lnTo>
                    <a:pt x="918514" y="3124822"/>
                  </a:lnTo>
                  <a:close/>
                </a:path>
                <a:path w="4145279" h="3227070">
                  <a:moveTo>
                    <a:pt x="947127" y="42392"/>
                  </a:moveTo>
                  <a:lnTo>
                    <a:pt x="946302" y="40462"/>
                  </a:lnTo>
                  <a:lnTo>
                    <a:pt x="944778" y="38938"/>
                  </a:lnTo>
                  <a:lnTo>
                    <a:pt x="941781" y="35941"/>
                  </a:lnTo>
                  <a:lnTo>
                    <a:pt x="936421" y="35941"/>
                  </a:lnTo>
                  <a:lnTo>
                    <a:pt x="933386" y="38938"/>
                  </a:lnTo>
                  <a:lnTo>
                    <a:pt x="931913" y="40462"/>
                  </a:lnTo>
                  <a:lnTo>
                    <a:pt x="931049" y="42392"/>
                  </a:lnTo>
                  <a:lnTo>
                    <a:pt x="931049" y="46913"/>
                  </a:lnTo>
                  <a:lnTo>
                    <a:pt x="931913" y="48844"/>
                  </a:lnTo>
                  <a:lnTo>
                    <a:pt x="933386" y="50292"/>
                  </a:lnTo>
                  <a:lnTo>
                    <a:pt x="934910" y="51841"/>
                  </a:lnTo>
                  <a:lnTo>
                    <a:pt x="937044" y="52666"/>
                  </a:lnTo>
                  <a:lnTo>
                    <a:pt x="941324" y="52666"/>
                  </a:lnTo>
                  <a:lnTo>
                    <a:pt x="943254" y="51816"/>
                  </a:lnTo>
                  <a:lnTo>
                    <a:pt x="946302" y="48806"/>
                  </a:lnTo>
                  <a:lnTo>
                    <a:pt x="947127" y="46913"/>
                  </a:lnTo>
                  <a:lnTo>
                    <a:pt x="947127" y="42392"/>
                  </a:lnTo>
                  <a:close/>
                </a:path>
                <a:path w="4145279" h="3227070">
                  <a:moveTo>
                    <a:pt x="1005408" y="3134410"/>
                  </a:moveTo>
                  <a:lnTo>
                    <a:pt x="1004887" y="3133267"/>
                  </a:lnTo>
                  <a:lnTo>
                    <a:pt x="1003985" y="3132366"/>
                  </a:lnTo>
                  <a:lnTo>
                    <a:pt x="1002233" y="3130613"/>
                  </a:lnTo>
                  <a:lnTo>
                    <a:pt x="999096" y="3130613"/>
                  </a:lnTo>
                  <a:lnTo>
                    <a:pt x="997292" y="3132366"/>
                  </a:lnTo>
                  <a:lnTo>
                    <a:pt x="996429" y="3133267"/>
                  </a:lnTo>
                  <a:lnTo>
                    <a:pt x="995946" y="3134410"/>
                  </a:lnTo>
                  <a:lnTo>
                    <a:pt x="995946" y="3137065"/>
                  </a:lnTo>
                  <a:lnTo>
                    <a:pt x="996429" y="3138195"/>
                  </a:lnTo>
                  <a:lnTo>
                    <a:pt x="998194" y="3139960"/>
                  </a:lnTo>
                  <a:lnTo>
                    <a:pt x="999439" y="3140443"/>
                  </a:lnTo>
                  <a:lnTo>
                    <a:pt x="1001991" y="3140443"/>
                  </a:lnTo>
                  <a:lnTo>
                    <a:pt x="1003122" y="3139960"/>
                  </a:lnTo>
                  <a:lnTo>
                    <a:pt x="1003985" y="3139059"/>
                  </a:lnTo>
                  <a:lnTo>
                    <a:pt x="1004887" y="3138195"/>
                  </a:lnTo>
                  <a:lnTo>
                    <a:pt x="1005408" y="3137065"/>
                  </a:lnTo>
                  <a:lnTo>
                    <a:pt x="1005408" y="3134410"/>
                  </a:lnTo>
                  <a:close/>
                </a:path>
                <a:path w="4145279" h="3227070">
                  <a:moveTo>
                    <a:pt x="1030693" y="48602"/>
                  </a:moveTo>
                  <a:lnTo>
                    <a:pt x="1030046" y="47117"/>
                  </a:lnTo>
                  <a:lnTo>
                    <a:pt x="1028903" y="45986"/>
                  </a:lnTo>
                  <a:lnTo>
                    <a:pt x="1026629" y="43675"/>
                  </a:lnTo>
                  <a:lnTo>
                    <a:pt x="1022515" y="43675"/>
                  </a:lnTo>
                  <a:lnTo>
                    <a:pt x="1019073" y="47117"/>
                  </a:lnTo>
                  <a:lnTo>
                    <a:pt x="1018413" y="48602"/>
                  </a:lnTo>
                  <a:lnTo>
                    <a:pt x="1018413" y="52057"/>
                  </a:lnTo>
                  <a:lnTo>
                    <a:pt x="1019073" y="53530"/>
                  </a:lnTo>
                  <a:lnTo>
                    <a:pt x="1021346" y="55841"/>
                  </a:lnTo>
                  <a:lnTo>
                    <a:pt x="1022997" y="56502"/>
                  </a:lnTo>
                  <a:lnTo>
                    <a:pt x="1026287" y="56502"/>
                  </a:lnTo>
                  <a:lnTo>
                    <a:pt x="1027760" y="55841"/>
                  </a:lnTo>
                  <a:lnTo>
                    <a:pt x="1030046" y="53530"/>
                  </a:lnTo>
                  <a:lnTo>
                    <a:pt x="1030693" y="52057"/>
                  </a:lnTo>
                  <a:lnTo>
                    <a:pt x="1030693" y="48602"/>
                  </a:lnTo>
                  <a:close/>
                </a:path>
                <a:path w="4145279" h="3227070">
                  <a:moveTo>
                    <a:pt x="1074102" y="3216922"/>
                  </a:moveTo>
                  <a:lnTo>
                    <a:pt x="1073315" y="3215094"/>
                  </a:lnTo>
                  <a:lnTo>
                    <a:pt x="1071867" y="3213646"/>
                  </a:lnTo>
                  <a:lnTo>
                    <a:pt x="1068997" y="3210776"/>
                  </a:lnTo>
                  <a:lnTo>
                    <a:pt x="1063891" y="3210776"/>
                  </a:lnTo>
                  <a:lnTo>
                    <a:pt x="1060996" y="3213646"/>
                  </a:lnTo>
                  <a:lnTo>
                    <a:pt x="1059573" y="3215094"/>
                  </a:lnTo>
                  <a:lnTo>
                    <a:pt x="1058748" y="3216922"/>
                  </a:lnTo>
                  <a:lnTo>
                    <a:pt x="1058748" y="3221228"/>
                  </a:lnTo>
                  <a:lnTo>
                    <a:pt x="1059573" y="3223095"/>
                  </a:lnTo>
                  <a:lnTo>
                    <a:pt x="1062443" y="3225952"/>
                  </a:lnTo>
                  <a:lnTo>
                    <a:pt x="1064475" y="3226752"/>
                  </a:lnTo>
                  <a:lnTo>
                    <a:pt x="1068590" y="3226752"/>
                  </a:lnTo>
                  <a:lnTo>
                    <a:pt x="1070419" y="3225952"/>
                  </a:lnTo>
                  <a:lnTo>
                    <a:pt x="1073315" y="3223095"/>
                  </a:lnTo>
                  <a:lnTo>
                    <a:pt x="1074102" y="3221228"/>
                  </a:lnTo>
                  <a:lnTo>
                    <a:pt x="1074102" y="3216922"/>
                  </a:lnTo>
                  <a:close/>
                </a:path>
                <a:path w="4145279" h="3227070">
                  <a:moveTo>
                    <a:pt x="1263751" y="1942846"/>
                  </a:moveTo>
                  <a:lnTo>
                    <a:pt x="1262824" y="1940750"/>
                  </a:lnTo>
                  <a:lnTo>
                    <a:pt x="1261160" y="1939124"/>
                  </a:lnTo>
                  <a:lnTo>
                    <a:pt x="1257922" y="1935848"/>
                  </a:lnTo>
                  <a:lnTo>
                    <a:pt x="1252093" y="1935848"/>
                  </a:lnTo>
                  <a:lnTo>
                    <a:pt x="1247190" y="1940750"/>
                  </a:lnTo>
                  <a:lnTo>
                    <a:pt x="1246251" y="1942846"/>
                  </a:lnTo>
                  <a:lnTo>
                    <a:pt x="1246251" y="1947786"/>
                  </a:lnTo>
                  <a:lnTo>
                    <a:pt x="1247190" y="1949856"/>
                  </a:lnTo>
                  <a:lnTo>
                    <a:pt x="1250467" y="1953133"/>
                  </a:lnTo>
                  <a:lnTo>
                    <a:pt x="1252778" y="1954060"/>
                  </a:lnTo>
                  <a:lnTo>
                    <a:pt x="1257439" y="1954060"/>
                  </a:lnTo>
                  <a:lnTo>
                    <a:pt x="1259535" y="1953133"/>
                  </a:lnTo>
                  <a:lnTo>
                    <a:pt x="1261160" y="1951469"/>
                  </a:lnTo>
                  <a:lnTo>
                    <a:pt x="1262824" y="1949856"/>
                  </a:lnTo>
                  <a:lnTo>
                    <a:pt x="1263751" y="1947786"/>
                  </a:lnTo>
                  <a:lnTo>
                    <a:pt x="1263751" y="1942846"/>
                  </a:lnTo>
                  <a:close/>
                </a:path>
                <a:path w="4145279" h="3227070">
                  <a:moveTo>
                    <a:pt x="1296809" y="1520596"/>
                  </a:moveTo>
                  <a:lnTo>
                    <a:pt x="1296047" y="1518945"/>
                  </a:lnTo>
                  <a:lnTo>
                    <a:pt x="1294777" y="1517637"/>
                  </a:lnTo>
                  <a:lnTo>
                    <a:pt x="1292186" y="1515046"/>
                  </a:lnTo>
                  <a:lnTo>
                    <a:pt x="1287564" y="1515046"/>
                  </a:lnTo>
                  <a:lnTo>
                    <a:pt x="1283665" y="1518945"/>
                  </a:lnTo>
                  <a:lnTo>
                    <a:pt x="1282941" y="1520596"/>
                  </a:lnTo>
                  <a:lnTo>
                    <a:pt x="1282941" y="1524495"/>
                  </a:lnTo>
                  <a:lnTo>
                    <a:pt x="1283665" y="1526159"/>
                  </a:lnTo>
                  <a:lnTo>
                    <a:pt x="1284973" y="1527429"/>
                  </a:lnTo>
                  <a:lnTo>
                    <a:pt x="1286243" y="1528737"/>
                  </a:lnTo>
                  <a:lnTo>
                    <a:pt x="1288110" y="1529461"/>
                  </a:lnTo>
                  <a:lnTo>
                    <a:pt x="1291805" y="1529461"/>
                  </a:lnTo>
                  <a:lnTo>
                    <a:pt x="1293456" y="1528737"/>
                  </a:lnTo>
                  <a:lnTo>
                    <a:pt x="1296047" y="1526159"/>
                  </a:lnTo>
                  <a:lnTo>
                    <a:pt x="1296809" y="1524495"/>
                  </a:lnTo>
                  <a:lnTo>
                    <a:pt x="1296809" y="1520596"/>
                  </a:lnTo>
                  <a:close/>
                </a:path>
                <a:path w="4145279" h="3227070">
                  <a:moveTo>
                    <a:pt x="1298219" y="1177963"/>
                  </a:moveTo>
                  <a:lnTo>
                    <a:pt x="1297571" y="1176477"/>
                  </a:lnTo>
                  <a:lnTo>
                    <a:pt x="1296390" y="1175346"/>
                  </a:lnTo>
                  <a:lnTo>
                    <a:pt x="1294117" y="1173035"/>
                  </a:lnTo>
                  <a:lnTo>
                    <a:pt x="1290040" y="1173035"/>
                  </a:lnTo>
                  <a:lnTo>
                    <a:pt x="1286598" y="1176477"/>
                  </a:lnTo>
                  <a:lnTo>
                    <a:pt x="1285976" y="1177963"/>
                  </a:lnTo>
                  <a:lnTo>
                    <a:pt x="1285976" y="1181379"/>
                  </a:lnTo>
                  <a:lnTo>
                    <a:pt x="1286598" y="1182865"/>
                  </a:lnTo>
                  <a:lnTo>
                    <a:pt x="1288872" y="1185176"/>
                  </a:lnTo>
                  <a:lnTo>
                    <a:pt x="1290523" y="1185799"/>
                  </a:lnTo>
                  <a:lnTo>
                    <a:pt x="1293799" y="1185799"/>
                  </a:lnTo>
                  <a:lnTo>
                    <a:pt x="1295260" y="1185138"/>
                  </a:lnTo>
                  <a:lnTo>
                    <a:pt x="1297571" y="1182865"/>
                  </a:lnTo>
                  <a:lnTo>
                    <a:pt x="1298219" y="1181379"/>
                  </a:lnTo>
                  <a:lnTo>
                    <a:pt x="1298219" y="1177963"/>
                  </a:lnTo>
                  <a:close/>
                </a:path>
                <a:path w="4145279" h="3227070">
                  <a:moveTo>
                    <a:pt x="1301813" y="1349298"/>
                  </a:moveTo>
                  <a:lnTo>
                    <a:pt x="1301191" y="1347812"/>
                  </a:lnTo>
                  <a:lnTo>
                    <a:pt x="1297774" y="1344396"/>
                  </a:lnTo>
                  <a:lnTo>
                    <a:pt x="1293698" y="1344396"/>
                  </a:lnTo>
                  <a:lnTo>
                    <a:pt x="1291386" y="1346682"/>
                  </a:lnTo>
                  <a:lnTo>
                    <a:pt x="1290281" y="1347812"/>
                  </a:lnTo>
                  <a:lnTo>
                    <a:pt x="1289634" y="1349298"/>
                  </a:lnTo>
                  <a:lnTo>
                    <a:pt x="1289634" y="1352715"/>
                  </a:lnTo>
                  <a:lnTo>
                    <a:pt x="1290281" y="1354201"/>
                  </a:lnTo>
                  <a:lnTo>
                    <a:pt x="1292529" y="1356474"/>
                  </a:lnTo>
                  <a:lnTo>
                    <a:pt x="1294180" y="1357096"/>
                  </a:lnTo>
                  <a:lnTo>
                    <a:pt x="1297432" y="1357096"/>
                  </a:lnTo>
                  <a:lnTo>
                    <a:pt x="1298879" y="1356474"/>
                  </a:lnTo>
                  <a:lnTo>
                    <a:pt x="1300022" y="1355305"/>
                  </a:lnTo>
                  <a:lnTo>
                    <a:pt x="1301153" y="1354201"/>
                  </a:lnTo>
                  <a:lnTo>
                    <a:pt x="1301813" y="1352715"/>
                  </a:lnTo>
                  <a:lnTo>
                    <a:pt x="1301813" y="1350924"/>
                  </a:lnTo>
                  <a:lnTo>
                    <a:pt x="1301813" y="1349298"/>
                  </a:lnTo>
                  <a:close/>
                </a:path>
                <a:path w="4145279" h="3227070">
                  <a:moveTo>
                    <a:pt x="1309166" y="1776272"/>
                  </a:moveTo>
                  <a:lnTo>
                    <a:pt x="1308227" y="1774240"/>
                  </a:lnTo>
                  <a:lnTo>
                    <a:pt x="1303426" y="1769440"/>
                  </a:lnTo>
                  <a:lnTo>
                    <a:pt x="1297736" y="1769440"/>
                  </a:lnTo>
                  <a:lnTo>
                    <a:pt x="1294536" y="1772615"/>
                  </a:lnTo>
                  <a:lnTo>
                    <a:pt x="1292948" y="1774240"/>
                  </a:lnTo>
                  <a:lnTo>
                    <a:pt x="1292009" y="1776272"/>
                  </a:lnTo>
                  <a:lnTo>
                    <a:pt x="1292009" y="1781073"/>
                  </a:lnTo>
                  <a:lnTo>
                    <a:pt x="1292948" y="1783143"/>
                  </a:lnTo>
                  <a:lnTo>
                    <a:pt x="1294536" y="1784692"/>
                  </a:lnTo>
                  <a:lnTo>
                    <a:pt x="1296111" y="1786318"/>
                  </a:lnTo>
                  <a:lnTo>
                    <a:pt x="1298397" y="1787245"/>
                  </a:lnTo>
                  <a:lnTo>
                    <a:pt x="1300708" y="1787245"/>
                  </a:lnTo>
                  <a:lnTo>
                    <a:pt x="1302981" y="1787245"/>
                  </a:lnTo>
                  <a:lnTo>
                    <a:pt x="1305013" y="1786318"/>
                  </a:lnTo>
                  <a:lnTo>
                    <a:pt x="1306601" y="1784692"/>
                  </a:lnTo>
                  <a:lnTo>
                    <a:pt x="1308227" y="1783143"/>
                  </a:lnTo>
                  <a:lnTo>
                    <a:pt x="1309166" y="1781073"/>
                  </a:lnTo>
                  <a:lnTo>
                    <a:pt x="1309166" y="1776272"/>
                  </a:lnTo>
                  <a:close/>
                </a:path>
                <a:path w="4145279" h="3227070">
                  <a:moveTo>
                    <a:pt x="1309992" y="836358"/>
                  </a:moveTo>
                  <a:lnTo>
                    <a:pt x="1309509" y="835228"/>
                  </a:lnTo>
                  <a:lnTo>
                    <a:pt x="1308646" y="834364"/>
                  </a:lnTo>
                  <a:lnTo>
                    <a:pt x="1306918" y="832637"/>
                  </a:lnTo>
                  <a:lnTo>
                    <a:pt x="1303807" y="832637"/>
                  </a:lnTo>
                  <a:lnTo>
                    <a:pt x="1302054" y="834364"/>
                  </a:lnTo>
                  <a:lnTo>
                    <a:pt x="1301229" y="835253"/>
                  </a:lnTo>
                  <a:lnTo>
                    <a:pt x="1300708" y="836358"/>
                  </a:lnTo>
                  <a:lnTo>
                    <a:pt x="1300708" y="838949"/>
                  </a:lnTo>
                  <a:lnTo>
                    <a:pt x="1301229" y="840092"/>
                  </a:lnTo>
                  <a:lnTo>
                    <a:pt x="1302943" y="841806"/>
                  </a:lnTo>
                  <a:lnTo>
                    <a:pt x="1304163" y="842289"/>
                  </a:lnTo>
                  <a:lnTo>
                    <a:pt x="1306639" y="842289"/>
                  </a:lnTo>
                  <a:lnTo>
                    <a:pt x="1307782" y="841806"/>
                  </a:lnTo>
                  <a:lnTo>
                    <a:pt x="1308646" y="840917"/>
                  </a:lnTo>
                  <a:lnTo>
                    <a:pt x="1309509" y="840092"/>
                  </a:lnTo>
                  <a:lnTo>
                    <a:pt x="1309992" y="838949"/>
                  </a:lnTo>
                  <a:lnTo>
                    <a:pt x="1309992" y="836358"/>
                  </a:lnTo>
                  <a:close/>
                </a:path>
                <a:path w="4145279" h="3227070">
                  <a:moveTo>
                    <a:pt x="1312405" y="1691932"/>
                  </a:moveTo>
                  <a:lnTo>
                    <a:pt x="1311922" y="1690903"/>
                  </a:lnTo>
                  <a:lnTo>
                    <a:pt x="1309471" y="1688414"/>
                  </a:lnTo>
                  <a:lnTo>
                    <a:pt x="1306499" y="1688414"/>
                  </a:lnTo>
                  <a:lnTo>
                    <a:pt x="1304048" y="1690903"/>
                  </a:lnTo>
                  <a:lnTo>
                    <a:pt x="1303566" y="1691970"/>
                  </a:lnTo>
                  <a:lnTo>
                    <a:pt x="1303566" y="1694459"/>
                  </a:lnTo>
                  <a:lnTo>
                    <a:pt x="1304048" y="1695488"/>
                  </a:lnTo>
                  <a:lnTo>
                    <a:pt x="1304886" y="1696313"/>
                  </a:lnTo>
                  <a:lnTo>
                    <a:pt x="1305674" y="1697139"/>
                  </a:lnTo>
                  <a:lnTo>
                    <a:pt x="1306842" y="1697596"/>
                  </a:lnTo>
                  <a:lnTo>
                    <a:pt x="1309230" y="1697596"/>
                  </a:lnTo>
                  <a:lnTo>
                    <a:pt x="1310297" y="1697139"/>
                  </a:lnTo>
                  <a:lnTo>
                    <a:pt x="1311097" y="1696313"/>
                  </a:lnTo>
                  <a:lnTo>
                    <a:pt x="1311922" y="1695488"/>
                  </a:lnTo>
                  <a:lnTo>
                    <a:pt x="1312405" y="1694421"/>
                  </a:lnTo>
                  <a:lnTo>
                    <a:pt x="1312405" y="1693113"/>
                  </a:lnTo>
                  <a:lnTo>
                    <a:pt x="1312405" y="1691932"/>
                  </a:lnTo>
                  <a:close/>
                </a:path>
                <a:path w="4145279" h="3227070">
                  <a:moveTo>
                    <a:pt x="1314411" y="922324"/>
                  </a:moveTo>
                  <a:lnTo>
                    <a:pt x="1313992" y="921423"/>
                  </a:lnTo>
                  <a:lnTo>
                    <a:pt x="1313268" y="920699"/>
                  </a:lnTo>
                  <a:lnTo>
                    <a:pt x="1311846" y="919289"/>
                  </a:lnTo>
                  <a:lnTo>
                    <a:pt x="1309293" y="919289"/>
                  </a:lnTo>
                  <a:lnTo>
                    <a:pt x="1307846" y="920699"/>
                  </a:lnTo>
                  <a:lnTo>
                    <a:pt x="1307122" y="921423"/>
                  </a:lnTo>
                  <a:lnTo>
                    <a:pt x="1306715" y="922350"/>
                  </a:lnTo>
                  <a:lnTo>
                    <a:pt x="1306715" y="924496"/>
                  </a:lnTo>
                  <a:lnTo>
                    <a:pt x="1307122" y="925423"/>
                  </a:lnTo>
                  <a:lnTo>
                    <a:pt x="1307846" y="926122"/>
                  </a:lnTo>
                  <a:lnTo>
                    <a:pt x="1308569" y="926846"/>
                  </a:lnTo>
                  <a:lnTo>
                    <a:pt x="1309573" y="927252"/>
                  </a:lnTo>
                  <a:lnTo>
                    <a:pt x="1311643" y="927252"/>
                  </a:lnTo>
                  <a:lnTo>
                    <a:pt x="1312583" y="926846"/>
                  </a:lnTo>
                  <a:lnTo>
                    <a:pt x="1313268" y="926122"/>
                  </a:lnTo>
                  <a:lnTo>
                    <a:pt x="1313992" y="925423"/>
                  </a:lnTo>
                  <a:lnTo>
                    <a:pt x="1314411" y="924496"/>
                  </a:lnTo>
                  <a:lnTo>
                    <a:pt x="1314411" y="922324"/>
                  </a:lnTo>
                  <a:close/>
                </a:path>
                <a:path w="4145279" h="3227070">
                  <a:moveTo>
                    <a:pt x="1317688" y="1865033"/>
                  </a:moveTo>
                  <a:lnTo>
                    <a:pt x="1317091" y="1863750"/>
                  </a:lnTo>
                  <a:lnTo>
                    <a:pt x="1314132" y="1860791"/>
                  </a:lnTo>
                  <a:lnTo>
                    <a:pt x="1310576" y="1860791"/>
                  </a:lnTo>
                  <a:lnTo>
                    <a:pt x="1307579" y="1863750"/>
                  </a:lnTo>
                  <a:lnTo>
                    <a:pt x="1307020" y="1865033"/>
                  </a:lnTo>
                  <a:lnTo>
                    <a:pt x="1307020" y="1868030"/>
                  </a:lnTo>
                  <a:lnTo>
                    <a:pt x="1307604" y="1869313"/>
                  </a:lnTo>
                  <a:lnTo>
                    <a:pt x="1309573" y="1871268"/>
                  </a:lnTo>
                  <a:lnTo>
                    <a:pt x="1310995" y="1871865"/>
                  </a:lnTo>
                  <a:lnTo>
                    <a:pt x="1312405" y="1871865"/>
                  </a:lnTo>
                  <a:lnTo>
                    <a:pt x="1313815" y="1871865"/>
                  </a:lnTo>
                  <a:lnTo>
                    <a:pt x="1315097" y="1871268"/>
                  </a:lnTo>
                  <a:lnTo>
                    <a:pt x="1316101" y="1870278"/>
                  </a:lnTo>
                  <a:lnTo>
                    <a:pt x="1317091" y="1869313"/>
                  </a:lnTo>
                  <a:lnTo>
                    <a:pt x="1317688" y="1868030"/>
                  </a:lnTo>
                  <a:lnTo>
                    <a:pt x="1317688" y="1865033"/>
                  </a:lnTo>
                  <a:close/>
                </a:path>
                <a:path w="4145279" h="3227070">
                  <a:moveTo>
                    <a:pt x="1321650" y="1092936"/>
                  </a:moveTo>
                  <a:lnTo>
                    <a:pt x="1320965" y="1091387"/>
                  </a:lnTo>
                  <a:lnTo>
                    <a:pt x="1319720" y="1090142"/>
                  </a:lnTo>
                  <a:lnTo>
                    <a:pt x="1317307" y="1087729"/>
                  </a:lnTo>
                  <a:lnTo>
                    <a:pt x="1312951" y="1087729"/>
                  </a:lnTo>
                  <a:lnTo>
                    <a:pt x="1310500" y="1090142"/>
                  </a:lnTo>
                  <a:lnTo>
                    <a:pt x="1309293" y="1091387"/>
                  </a:lnTo>
                  <a:lnTo>
                    <a:pt x="1308608" y="1092936"/>
                  </a:lnTo>
                  <a:lnTo>
                    <a:pt x="1308608" y="1096594"/>
                  </a:lnTo>
                  <a:lnTo>
                    <a:pt x="1309293" y="1098143"/>
                  </a:lnTo>
                  <a:lnTo>
                    <a:pt x="1311744" y="1100594"/>
                  </a:lnTo>
                  <a:lnTo>
                    <a:pt x="1313472" y="1101280"/>
                  </a:lnTo>
                  <a:lnTo>
                    <a:pt x="1316964" y="1101280"/>
                  </a:lnTo>
                  <a:lnTo>
                    <a:pt x="1318514" y="1100594"/>
                  </a:lnTo>
                  <a:lnTo>
                    <a:pt x="1319720" y="1099350"/>
                  </a:lnTo>
                  <a:lnTo>
                    <a:pt x="1320965" y="1098143"/>
                  </a:lnTo>
                  <a:lnTo>
                    <a:pt x="1321650" y="1096594"/>
                  </a:lnTo>
                  <a:lnTo>
                    <a:pt x="1321650" y="1092936"/>
                  </a:lnTo>
                  <a:close/>
                </a:path>
                <a:path w="4145279" h="3227070">
                  <a:moveTo>
                    <a:pt x="1323301" y="1007414"/>
                  </a:moveTo>
                  <a:lnTo>
                    <a:pt x="1322616" y="1005865"/>
                  </a:lnTo>
                  <a:lnTo>
                    <a:pt x="1321409" y="1004697"/>
                  </a:lnTo>
                  <a:lnTo>
                    <a:pt x="1319034" y="1002309"/>
                  </a:lnTo>
                  <a:lnTo>
                    <a:pt x="1314780" y="1002309"/>
                  </a:lnTo>
                  <a:lnTo>
                    <a:pt x="1311198" y="1005865"/>
                  </a:lnTo>
                  <a:lnTo>
                    <a:pt x="1310500" y="1007414"/>
                  </a:lnTo>
                  <a:lnTo>
                    <a:pt x="1310500" y="1011008"/>
                  </a:lnTo>
                  <a:lnTo>
                    <a:pt x="1311198" y="1012520"/>
                  </a:lnTo>
                  <a:lnTo>
                    <a:pt x="1313573" y="1014945"/>
                  </a:lnTo>
                  <a:lnTo>
                    <a:pt x="1315262" y="1015593"/>
                  </a:lnTo>
                  <a:lnTo>
                    <a:pt x="1318679" y="1015593"/>
                  </a:lnTo>
                  <a:lnTo>
                    <a:pt x="1320241" y="1014945"/>
                  </a:lnTo>
                  <a:lnTo>
                    <a:pt x="1322616" y="1012520"/>
                  </a:lnTo>
                  <a:lnTo>
                    <a:pt x="1323301" y="1011008"/>
                  </a:lnTo>
                  <a:lnTo>
                    <a:pt x="1323301" y="1007414"/>
                  </a:lnTo>
                  <a:close/>
                </a:path>
                <a:path w="4145279" h="3227070">
                  <a:moveTo>
                    <a:pt x="1329486" y="1435531"/>
                  </a:moveTo>
                  <a:lnTo>
                    <a:pt x="1328762" y="1433918"/>
                  </a:lnTo>
                  <a:lnTo>
                    <a:pt x="1324965" y="1430121"/>
                  </a:lnTo>
                  <a:lnTo>
                    <a:pt x="1320482" y="1430121"/>
                  </a:lnTo>
                  <a:lnTo>
                    <a:pt x="1317929" y="1432636"/>
                  </a:lnTo>
                  <a:lnTo>
                    <a:pt x="1316685" y="1433918"/>
                  </a:lnTo>
                  <a:lnTo>
                    <a:pt x="1315961" y="1435531"/>
                  </a:lnTo>
                  <a:lnTo>
                    <a:pt x="1315961" y="1439329"/>
                  </a:lnTo>
                  <a:lnTo>
                    <a:pt x="1316685" y="1440954"/>
                  </a:lnTo>
                  <a:lnTo>
                    <a:pt x="1319199" y="1443469"/>
                  </a:lnTo>
                  <a:lnTo>
                    <a:pt x="1320990" y="1444193"/>
                  </a:lnTo>
                  <a:lnTo>
                    <a:pt x="1324622" y="1444193"/>
                  </a:lnTo>
                  <a:lnTo>
                    <a:pt x="1326235" y="1443469"/>
                  </a:lnTo>
                  <a:lnTo>
                    <a:pt x="1327480" y="1442199"/>
                  </a:lnTo>
                  <a:lnTo>
                    <a:pt x="1328762" y="1440954"/>
                  </a:lnTo>
                  <a:lnTo>
                    <a:pt x="1329486" y="1439329"/>
                  </a:lnTo>
                  <a:lnTo>
                    <a:pt x="1329486" y="1435531"/>
                  </a:lnTo>
                  <a:close/>
                </a:path>
                <a:path w="4145279" h="3227070">
                  <a:moveTo>
                    <a:pt x="1332966" y="1263954"/>
                  </a:moveTo>
                  <a:lnTo>
                    <a:pt x="1332103" y="1261999"/>
                  </a:lnTo>
                  <a:lnTo>
                    <a:pt x="1330553" y="1260436"/>
                  </a:lnTo>
                  <a:lnTo>
                    <a:pt x="1327480" y="1257376"/>
                  </a:lnTo>
                  <a:lnTo>
                    <a:pt x="1321993" y="1257376"/>
                  </a:lnTo>
                  <a:lnTo>
                    <a:pt x="1317409" y="1261999"/>
                  </a:lnTo>
                  <a:lnTo>
                    <a:pt x="1316545" y="1263954"/>
                  </a:lnTo>
                  <a:lnTo>
                    <a:pt x="1316545" y="1268577"/>
                  </a:lnTo>
                  <a:lnTo>
                    <a:pt x="1317409" y="1270546"/>
                  </a:lnTo>
                  <a:lnTo>
                    <a:pt x="1320482" y="1273619"/>
                  </a:lnTo>
                  <a:lnTo>
                    <a:pt x="1322654" y="1274483"/>
                  </a:lnTo>
                  <a:lnTo>
                    <a:pt x="1327035" y="1274483"/>
                  </a:lnTo>
                  <a:lnTo>
                    <a:pt x="1329004" y="1273619"/>
                  </a:lnTo>
                  <a:lnTo>
                    <a:pt x="1332103" y="1270546"/>
                  </a:lnTo>
                  <a:lnTo>
                    <a:pt x="1332966" y="1268577"/>
                  </a:lnTo>
                  <a:lnTo>
                    <a:pt x="1332966" y="1263954"/>
                  </a:lnTo>
                  <a:close/>
                </a:path>
                <a:path w="4145279" h="3227070">
                  <a:moveTo>
                    <a:pt x="1334350" y="1605356"/>
                  </a:moveTo>
                  <a:lnTo>
                    <a:pt x="1333766" y="1604048"/>
                  </a:lnTo>
                  <a:lnTo>
                    <a:pt x="1330693" y="1600974"/>
                  </a:lnTo>
                  <a:lnTo>
                    <a:pt x="1327035" y="1600974"/>
                  </a:lnTo>
                  <a:lnTo>
                    <a:pt x="1323962" y="1604048"/>
                  </a:lnTo>
                  <a:lnTo>
                    <a:pt x="1323378" y="1605356"/>
                  </a:lnTo>
                  <a:lnTo>
                    <a:pt x="1323378" y="1608429"/>
                  </a:lnTo>
                  <a:lnTo>
                    <a:pt x="1324000" y="1609737"/>
                  </a:lnTo>
                  <a:lnTo>
                    <a:pt x="1325003" y="1610741"/>
                  </a:lnTo>
                  <a:lnTo>
                    <a:pt x="1325994" y="1611769"/>
                  </a:lnTo>
                  <a:lnTo>
                    <a:pt x="1327480" y="1612353"/>
                  </a:lnTo>
                  <a:lnTo>
                    <a:pt x="1330375" y="1612353"/>
                  </a:lnTo>
                  <a:lnTo>
                    <a:pt x="1331696" y="1611769"/>
                  </a:lnTo>
                  <a:lnTo>
                    <a:pt x="1332725" y="1610741"/>
                  </a:lnTo>
                  <a:lnTo>
                    <a:pt x="1333766" y="1609737"/>
                  </a:lnTo>
                  <a:lnTo>
                    <a:pt x="1334350" y="1608429"/>
                  </a:lnTo>
                  <a:lnTo>
                    <a:pt x="1334350" y="1605356"/>
                  </a:lnTo>
                  <a:close/>
                </a:path>
                <a:path w="4145279" h="3227070">
                  <a:moveTo>
                    <a:pt x="1643799" y="2215184"/>
                  </a:moveTo>
                  <a:lnTo>
                    <a:pt x="1642935" y="2213292"/>
                  </a:lnTo>
                  <a:lnTo>
                    <a:pt x="1638490" y="2208847"/>
                  </a:lnTo>
                  <a:lnTo>
                    <a:pt x="1633207" y="2208847"/>
                  </a:lnTo>
                  <a:lnTo>
                    <a:pt x="1628749" y="2213292"/>
                  </a:lnTo>
                  <a:lnTo>
                    <a:pt x="1627924" y="2215184"/>
                  </a:lnTo>
                  <a:lnTo>
                    <a:pt x="1627924" y="2219668"/>
                  </a:lnTo>
                  <a:lnTo>
                    <a:pt x="1628749" y="2221573"/>
                  </a:lnTo>
                  <a:lnTo>
                    <a:pt x="1630235" y="2223020"/>
                  </a:lnTo>
                  <a:lnTo>
                    <a:pt x="1631721" y="2224506"/>
                  </a:lnTo>
                  <a:lnTo>
                    <a:pt x="1633829" y="2225370"/>
                  </a:lnTo>
                  <a:lnTo>
                    <a:pt x="1638071" y="2225370"/>
                  </a:lnTo>
                  <a:lnTo>
                    <a:pt x="1639963" y="2224506"/>
                  </a:lnTo>
                  <a:lnTo>
                    <a:pt x="1642935" y="2221573"/>
                  </a:lnTo>
                  <a:lnTo>
                    <a:pt x="1643799" y="2219668"/>
                  </a:lnTo>
                  <a:lnTo>
                    <a:pt x="1643799" y="2215184"/>
                  </a:lnTo>
                  <a:close/>
                </a:path>
                <a:path w="4145279" h="3227070">
                  <a:moveTo>
                    <a:pt x="1726234" y="2236190"/>
                  </a:moveTo>
                  <a:lnTo>
                    <a:pt x="1725549" y="2234603"/>
                  </a:lnTo>
                  <a:lnTo>
                    <a:pt x="1724266" y="2233371"/>
                  </a:lnTo>
                  <a:lnTo>
                    <a:pt x="1721815" y="2230882"/>
                  </a:lnTo>
                  <a:lnTo>
                    <a:pt x="1717370" y="2230882"/>
                  </a:lnTo>
                  <a:lnTo>
                    <a:pt x="1714842" y="2233371"/>
                  </a:lnTo>
                  <a:lnTo>
                    <a:pt x="1713636" y="2234603"/>
                  </a:lnTo>
                  <a:lnTo>
                    <a:pt x="1712912" y="2236190"/>
                  </a:lnTo>
                  <a:lnTo>
                    <a:pt x="1712912" y="2239949"/>
                  </a:lnTo>
                  <a:lnTo>
                    <a:pt x="1713636" y="2241537"/>
                  </a:lnTo>
                  <a:lnTo>
                    <a:pt x="1714842" y="2242782"/>
                  </a:lnTo>
                  <a:lnTo>
                    <a:pt x="1716125" y="2244026"/>
                  </a:lnTo>
                  <a:lnTo>
                    <a:pt x="1717878" y="2244750"/>
                  </a:lnTo>
                  <a:lnTo>
                    <a:pt x="1721434" y="2244750"/>
                  </a:lnTo>
                  <a:lnTo>
                    <a:pt x="1723021" y="2244026"/>
                  </a:lnTo>
                  <a:lnTo>
                    <a:pt x="1725549" y="2241537"/>
                  </a:lnTo>
                  <a:lnTo>
                    <a:pt x="1726234" y="2239949"/>
                  </a:lnTo>
                  <a:lnTo>
                    <a:pt x="1726234" y="2236190"/>
                  </a:lnTo>
                  <a:close/>
                </a:path>
                <a:path w="4145279" h="3227070">
                  <a:moveTo>
                    <a:pt x="2912757" y="782485"/>
                  </a:moveTo>
                  <a:lnTo>
                    <a:pt x="2912199" y="781240"/>
                  </a:lnTo>
                  <a:lnTo>
                    <a:pt x="2911208" y="780275"/>
                  </a:lnTo>
                  <a:lnTo>
                    <a:pt x="2909303" y="778344"/>
                  </a:lnTo>
                  <a:lnTo>
                    <a:pt x="2905849" y="778344"/>
                  </a:lnTo>
                  <a:lnTo>
                    <a:pt x="2903893" y="780275"/>
                  </a:lnTo>
                  <a:lnTo>
                    <a:pt x="2902953" y="781240"/>
                  </a:lnTo>
                  <a:lnTo>
                    <a:pt x="2902369" y="782485"/>
                  </a:lnTo>
                  <a:lnTo>
                    <a:pt x="2902369" y="785380"/>
                  </a:lnTo>
                  <a:lnTo>
                    <a:pt x="2902953" y="786625"/>
                  </a:lnTo>
                  <a:lnTo>
                    <a:pt x="2903893" y="787590"/>
                  </a:lnTo>
                  <a:lnTo>
                    <a:pt x="2904858" y="788555"/>
                  </a:lnTo>
                  <a:lnTo>
                    <a:pt x="2906230" y="789101"/>
                  </a:lnTo>
                  <a:lnTo>
                    <a:pt x="2908998" y="789101"/>
                  </a:lnTo>
                  <a:lnTo>
                    <a:pt x="2910230" y="788555"/>
                  </a:lnTo>
                  <a:lnTo>
                    <a:pt x="2911208" y="787590"/>
                  </a:lnTo>
                  <a:lnTo>
                    <a:pt x="2912199" y="786625"/>
                  </a:lnTo>
                  <a:lnTo>
                    <a:pt x="2912757" y="785380"/>
                  </a:lnTo>
                  <a:lnTo>
                    <a:pt x="2912757" y="782485"/>
                  </a:lnTo>
                  <a:close/>
                </a:path>
                <a:path w="4145279" h="3227070">
                  <a:moveTo>
                    <a:pt x="2933801" y="1136091"/>
                  </a:moveTo>
                  <a:lnTo>
                    <a:pt x="2933217" y="1134770"/>
                  </a:lnTo>
                  <a:lnTo>
                    <a:pt x="2930106" y="1131671"/>
                  </a:lnTo>
                  <a:lnTo>
                    <a:pt x="2926448" y="1131671"/>
                  </a:lnTo>
                  <a:lnTo>
                    <a:pt x="2923349" y="1134770"/>
                  </a:lnTo>
                  <a:lnTo>
                    <a:pt x="2922765" y="1136091"/>
                  </a:lnTo>
                  <a:lnTo>
                    <a:pt x="2922765" y="1139190"/>
                  </a:lnTo>
                  <a:lnTo>
                    <a:pt x="2923349" y="1140498"/>
                  </a:lnTo>
                  <a:lnTo>
                    <a:pt x="2925419" y="1142568"/>
                  </a:lnTo>
                  <a:lnTo>
                    <a:pt x="2926867" y="1143152"/>
                  </a:lnTo>
                  <a:lnTo>
                    <a:pt x="2929839" y="1143152"/>
                  </a:lnTo>
                  <a:lnTo>
                    <a:pt x="2931147" y="1142568"/>
                  </a:lnTo>
                  <a:lnTo>
                    <a:pt x="2933217" y="1140498"/>
                  </a:lnTo>
                  <a:lnTo>
                    <a:pt x="2933801" y="1139190"/>
                  </a:lnTo>
                  <a:lnTo>
                    <a:pt x="2933801" y="1137564"/>
                  </a:lnTo>
                  <a:lnTo>
                    <a:pt x="2933801" y="1136091"/>
                  </a:lnTo>
                  <a:close/>
                </a:path>
                <a:path w="4145279" h="3227070">
                  <a:moveTo>
                    <a:pt x="2944152" y="867676"/>
                  </a:moveTo>
                  <a:lnTo>
                    <a:pt x="2943364" y="865886"/>
                  </a:lnTo>
                  <a:lnTo>
                    <a:pt x="2941942" y="864476"/>
                  </a:lnTo>
                  <a:lnTo>
                    <a:pt x="2939186" y="861682"/>
                  </a:lnTo>
                  <a:lnTo>
                    <a:pt x="2934182" y="861682"/>
                  </a:lnTo>
                  <a:lnTo>
                    <a:pt x="2931350" y="864476"/>
                  </a:lnTo>
                  <a:lnTo>
                    <a:pt x="2929979" y="865886"/>
                  </a:lnTo>
                  <a:lnTo>
                    <a:pt x="2929178" y="867676"/>
                  </a:lnTo>
                  <a:lnTo>
                    <a:pt x="2929178" y="871893"/>
                  </a:lnTo>
                  <a:lnTo>
                    <a:pt x="2929979" y="873683"/>
                  </a:lnTo>
                  <a:lnTo>
                    <a:pt x="2932773" y="876477"/>
                  </a:lnTo>
                  <a:lnTo>
                    <a:pt x="2934766" y="877277"/>
                  </a:lnTo>
                  <a:lnTo>
                    <a:pt x="2938767" y="877277"/>
                  </a:lnTo>
                  <a:lnTo>
                    <a:pt x="2940570" y="876477"/>
                  </a:lnTo>
                  <a:lnTo>
                    <a:pt x="2941942" y="875068"/>
                  </a:lnTo>
                  <a:lnTo>
                    <a:pt x="2943364" y="873683"/>
                  </a:lnTo>
                  <a:lnTo>
                    <a:pt x="2944152" y="871893"/>
                  </a:lnTo>
                  <a:lnTo>
                    <a:pt x="2944152" y="867676"/>
                  </a:lnTo>
                  <a:close/>
                </a:path>
                <a:path w="4145279" h="3227070">
                  <a:moveTo>
                    <a:pt x="2945333" y="1040053"/>
                  </a:moveTo>
                  <a:lnTo>
                    <a:pt x="2944711" y="1038644"/>
                  </a:lnTo>
                  <a:lnTo>
                    <a:pt x="2941396" y="1035329"/>
                  </a:lnTo>
                  <a:lnTo>
                    <a:pt x="2937421" y="1035329"/>
                  </a:lnTo>
                  <a:lnTo>
                    <a:pt x="2934119" y="1038644"/>
                  </a:lnTo>
                  <a:lnTo>
                    <a:pt x="2933496" y="1040053"/>
                  </a:lnTo>
                  <a:lnTo>
                    <a:pt x="2933496" y="1043393"/>
                  </a:lnTo>
                  <a:lnTo>
                    <a:pt x="2934119" y="1044816"/>
                  </a:lnTo>
                  <a:lnTo>
                    <a:pt x="2936329" y="1047026"/>
                  </a:lnTo>
                  <a:lnTo>
                    <a:pt x="2937916" y="1047673"/>
                  </a:lnTo>
                  <a:lnTo>
                    <a:pt x="2941053" y="1047673"/>
                  </a:lnTo>
                  <a:lnTo>
                    <a:pt x="2942463" y="1047026"/>
                  </a:lnTo>
                  <a:lnTo>
                    <a:pt x="2943606" y="1045921"/>
                  </a:lnTo>
                  <a:lnTo>
                    <a:pt x="2944711" y="1044816"/>
                  </a:lnTo>
                  <a:lnTo>
                    <a:pt x="2945333" y="1043393"/>
                  </a:lnTo>
                  <a:lnTo>
                    <a:pt x="2945333" y="1040053"/>
                  </a:lnTo>
                  <a:close/>
                </a:path>
                <a:path w="4145279" h="3227070">
                  <a:moveTo>
                    <a:pt x="2972930" y="951776"/>
                  </a:moveTo>
                  <a:lnTo>
                    <a:pt x="2972181" y="950125"/>
                  </a:lnTo>
                  <a:lnTo>
                    <a:pt x="2968269" y="946226"/>
                  </a:lnTo>
                  <a:lnTo>
                    <a:pt x="2963684" y="946226"/>
                  </a:lnTo>
                  <a:lnTo>
                    <a:pt x="2961068" y="948817"/>
                  </a:lnTo>
                  <a:lnTo>
                    <a:pt x="2959785" y="950125"/>
                  </a:lnTo>
                  <a:lnTo>
                    <a:pt x="2959023" y="951776"/>
                  </a:lnTo>
                  <a:lnTo>
                    <a:pt x="2959023" y="955675"/>
                  </a:lnTo>
                  <a:lnTo>
                    <a:pt x="2959785" y="957338"/>
                  </a:lnTo>
                  <a:lnTo>
                    <a:pt x="2961068" y="958608"/>
                  </a:lnTo>
                  <a:lnTo>
                    <a:pt x="2962376" y="959916"/>
                  </a:lnTo>
                  <a:lnTo>
                    <a:pt x="2964205" y="960678"/>
                  </a:lnTo>
                  <a:lnTo>
                    <a:pt x="2967926" y="960678"/>
                  </a:lnTo>
                  <a:lnTo>
                    <a:pt x="2969590" y="959916"/>
                  </a:lnTo>
                  <a:lnTo>
                    <a:pt x="2970860" y="958608"/>
                  </a:lnTo>
                  <a:lnTo>
                    <a:pt x="2972181" y="957338"/>
                  </a:lnTo>
                  <a:lnTo>
                    <a:pt x="2972930" y="955675"/>
                  </a:lnTo>
                  <a:lnTo>
                    <a:pt x="2972930" y="951776"/>
                  </a:lnTo>
                  <a:close/>
                </a:path>
                <a:path w="4145279" h="3227070">
                  <a:moveTo>
                    <a:pt x="3004299" y="1200899"/>
                  </a:moveTo>
                  <a:lnTo>
                    <a:pt x="3003778" y="1199769"/>
                  </a:lnTo>
                  <a:lnTo>
                    <a:pt x="3001162" y="1197140"/>
                  </a:lnTo>
                  <a:lnTo>
                    <a:pt x="2997987" y="1197140"/>
                  </a:lnTo>
                  <a:lnTo>
                    <a:pt x="2995358" y="1199769"/>
                  </a:lnTo>
                  <a:lnTo>
                    <a:pt x="2994850" y="1200899"/>
                  </a:lnTo>
                  <a:lnTo>
                    <a:pt x="2994850" y="1203553"/>
                  </a:lnTo>
                  <a:lnTo>
                    <a:pt x="2995358" y="1204696"/>
                  </a:lnTo>
                  <a:lnTo>
                    <a:pt x="2996222" y="1205560"/>
                  </a:lnTo>
                  <a:lnTo>
                    <a:pt x="2997123" y="1206461"/>
                  </a:lnTo>
                  <a:lnTo>
                    <a:pt x="2998368" y="1206969"/>
                  </a:lnTo>
                  <a:lnTo>
                    <a:pt x="3000883" y="1206969"/>
                  </a:lnTo>
                  <a:lnTo>
                    <a:pt x="3002026" y="1206461"/>
                  </a:lnTo>
                  <a:lnTo>
                    <a:pt x="3002915" y="1205560"/>
                  </a:lnTo>
                  <a:lnTo>
                    <a:pt x="3003816" y="1204696"/>
                  </a:lnTo>
                  <a:lnTo>
                    <a:pt x="3004299" y="1203553"/>
                  </a:lnTo>
                  <a:lnTo>
                    <a:pt x="3004299" y="1200899"/>
                  </a:lnTo>
                  <a:close/>
                </a:path>
                <a:path w="4145279" h="3227070">
                  <a:moveTo>
                    <a:pt x="3018726" y="1293241"/>
                  </a:moveTo>
                  <a:lnTo>
                    <a:pt x="3018205" y="1292110"/>
                  </a:lnTo>
                  <a:lnTo>
                    <a:pt x="3017342" y="1291209"/>
                  </a:lnTo>
                  <a:lnTo>
                    <a:pt x="3015551" y="1289456"/>
                  </a:lnTo>
                  <a:lnTo>
                    <a:pt x="3012414" y="1289456"/>
                  </a:lnTo>
                  <a:lnTo>
                    <a:pt x="3009722" y="1292110"/>
                  </a:lnTo>
                  <a:lnTo>
                    <a:pt x="3009239" y="1293241"/>
                  </a:lnTo>
                  <a:lnTo>
                    <a:pt x="3009239" y="1295895"/>
                  </a:lnTo>
                  <a:lnTo>
                    <a:pt x="3009747" y="1297038"/>
                  </a:lnTo>
                  <a:lnTo>
                    <a:pt x="3010611" y="1297901"/>
                  </a:lnTo>
                  <a:lnTo>
                    <a:pt x="3011513" y="1298803"/>
                  </a:lnTo>
                  <a:lnTo>
                    <a:pt x="3012757" y="1299311"/>
                  </a:lnTo>
                  <a:lnTo>
                    <a:pt x="3015310" y="1299311"/>
                  </a:lnTo>
                  <a:lnTo>
                    <a:pt x="3016440" y="1298803"/>
                  </a:lnTo>
                  <a:lnTo>
                    <a:pt x="3018205" y="1297038"/>
                  </a:lnTo>
                  <a:lnTo>
                    <a:pt x="3018726" y="1295895"/>
                  </a:lnTo>
                  <a:lnTo>
                    <a:pt x="3018726" y="1293241"/>
                  </a:lnTo>
                  <a:close/>
                </a:path>
                <a:path w="4145279" h="3227070">
                  <a:moveTo>
                    <a:pt x="3106229" y="1319250"/>
                  </a:moveTo>
                  <a:lnTo>
                    <a:pt x="3105785" y="1318221"/>
                  </a:lnTo>
                  <a:lnTo>
                    <a:pt x="3103334" y="1315770"/>
                  </a:lnTo>
                  <a:lnTo>
                    <a:pt x="3100400" y="1315770"/>
                  </a:lnTo>
                  <a:lnTo>
                    <a:pt x="3098774" y="1317396"/>
                  </a:lnTo>
                  <a:lnTo>
                    <a:pt x="3097987" y="1318221"/>
                  </a:lnTo>
                  <a:lnTo>
                    <a:pt x="3097504" y="1319250"/>
                  </a:lnTo>
                  <a:lnTo>
                    <a:pt x="3097504" y="1321739"/>
                  </a:lnTo>
                  <a:lnTo>
                    <a:pt x="3097987" y="1322768"/>
                  </a:lnTo>
                  <a:lnTo>
                    <a:pt x="3098774" y="1323568"/>
                  </a:lnTo>
                  <a:lnTo>
                    <a:pt x="3099600" y="1324394"/>
                  </a:lnTo>
                  <a:lnTo>
                    <a:pt x="3100743" y="1324838"/>
                  </a:lnTo>
                  <a:lnTo>
                    <a:pt x="3103092" y="1324838"/>
                  </a:lnTo>
                  <a:lnTo>
                    <a:pt x="3104121" y="1324394"/>
                  </a:lnTo>
                  <a:lnTo>
                    <a:pt x="3104959" y="1323568"/>
                  </a:lnTo>
                  <a:lnTo>
                    <a:pt x="3105785" y="1322768"/>
                  </a:lnTo>
                  <a:lnTo>
                    <a:pt x="3106229" y="1321739"/>
                  </a:lnTo>
                  <a:lnTo>
                    <a:pt x="3106229" y="1319250"/>
                  </a:lnTo>
                  <a:close/>
                </a:path>
                <a:path w="4145279" h="3227070">
                  <a:moveTo>
                    <a:pt x="3618750" y="3076562"/>
                  </a:moveTo>
                  <a:lnTo>
                    <a:pt x="3617950" y="3074771"/>
                  </a:lnTo>
                  <a:lnTo>
                    <a:pt x="3616541" y="3073387"/>
                  </a:lnTo>
                  <a:lnTo>
                    <a:pt x="3613772" y="3070593"/>
                  </a:lnTo>
                  <a:lnTo>
                    <a:pt x="3608806" y="3070593"/>
                  </a:lnTo>
                  <a:lnTo>
                    <a:pt x="3604628" y="3074771"/>
                  </a:lnTo>
                  <a:lnTo>
                    <a:pt x="3603841" y="3076562"/>
                  </a:lnTo>
                  <a:lnTo>
                    <a:pt x="3603841" y="3080766"/>
                  </a:lnTo>
                  <a:lnTo>
                    <a:pt x="3604628" y="3082531"/>
                  </a:lnTo>
                  <a:lnTo>
                    <a:pt x="3607397" y="3085325"/>
                  </a:lnTo>
                  <a:lnTo>
                    <a:pt x="3609390" y="3086112"/>
                  </a:lnTo>
                  <a:lnTo>
                    <a:pt x="3613366" y="3086112"/>
                  </a:lnTo>
                  <a:lnTo>
                    <a:pt x="3615156" y="3085325"/>
                  </a:lnTo>
                  <a:lnTo>
                    <a:pt x="3616541" y="3083903"/>
                  </a:lnTo>
                  <a:lnTo>
                    <a:pt x="3617950" y="3082531"/>
                  </a:lnTo>
                  <a:lnTo>
                    <a:pt x="3618750" y="3080766"/>
                  </a:lnTo>
                  <a:lnTo>
                    <a:pt x="3618750" y="3076562"/>
                  </a:lnTo>
                  <a:close/>
                </a:path>
                <a:path w="4145279" h="3227070">
                  <a:moveTo>
                    <a:pt x="3709085" y="3070174"/>
                  </a:moveTo>
                  <a:lnTo>
                    <a:pt x="3708260" y="3068282"/>
                  </a:lnTo>
                  <a:lnTo>
                    <a:pt x="3706736" y="3066758"/>
                  </a:lnTo>
                  <a:lnTo>
                    <a:pt x="3703764" y="3063760"/>
                  </a:lnTo>
                  <a:lnTo>
                    <a:pt x="3698417" y="3063760"/>
                  </a:lnTo>
                  <a:lnTo>
                    <a:pt x="3693934" y="3068282"/>
                  </a:lnTo>
                  <a:lnTo>
                    <a:pt x="3693071" y="3070174"/>
                  </a:lnTo>
                  <a:lnTo>
                    <a:pt x="3693071" y="3074695"/>
                  </a:lnTo>
                  <a:lnTo>
                    <a:pt x="3693934" y="3076587"/>
                  </a:lnTo>
                  <a:lnTo>
                    <a:pt x="3696906" y="3079597"/>
                  </a:lnTo>
                  <a:lnTo>
                    <a:pt x="3699040" y="3080461"/>
                  </a:lnTo>
                  <a:lnTo>
                    <a:pt x="3703320" y="3080461"/>
                  </a:lnTo>
                  <a:lnTo>
                    <a:pt x="3705250" y="3079597"/>
                  </a:lnTo>
                  <a:lnTo>
                    <a:pt x="3706736" y="3078073"/>
                  </a:lnTo>
                  <a:lnTo>
                    <a:pt x="3708260" y="3076587"/>
                  </a:lnTo>
                  <a:lnTo>
                    <a:pt x="3709085" y="3074695"/>
                  </a:lnTo>
                  <a:lnTo>
                    <a:pt x="3709085" y="3070174"/>
                  </a:lnTo>
                  <a:close/>
                </a:path>
                <a:path w="4145279" h="3227070">
                  <a:moveTo>
                    <a:pt x="3746665" y="2996882"/>
                  </a:moveTo>
                  <a:lnTo>
                    <a:pt x="3746042" y="2995422"/>
                  </a:lnTo>
                  <a:lnTo>
                    <a:pt x="3744861" y="2994291"/>
                  </a:lnTo>
                  <a:lnTo>
                    <a:pt x="3742588" y="2992018"/>
                  </a:lnTo>
                  <a:lnTo>
                    <a:pt x="3738511" y="2992018"/>
                  </a:lnTo>
                  <a:lnTo>
                    <a:pt x="3736238" y="2994291"/>
                  </a:lnTo>
                  <a:lnTo>
                    <a:pt x="3735133" y="2995422"/>
                  </a:lnTo>
                  <a:lnTo>
                    <a:pt x="3734485" y="2996882"/>
                  </a:lnTo>
                  <a:lnTo>
                    <a:pt x="3734485" y="3000324"/>
                  </a:lnTo>
                  <a:lnTo>
                    <a:pt x="3735133" y="3001772"/>
                  </a:lnTo>
                  <a:lnTo>
                    <a:pt x="3737381" y="3004045"/>
                  </a:lnTo>
                  <a:lnTo>
                    <a:pt x="3738994" y="3004705"/>
                  </a:lnTo>
                  <a:lnTo>
                    <a:pt x="3742283" y="3004705"/>
                  </a:lnTo>
                  <a:lnTo>
                    <a:pt x="3743731" y="3004045"/>
                  </a:lnTo>
                  <a:lnTo>
                    <a:pt x="3744861" y="3002877"/>
                  </a:lnTo>
                  <a:lnTo>
                    <a:pt x="3746004" y="3001772"/>
                  </a:lnTo>
                  <a:lnTo>
                    <a:pt x="3746665" y="3000324"/>
                  </a:lnTo>
                  <a:lnTo>
                    <a:pt x="3746665" y="2996882"/>
                  </a:lnTo>
                  <a:close/>
                </a:path>
                <a:path w="4145279" h="3227070">
                  <a:moveTo>
                    <a:pt x="3850906" y="2971901"/>
                  </a:moveTo>
                  <a:lnTo>
                    <a:pt x="3850208" y="2970390"/>
                  </a:lnTo>
                  <a:lnTo>
                    <a:pt x="3849001" y="2969209"/>
                  </a:lnTo>
                  <a:lnTo>
                    <a:pt x="3846665" y="2966834"/>
                  </a:lnTo>
                  <a:lnTo>
                    <a:pt x="3842410" y="2966834"/>
                  </a:lnTo>
                  <a:lnTo>
                    <a:pt x="3838854" y="2970390"/>
                  </a:lnTo>
                  <a:lnTo>
                    <a:pt x="3838168" y="2971901"/>
                  </a:lnTo>
                  <a:lnTo>
                    <a:pt x="3838168" y="2975495"/>
                  </a:lnTo>
                  <a:lnTo>
                    <a:pt x="3838854" y="2977007"/>
                  </a:lnTo>
                  <a:lnTo>
                    <a:pt x="3841204" y="2979382"/>
                  </a:lnTo>
                  <a:lnTo>
                    <a:pt x="3842893" y="2980042"/>
                  </a:lnTo>
                  <a:lnTo>
                    <a:pt x="3846309" y="2980042"/>
                  </a:lnTo>
                  <a:lnTo>
                    <a:pt x="3847833" y="2979382"/>
                  </a:lnTo>
                  <a:lnTo>
                    <a:pt x="3849001" y="2978175"/>
                  </a:lnTo>
                  <a:lnTo>
                    <a:pt x="3850208" y="2977007"/>
                  </a:lnTo>
                  <a:lnTo>
                    <a:pt x="3850906" y="2975495"/>
                  </a:lnTo>
                  <a:lnTo>
                    <a:pt x="3850906" y="2971901"/>
                  </a:lnTo>
                  <a:close/>
                </a:path>
                <a:path w="4145279" h="3227070">
                  <a:moveTo>
                    <a:pt x="3872192" y="2877185"/>
                  </a:moveTo>
                  <a:lnTo>
                    <a:pt x="3871226" y="2875038"/>
                  </a:lnTo>
                  <a:lnTo>
                    <a:pt x="3869575" y="2873387"/>
                  </a:lnTo>
                  <a:lnTo>
                    <a:pt x="3866223" y="2870035"/>
                  </a:lnTo>
                  <a:lnTo>
                    <a:pt x="3860292" y="2870035"/>
                  </a:lnTo>
                  <a:lnTo>
                    <a:pt x="3855313" y="2875038"/>
                  </a:lnTo>
                  <a:lnTo>
                    <a:pt x="3854348" y="2877185"/>
                  </a:lnTo>
                  <a:lnTo>
                    <a:pt x="3854348" y="2882176"/>
                  </a:lnTo>
                  <a:lnTo>
                    <a:pt x="3855313" y="2884322"/>
                  </a:lnTo>
                  <a:lnTo>
                    <a:pt x="3858628" y="2887662"/>
                  </a:lnTo>
                  <a:lnTo>
                    <a:pt x="3860977" y="2888602"/>
                  </a:lnTo>
                  <a:lnTo>
                    <a:pt x="3865740" y="2888602"/>
                  </a:lnTo>
                  <a:lnTo>
                    <a:pt x="3867874" y="2887662"/>
                  </a:lnTo>
                  <a:lnTo>
                    <a:pt x="3871226" y="2884347"/>
                  </a:lnTo>
                  <a:lnTo>
                    <a:pt x="3872192" y="2882214"/>
                  </a:lnTo>
                  <a:lnTo>
                    <a:pt x="3872192" y="2877185"/>
                  </a:lnTo>
                  <a:close/>
                </a:path>
                <a:path w="4145279" h="3227070">
                  <a:moveTo>
                    <a:pt x="3912946" y="2804223"/>
                  </a:moveTo>
                  <a:lnTo>
                    <a:pt x="3912184" y="2802496"/>
                  </a:lnTo>
                  <a:lnTo>
                    <a:pt x="3908120" y="2798394"/>
                  </a:lnTo>
                  <a:lnTo>
                    <a:pt x="3903243" y="2798394"/>
                  </a:lnTo>
                  <a:lnTo>
                    <a:pt x="3900525" y="2801112"/>
                  </a:lnTo>
                  <a:lnTo>
                    <a:pt x="3899179" y="2802496"/>
                  </a:lnTo>
                  <a:lnTo>
                    <a:pt x="3898417" y="2804223"/>
                  </a:lnTo>
                  <a:lnTo>
                    <a:pt x="3898417" y="2806154"/>
                  </a:lnTo>
                  <a:lnTo>
                    <a:pt x="3898417" y="2808325"/>
                  </a:lnTo>
                  <a:lnTo>
                    <a:pt x="3899179" y="2810052"/>
                  </a:lnTo>
                  <a:lnTo>
                    <a:pt x="3901897" y="2812783"/>
                  </a:lnTo>
                  <a:lnTo>
                    <a:pt x="3903840" y="2813532"/>
                  </a:lnTo>
                  <a:lnTo>
                    <a:pt x="3907701" y="2813532"/>
                  </a:lnTo>
                  <a:lnTo>
                    <a:pt x="3909453" y="2812783"/>
                  </a:lnTo>
                  <a:lnTo>
                    <a:pt x="3910800" y="2811399"/>
                  </a:lnTo>
                  <a:lnTo>
                    <a:pt x="3912184" y="2810052"/>
                  </a:lnTo>
                  <a:lnTo>
                    <a:pt x="3912946" y="2808325"/>
                  </a:lnTo>
                  <a:lnTo>
                    <a:pt x="3912946" y="2804223"/>
                  </a:lnTo>
                  <a:close/>
                </a:path>
                <a:path w="4145279" h="3227070">
                  <a:moveTo>
                    <a:pt x="3913949" y="2726055"/>
                  </a:moveTo>
                  <a:lnTo>
                    <a:pt x="3913390" y="2724747"/>
                  </a:lnTo>
                  <a:lnTo>
                    <a:pt x="3912362" y="2723743"/>
                  </a:lnTo>
                  <a:lnTo>
                    <a:pt x="3910355" y="2721711"/>
                  </a:lnTo>
                  <a:lnTo>
                    <a:pt x="3906736" y="2721711"/>
                  </a:lnTo>
                  <a:lnTo>
                    <a:pt x="3903726" y="2724747"/>
                  </a:lnTo>
                  <a:lnTo>
                    <a:pt x="3903141" y="2726055"/>
                  </a:lnTo>
                  <a:lnTo>
                    <a:pt x="3903141" y="2729090"/>
                  </a:lnTo>
                  <a:lnTo>
                    <a:pt x="3903726" y="2730373"/>
                  </a:lnTo>
                  <a:lnTo>
                    <a:pt x="3904729" y="2731363"/>
                  </a:lnTo>
                  <a:lnTo>
                    <a:pt x="3905732" y="2732405"/>
                  </a:lnTo>
                  <a:lnTo>
                    <a:pt x="3907180" y="2732951"/>
                  </a:lnTo>
                  <a:lnTo>
                    <a:pt x="3908628" y="2732951"/>
                  </a:lnTo>
                  <a:lnTo>
                    <a:pt x="3910050" y="2732951"/>
                  </a:lnTo>
                  <a:lnTo>
                    <a:pt x="3911358" y="2732405"/>
                  </a:lnTo>
                  <a:lnTo>
                    <a:pt x="3912362" y="2731363"/>
                  </a:lnTo>
                  <a:lnTo>
                    <a:pt x="3913390" y="2730373"/>
                  </a:lnTo>
                  <a:lnTo>
                    <a:pt x="3913949" y="2729090"/>
                  </a:lnTo>
                  <a:lnTo>
                    <a:pt x="3913949" y="2726055"/>
                  </a:lnTo>
                  <a:close/>
                </a:path>
                <a:path w="4145279" h="3227070">
                  <a:moveTo>
                    <a:pt x="3954488" y="1408150"/>
                  </a:moveTo>
                  <a:lnTo>
                    <a:pt x="3954005" y="1407045"/>
                  </a:lnTo>
                  <a:lnTo>
                    <a:pt x="3953141" y="1406182"/>
                  </a:lnTo>
                  <a:lnTo>
                    <a:pt x="3951414" y="1404454"/>
                  </a:lnTo>
                  <a:lnTo>
                    <a:pt x="3948353" y="1404454"/>
                  </a:lnTo>
                  <a:lnTo>
                    <a:pt x="3946626" y="1406182"/>
                  </a:lnTo>
                  <a:lnTo>
                    <a:pt x="3945788" y="1407045"/>
                  </a:lnTo>
                  <a:lnTo>
                    <a:pt x="3945305" y="1408150"/>
                  </a:lnTo>
                  <a:lnTo>
                    <a:pt x="3945305" y="1410703"/>
                  </a:lnTo>
                  <a:lnTo>
                    <a:pt x="3945788" y="1411808"/>
                  </a:lnTo>
                  <a:lnTo>
                    <a:pt x="3946626" y="1412671"/>
                  </a:lnTo>
                  <a:lnTo>
                    <a:pt x="3947515" y="1413522"/>
                  </a:lnTo>
                  <a:lnTo>
                    <a:pt x="3948722" y="1414005"/>
                  </a:lnTo>
                  <a:lnTo>
                    <a:pt x="3951173" y="1414005"/>
                  </a:lnTo>
                  <a:lnTo>
                    <a:pt x="3952278" y="1413522"/>
                  </a:lnTo>
                  <a:lnTo>
                    <a:pt x="3954005" y="1411808"/>
                  </a:lnTo>
                  <a:lnTo>
                    <a:pt x="3954488" y="1410728"/>
                  </a:lnTo>
                  <a:lnTo>
                    <a:pt x="3954488" y="1408150"/>
                  </a:lnTo>
                  <a:close/>
                </a:path>
                <a:path w="4145279" h="3227070">
                  <a:moveTo>
                    <a:pt x="3955351" y="1023429"/>
                  </a:moveTo>
                  <a:lnTo>
                    <a:pt x="3954627" y="1021803"/>
                  </a:lnTo>
                  <a:lnTo>
                    <a:pt x="3953357" y="1020559"/>
                  </a:lnTo>
                  <a:lnTo>
                    <a:pt x="3950868" y="1018044"/>
                  </a:lnTo>
                  <a:lnTo>
                    <a:pt x="3946385" y="1018044"/>
                  </a:lnTo>
                  <a:lnTo>
                    <a:pt x="3943858" y="1020559"/>
                  </a:lnTo>
                  <a:lnTo>
                    <a:pt x="3942651" y="1021803"/>
                  </a:lnTo>
                  <a:lnTo>
                    <a:pt x="3941927" y="1023429"/>
                  </a:lnTo>
                  <a:lnTo>
                    <a:pt x="3941927" y="1027188"/>
                  </a:lnTo>
                  <a:lnTo>
                    <a:pt x="3942651" y="1028776"/>
                  </a:lnTo>
                  <a:lnTo>
                    <a:pt x="3945140" y="1031290"/>
                  </a:lnTo>
                  <a:lnTo>
                    <a:pt x="3946893" y="1031976"/>
                  </a:lnTo>
                  <a:lnTo>
                    <a:pt x="3950487" y="1031976"/>
                  </a:lnTo>
                  <a:lnTo>
                    <a:pt x="3952113" y="1031290"/>
                  </a:lnTo>
                  <a:lnTo>
                    <a:pt x="3953357" y="1030020"/>
                  </a:lnTo>
                  <a:lnTo>
                    <a:pt x="3954627" y="1028776"/>
                  </a:lnTo>
                  <a:lnTo>
                    <a:pt x="3955351" y="1027188"/>
                  </a:lnTo>
                  <a:lnTo>
                    <a:pt x="3955351" y="1023429"/>
                  </a:lnTo>
                  <a:close/>
                </a:path>
                <a:path w="4145279" h="3227070">
                  <a:moveTo>
                    <a:pt x="4005288" y="694385"/>
                  </a:moveTo>
                  <a:lnTo>
                    <a:pt x="4004691" y="693064"/>
                  </a:lnTo>
                  <a:lnTo>
                    <a:pt x="4001630" y="690003"/>
                  </a:lnTo>
                  <a:lnTo>
                    <a:pt x="3997972" y="690003"/>
                  </a:lnTo>
                  <a:lnTo>
                    <a:pt x="3994861" y="693064"/>
                  </a:lnTo>
                  <a:lnTo>
                    <a:pt x="3994315" y="694385"/>
                  </a:lnTo>
                  <a:lnTo>
                    <a:pt x="3994315" y="697445"/>
                  </a:lnTo>
                  <a:lnTo>
                    <a:pt x="3994861" y="698766"/>
                  </a:lnTo>
                  <a:lnTo>
                    <a:pt x="3995902" y="699757"/>
                  </a:lnTo>
                  <a:lnTo>
                    <a:pt x="3996931" y="700798"/>
                  </a:lnTo>
                  <a:lnTo>
                    <a:pt x="3998379" y="701382"/>
                  </a:lnTo>
                  <a:lnTo>
                    <a:pt x="4001312" y="701382"/>
                  </a:lnTo>
                  <a:lnTo>
                    <a:pt x="4002621" y="700836"/>
                  </a:lnTo>
                  <a:lnTo>
                    <a:pt x="4003662" y="699757"/>
                  </a:lnTo>
                  <a:lnTo>
                    <a:pt x="4004691" y="698766"/>
                  </a:lnTo>
                  <a:lnTo>
                    <a:pt x="4005288" y="697445"/>
                  </a:lnTo>
                  <a:lnTo>
                    <a:pt x="4005288" y="694385"/>
                  </a:lnTo>
                  <a:close/>
                </a:path>
                <a:path w="4145279" h="3227070">
                  <a:moveTo>
                    <a:pt x="4013492" y="524459"/>
                  </a:moveTo>
                  <a:lnTo>
                    <a:pt x="4013009" y="523417"/>
                  </a:lnTo>
                  <a:lnTo>
                    <a:pt x="4012184" y="522592"/>
                  </a:lnTo>
                  <a:lnTo>
                    <a:pt x="4010558" y="520941"/>
                  </a:lnTo>
                  <a:lnTo>
                    <a:pt x="4007599" y="520941"/>
                  </a:lnTo>
                  <a:lnTo>
                    <a:pt x="4005935" y="522592"/>
                  </a:lnTo>
                  <a:lnTo>
                    <a:pt x="4005110" y="523392"/>
                  </a:lnTo>
                  <a:lnTo>
                    <a:pt x="4004665" y="524459"/>
                  </a:lnTo>
                  <a:lnTo>
                    <a:pt x="4004665" y="526948"/>
                  </a:lnTo>
                  <a:lnTo>
                    <a:pt x="4005110" y="528015"/>
                  </a:lnTo>
                  <a:lnTo>
                    <a:pt x="4006761" y="529666"/>
                  </a:lnTo>
                  <a:lnTo>
                    <a:pt x="4007942" y="530110"/>
                  </a:lnTo>
                  <a:lnTo>
                    <a:pt x="4010291" y="530110"/>
                  </a:lnTo>
                  <a:lnTo>
                    <a:pt x="4011358" y="529666"/>
                  </a:lnTo>
                  <a:lnTo>
                    <a:pt x="4013009" y="528015"/>
                  </a:lnTo>
                  <a:lnTo>
                    <a:pt x="4013492" y="526948"/>
                  </a:lnTo>
                  <a:lnTo>
                    <a:pt x="4013492" y="524459"/>
                  </a:lnTo>
                  <a:close/>
                </a:path>
                <a:path w="4145279" h="3227070">
                  <a:moveTo>
                    <a:pt x="4015803" y="950950"/>
                  </a:moveTo>
                  <a:lnTo>
                    <a:pt x="4015155" y="949439"/>
                  </a:lnTo>
                  <a:lnTo>
                    <a:pt x="4011561" y="945845"/>
                  </a:lnTo>
                  <a:lnTo>
                    <a:pt x="4007320" y="945845"/>
                  </a:lnTo>
                  <a:lnTo>
                    <a:pt x="4004932" y="948232"/>
                  </a:lnTo>
                  <a:lnTo>
                    <a:pt x="4003764" y="949439"/>
                  </a:lnTo>
                  <a:lnTo>
                    <a:pt x="4003078" y="950950"/>
                  </a:lnTo>
                  <a:lnTo>
                    <a:pt x="4003078" y="954544"/>
                  </a:lnTo>
                  <a:lnTo>
                    <a:pt x="4003764" y="956056"/>
                  </a:lnTo>
                  <a:lnTo>
                    <a:pt x="4006113" y="958443"/>
                  </a:lnTo>
                  <a:lnTo>
                    <a:pt x="4007802" y="959129"/>
                  </a:lnTo>
                  <a:lnTo>
                    <a:pt x="4009529" y="959129"/>
                  </a:lnTo>
                  <a:lnTo>
                    <a:pt x="4011218" y="959129"/>
                  </a:lnTo>
                  <a:lnTo>
                    <a:pt x="4012730" y="958443"/>
                  </a:lnTo>
                  <a:lnTo>
                    <a:pt x="4015155" y="956056"/>
                  </a:lnTo>
                  <a:lnTo>
                    <a:pt x="4015803" y="954544"/>
                  </a:lnTo>
                  <a:lnTo>
                    <a:pt x="4015803" y="950950"/>
                  </a:lnTo>
                  <a:close/>
                </a:path>
                <a:path w="4145279" h="3227070">
                  <a:moveTo>
                    <a:pt x="4016222" y="1357477"/>
                  </a:moveTo>
                  <a:lnTo>
                    <a:pt x="4015321" y="1355471"/>
                  </a:lnTo>
                  <a:lnTo>
                    <a:pt x="4010634" y="1350746"/>
                  </a:lnTo>
                  <a:lnTo>
                    <a:pt x="4005008" y="1350746"/>
                  </a:lnTo>
                  <a:lnTo>
                    <a:pt x="4001833" y="1353883"/>
                  </a:lnTo>
                  <a:lnTo>
                    <a:pt x="4000284" y="1355471"/>
                  </a:lnTo>
                  <a:lnTo>
                    <a:pt x="3999382" y="1357477"/>
                  </a:lnTo>
                  <a:lnTo>
                    <a:pt x="3999382" y="1362202"/>
                  </a:lnTo>
                  <a:lnTo>
                    <a:pt x="4000284" y="1364234"/>
                  </a:lnTo>
                  <a:lnTo>
                    <a:pt x="4001833" y="1365758"/>
                  </a:lnTo>
                  <a:lnTo>
                    <a:pt x="4003421" y="1367370"/>
                  </a:lnTo>
                  <a:lnTo>
                    <a:pt x="4005656" y="1368234"/>
                  </a:lnTo>
                  <a:lnTo>
                    <a:pt x="4007904" y="1368234"/>
                  </a:lnTo>
                  <a:lnTo>
                    <a:pt x="4010152" y="1368234"/>
                  </a:lnTo>
                  <a:lnTo>
                    <a:pt x="4012184" y="1367370"/>
                  </a:lnTo>
                  <a:lnTo>
                    <a:pt x="4013733" y="1365758"/>
                  </a:lnTo>
                  <a:lnTo>
                    <a:pt x="4015321" y="1364234"/>
                  </a:lnTo>
                  <a:lnTo>
                    <a:pt x="4016222" y="1362202"/>
                  </a:lnTo>
                  <a:lnTo>
                    <a:pt x="4016222" y="1357477"/>
                  </a:lnTo>
                  <a:close/>
                </a:path>
                <a:path w="4145279" h="3227070">
                  <a:moveTo>
                    <a:pt x="4020324" y="863574"/>
                  </a:moveTo>
                  <a:lnTo>
                    <a:pt x="4019600" y="861987"/>
                  </a:lnTo>
                  <a:lnTo>
                    <a:pt x="4015943" y="858304"/>
                  </a:lnTo>
                  <a:lnTo>
                    <a:pt x="4011523" y="858304"/>
                  </a:lnTo>
                  <a:lnTo>
                    <a:pt x="4009047" y="860742"/>
                  </a:lnTo>
                  <a:lnTo>
                    <a:pt x="4007840" y="861987"/>
                  </a:lnTo>
                  <a:lnTo>
                    <a:pt x="4007142" y="863574"/>
                  </a:lnTo>
                  <a:lnTo>
                    <a:pt x="4007142" y="867270"/>
                  </a:lnTo>
                  <a:lnTo>
                    <a:pt x="4007840" y="868857"/>
                  </a:lnTo>
                  <a:lnTo>
                    <a:pt x="4010291" y="871308"/>
                  </a:lnTo>
                  <a:lnTo>
                    <a:pt x="4012044" y="872032"/>
                  </a:lnTo>
                  <a:lnTo>
                    <a:pt x="4013809" y="872032"/>
                  </a:lnTo>
                  <a:lnTo>
                    <a:pt x="4015562" y="872032"/>
                  </a:lnTo>
                  <a:lnTo>
                    <a:pt x="4017149" y="871308"/>
                  </a:lnTo>
                  <a:lnTo>
                    <a:pt x="4018356" y="870064"/>
                  </a:lnTo>
                  <a:lnTo>
                    <a:pt x="4019600" y="868857"/>
                  </a:lnTo>
                  <a:lnTo>
                    <a:pt x="4020324" y="867270"/>
                  </a:lnTo>
                  <a:lnTo>
                    <a:pt x="4020324" y="863574"/>
                  </a:lnTo>
                  <a:close/>
                </a:path>
                <a:path w="4145279" h="3227070">
                  <a:moveTo>
                    <a:pt x="4033228" y="435495"/>
                  </a:moveTo>
                  <a:lnTo>
                    <a:pt x="4032580" y="434009"/>
                  </a:lnTo>
                  <a:lnTo>
                    <a:pt x="4029125" y="430568"/>
                  </a:lnTo>
                  <a:lnTo>
                    <a:pt x="4025023" y="430568"/>
                  </a:lnTo>
                  <a:lnTo>
                    <a:pt x="4021569" y="434009"/>
                  </a:lnTo>
                  <a:lnTo>
                    <a:pt x="4020909" y="435495"/>
                  </a:lnTo>
                  <a:lnTo>
                    <a:pt x="4020909" y="438950"/>
                  </a:lnTo>
                  <a:lnTo>
                    <a:pt x="4021569" y="440423"/>
                  </a:lnTo>
                  <a:lnTo>
                    <a:pt x="4023880" y="442734"/>
                  </a:lnTo>
                  <a:lnTo>
                    <a:pt x="4025506" y="443395"/>
                  </a:lnTo>
                  <a:lnTo>
                    <a:pt x="4027157" y="443395"/>
                  </a:lnTo>
                  <a:lnTo>
                    <a:pt x="4028783" y="443395"/>
                  </a:lnTo>
                  <a:lnTo>
                    <a:pt x="4030268" y="442734"/>
                  </a:lnTo>
                  <a:lnTo>
                    <a:pt x="4032580" y="440423"/>
                  </a:lnTo>
                  <a:lnTo>
                    <a:pt x="4033228" y="438950"/>
                  </a:lnTo>
                  <a:lnTo>
                    <a:pt x="4033228" y="435495"/>
                  </a:lnTo>
                  <a:close/>
                </a:path>
                <a:path w="4145279" h="3227070">
                  <a:moveTo>
                    <a:pt x="4042308" y="779233"/>
                  </a:moveTo>
                  <a:lnTo>
                    <a:pt x="4041508" y="777481"/>
                  </a:lnTo>
                  <a:lnTo>
                    <a:pt x="4037368" y="773264"/>
                  </a:lnTo>
                  <a:lnTo>
                    <a:pt x="4032402" y="773264"/>
                  </a:lnTo>
                  <a:lnTo>
                    <a:pt x="4029608" y="776058"/>
                  </a:lnTo>
                  <a:lnTo>
                    <a:pt x="4028262" y="777443"/>
                  </a:lnTo>
                  <a:lnTo>
                    <a:pt x="4027474" y="779233"/>
                  </a:lnTo>
                  <a:lnTo>
                    <a:pt x="4027474" y="783412"/>
                  </a:lnTo>
                  <a:lnTo>
                    <a:pt x="4028262" y="785202"/>
                  </a:lnTo>
                  <a:lnTo>
                    <a:pt x="4031018" y="787958"/>
                  </a:lnTo>
                  <a:lnTo>
                    <a:pt x="4032986" y="788758"/>
                  </a:lnTo>
                  <a:lnTo>
                    <a:pt x="4034993" y="788758"/>
                  </a:lnTo>
                  <a:lnTo>
                    <a:pt x="4036961" y="788758"/>
                  </a:lnTo>
                  <a:lnTo>
                    <a:pt x="4038752" y="787958"/>
                  </a:lnTo>
                  <a:lnTo>
                    <a:pt x="4040136" y="786549"/>
                  </a:lnTo>
                  <a:lnTo>
                    <a:pt x="4041508" y="785202"/>
                  </a:lnTo>
                  <a:lnTo>
                    <a:pt x="4042308" y="783412"/>
                  </a:lnTo>
                  <a:lnTo>
                    <a:pt x="4042308" y="779233"/>
                  </a:lnTo>
                  <a:close/>
                </a:path>
                <a:path w="4145279" h="3227070">
                  <a:moveTo>
                    <a:pt x="4070667" y="1294206"/>
                  </a:moveTo>
                  <a:lnTo>
                    <a:pt x="4070019" y="1292758"/>
                  </a:lnTo>
                  <a:lnTo>
                    <a:pt x="4068915" y="1291653"/>
                  </a:lnTo>
                  <a:lnTo>
                    <a:pt x="4066705" y="1289418"/>
                  </a:lnTo>
                  <a:lnTo>
                    <a:pt x="4062704" y="1289418"/>
                  </a:lnTo>
                  <a:lnTo>
                    <a:pt x="4059351" y="1292758"/>
                  </a:lnTo>
                  <a:lnTo>
                    <a:pt x="4058729" y="1294206"/>
                  </a:lnTo>
                  <a:lnTo>
                    <a:pt x="4058729" y="1297559"/>
                  </a:lnTo>
                  <a:lnTo>
                    <a:pt x="4059351" y="1298968"/>
                  </a:lnTo>
                  <a:lnTo>
                    <a:pt x="4061599" y="1301216"/>
                  </a:lnTo>
                  <a:lnTo>
                    <a:pt x="4063187" y="1301864"/>
                  </a:lnTo>
                  <a:lnTo>
                    <a:pt x="4066362" y="1301864"/>
                  </a:lnTo>
                  <a:lnTo>
                    <a:pt x="4067772" y="1301216"/>
                  </a:lnTo>
                  <a:lnTo>
                    <a:pt x="4068915" y="1300073"/>
                  </a:lnTo>
                  <a:lnTo>
                    <a:pt x="4070019" y="1299006"/>
                  </a:lnTo>
                  <a:lnTo>
                    <a:pt x="4070667" y="1297559"/>
                  </a:lnTo>
                  <a:lnTo>
                    <a:pt x="4070667" y="1294206"/>
                  </a:lnTo>
                  <a:close/>
                </a:path>
                <a:path w="4145279" h="3227070">
                  <a:moveTo>
                    <a:pt x="4103827" y="1225321"/>
                  </a:moveTo>
                  <a:lnTo>
                    <a:pt x="4102862" y="1223187"/>
                  </a:lnTo>
                  <a:lnTo>
                    <a:pt x="4101211" y="1221524"/>
                  </a:lnTo>
                  <a:lnTo>
                    <a:pt x="4097858" y="1218184"/>
                  </a:lnTo>
                  <a:lnTo>
                    <a:pt x="4091927" y="1218184"/>
                  </a:lnTo>
                  <a:lnTo>
                    <a:pt x="4086961" y="1223187"/>
                  </a:lnTo>
                  <a:lnTo>
                    <a:pt x="4085996" y="1225321"/>
                  </a:lnTo>
                  <a:lnTo>
                    <a:pt x="4085996" y="1230325"/>
                  </a:lnTo>
                  <a:lnTo>
                    <a:pt x="4086961" y="1232458"/>
                  </a:lnTo>
                  <a:lnTo>
                    <a:pt x="4090276" y="1235811"/>
                  </a:lnTo>
                  <a:lnTo>
                    <a:pt x="4092651" y="1236738"/>
                  </a:lnTo>
                  <a:lnTo>
                    <a:pt x="4097413" y="1236738"/>
                  </a:lnTo>
                  <a:lnTo>
                    <a:pt x="4099522" y="1235811"/>
                  </a:lnTo>
                  <a:lnTo>
                    <a:pt x="4102862" y="1232458"/>
                  </a:lnTo>
                  <a:lnTo>
                    <a:pt x="4103827" y="1230325"/>
                  </a:lnTo>
                  <a:lnTo>
                    <a:pt x="4103827" y="1225321"/>
                  </a:lnTo>
                  <a:close/>
                </a:path>
                <a:path w="4145279" h="3227070">
                  <a:moveTo>
                    <a:pt x="4118813" y="1152194"/>
                  </a:moveTo>
                  <a:lnTo>
                    <a:pt x="4118191" y="1150747"/>
                  </a:lnTo>
                  <a:lnTo>
                    <a:pt x="4117048" y="1149604"/>
                  </a:lnTo>
                  <a:lnTo>
                    <a:pt x="4114774" y="1147368"/>
                  </a:lnTo>
                  <a:lnTo>
                    <a:pt x="4110736" y="1147368"/>
                  </a:lnTo>
                  <a:lnTo>
                    <a:pt x="4108450" y="1149604"/>
                  </a:lnTo>
                  <a:lnTo>
                    <a:pt x="4107345" y="1150747"/>
                  </a:lnTo>
                  <a:lnTo>
                    <a:pt x="4106697" y="1152194"/>
                  </a:lnTo>
                  <a:lnTo>
                    <a:pt x="4106697" y="1155611"/>
                  </a:lnTo>
                  <a:lnTo>
                    <a:pt x="4107345" y="1157058"/>
                  </a:lnTo>
                  <a:lnTo>
                    <a:pt x="4109593" y="1159306"/>
                  </a:lnTo>
                  <a:lnTo>
                    <a:pt x="4111218" y="1159954"/>
                  </a:lnTo>
                  <a:lnTo>
                    <a:pt x="4114457" y="1159954"/>
                  </a:lnTo>
                  <a:lnTo>
                    <a:pt x="4115905" y="1159306"/>
                  </a:lnTo>
                  <a:lnTo>
                    <a:pt x="4118191" y="1157058"/>
                  </a:lnTo>
                  <a:lnTo>
                    <a:pt x="4118813" y="1155611"/>
                  </a:lnTo>
                  <a:lnTo>
                    <a:pt x="4118813" y="1152194"/>
                  </a:lnTo>
                  <a:close/>
                </a:path>
                <a:path w="4145279" h="3227070">
                  <a:moveTo>
                    <a:pt x="4144924" y="1065822"/>
                  </a:moveTo>
                  <a:lnTo>
                    <a:pt x="4143997" y="1063713"/>
                  </a:lnTo>
                  <a:lnTo>
                    <a:pt x="4142346" y="1062062"/>
                  </a:lnTo>
                  <a:lnTo>
                    <a:pt x="4139057" y="1058748"/>
                  </a:lnTo>
                  <a:lnTo>
                    <a:pt x="4133202" y="1058748"/>
                  </a:lnTo>
                  <a:lnTo>
                    <a:pt x="4128262" y="1063675"/>
                  </a:lnTo>
                  <a:lnTo>
                    <a:pt x="4127296" y="1065822"/>
                  </a:lnTo>
                  <a:lnTo>
                    <a:pt x="4127296" y="1070749"/>
                  </a:lnTo>
                  <a:lnTo>
                    <a:pt x="4128262" y="1072857"/>
                  </a:lnTo>
                  <a:lnTo>
                    <a:pt x="4131538" y="1076172"/>
                  </a:lnTo>
                  <a:lnTo>
                    <a:pt x="4133850" y="1077099"/>
                  </a:lnTo>
                  <a:lnTo>
                    <a:pt x="4138574" y="1077099"/>
                  </a:lnTo>
                  <a:lnTo>
                    <a:pt x="4140682" y="1076172"/>
                  </a:lnTo>
                  <a:lnTo>
                    <a:pt x="4143997" y="1072857"/>
                  </a:lnTo>
                  <a:lnTo>
                    <a:pt x="4144924" y="1070749"/>
                  </a:lnTo>
                  <a:lnTo>
                    <a:pt x="4144924" y="1065822"/>
                  </a:lnTo>
                  <a:close/>
                </a:path>
              </a:pathLst>
            </a:custGeom>
            <a:solidFill>
              <a:srgbClr val="B0C2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644345" y="4963807"/>
              <a:ext cx="3367404" cy="2244725"/>
            </a:xfrm>
            <a:custGeom>
              <a:avLst/>
              <a:gdLst/>
              <a:ahLst/>
              <a:cxnLst/>
              <a:rect l="l" t="t" r="r" b="b"/>
              <a:pathLst>
                <a:path w="3367404" h="2244725">
                  <a:moveTo>
                    <a:pt x="14389" y="969137"/>
                  </a:moveTo>
                  <a:lnTo>
                    <a:pt x="13627" y="967409"/>
                  </a:lnTo>
                  <a:lnTo>
                    <a:pt x="12242" y="966063"/>
                  </a:lnTo>
                  <a:lnTo>
                    <a:pt x="9588" y="963371"/>
                  </a:lnTo>
                  <a:lnTo>
                    <a:pt x="4787" y="963371"/>
                  </a:lnTo>
                  <a:lnTo>
                    <a:pt x="762" y="967409"/>
                  </a:lnTo>
                  <a:lnTo>
                    <a:pt x="0" y="969137"/>
                  </a:lnTo>
                  <a:lnTo>
                    <a:pt x="0" y="973201"/>
                  </a:lnTo>
                  <a:lnTo>
                    <a:pt x="762" y="974928"/>
                  </a:lnTo>
                  <a:lnTo>
                    <a:pt x="3441" y="977582"/>
                  </a:lnTo>
                  <a:lnTo>
                    <a:pt x="5346" y="978344"/>
                  </a:lnTo>
                  <a:lnTo>
                    <a:pt x="9207" y="978344"/>
                  </a:lnTo>
                  <a:lnTo>
                    <a:pt x="10934" y="977582"/>
                  </a:lnTo>
                  <a:lnTo>
                    <a:pt x="12242" y="976236"/>
                  </a:lnTo>
                  <a:lnTo>
                    <a:pt x="13627" y="974928"/>
                  </a:lnTo>
                  <a:lnTo>
                    <a:pt x="14389" y="973201"/>
                  </a:lnTo>
                  <a:lnTo>
                    <a:pt x="14389" y="971067"/>
                  </a:lnTo>
                  <a:lnTo>
                    <a:pt x="14389" y="969137"/>
                  </a:lnTo>
                  <a:close/>
                </a:path>
                <a:path w="3367404" h="2244725">
                  <a:moveTo>
                    <a:pt x="17564" y="884110"/>
                  </a:moveTo>
                  <a:lnTo>
                    <a:pt x="17081" y="883069"/>
                  </a:lnTo>
                  <a:lnTo>
                    <a:pt x="16256" y="882281"/>
                  </a:lnTo>
                  <a:lnTo>
                    <a:pt x="14668" y="880656"/>
                  </a:lnTo>
                  <a:lnTo>
                    <a:pt x="11760" y="880656"/>
                  </a:lnTo>
                  <a:lnTo>
                    <a:pt x="10147" y="882281"/>
                  </a:lnTo>
                  <a:lnTo>
                    <a:pt x="9309" y="883069"/>
                  </a:lnTo>
                  <a:lnTo>
                    <a:pt x="8864" y="884135"/>
                  </a:lnTo>
                  <a:lnTo>
                    <a:pt x="8864" y="886561"/>
                  </a:lnTo>
                  <a:lnTo>
                    <a:pt x="9309" y="887628"/>
                  </a:lnTo>
                  <a:lnTo>
                    <a:pt x="10147" y="888415"/>
                  </a:lnTo>
                  <a:lnTo>
                    <a:pt x="10934" y="889215"/>
                  </a:lnTo>
                  <a:lnTo>
                    <a:pt x="12103" y="889698"/>
                  </a:lnTo>
                  <a:lnTo>
                    <a:pt x="14427" y="889698"/>
                  </a:lnTo>
                  <a:lnTo>
                    <a:pt x="15455" y="889215"/>
                  </a:lnTo>
                  <a:lnTo>
                    <a:pt x="17081" y="887590"/>
                  </a:lnTo>
                  <a:lnTo>
                    <a:pt x="17564" y="886561"/>
                  </a:lnTo>
                  <a:lnTo>
                    <a:pt x="17564" y="884110"/>
                  </a:lnTo>
                  <a:close/>
                </a:path>
                <a:path w="3367404" h="2244725">
                  <a:moveTo>
                    <a:pt x="17767" y="1140650"/>
                  </a:moveTo>
                  <a:lnTo>
                    <a:pt x="17183" y="1139304"/>
                  </a:lnTo>
                  <a:lnTo>
                    <a:pt x="16116" y="1138262"/>
                  </a:lnTo>
                  <a:lnTo>
                    <a:pt x="14008" y="1136129"/>
                  </a:lnTo>
                  <a:lnTo>
                    <a:pt x="10248" y="1136129"/>
                  </a:lnTo>
                  <a:lnTo>
                    <a:pt x="8140" y="1138262"/>
                  </a:lnTo>
                  <a:lnTo>
                    <a:pt x="7073" y="1139304"/>
                  </a:lnTo>
                  <a:lnTo>
                    <a:pt x="6489" y="1140650"/>
                  </a:lnTo>
                  <a:lnTo>
                    <a:pt x="6489" y="1143812"/>
                  </a:lnTo>
                  <a:lnTo>
                    <a:pt x="7073" y="1145197"/>
                  </a:lnTo>
                  <a:lnTo>
                    <a:pt x="8140" y="1146238"/>
                  </a:lnTo>
                  <a:lnTo>
                    <a:pt x="9182" y="1147305"/>
                  </a:lnTo>
                  <a:lnTo>
                    <a:pt x="10693" y="1147889"/>
                  </a:lnTo>
                  <a:lnTo>
                    <a:pt x="13690" y="1147889"/>
                  </a:lnTo>
                  <a:lnTo>
                    <a:pt x="15036" y="1147305"/>
                  </a:lnTo>
                  <a:lnTo>
                    <a:pt x="16116" y="1146238"/>
                  </a:lnTo>
                  <a:lnTo>
                    <a:pt x="17183" y="1145197"/>
                  </a:lnTo>
                  <a:lnTo>
                    <a:pt x="17767" y="1143812"/>
                  </a:lnTo>
                  <a:lnTo>
                    <a:pt x="17767" y="1140650"/>
                  </a:lnTo>
                  <a:close/>
                </a:path>
                <a:path w="3367404" h="2244725">
                  <a:moveTo>
                    <a:pt x="22085" y="712457"/>
                  </a:moveTo>
                  <a:lnTo>
                    <a:pt x="21526" y="711187"/>
                  </a:lnTo>
                  <a:lnTo>
                    <a:pt x="20523" y="710222"/>
                  </a:lnTo>
                  <a:lnTo>
                    <a:pt x="18567" y="708215"/>
                  </a:lnTo>
                  <a:lnTo>
                    <a:pt x="15011" y="708215"/>
                  </a:lnTo>
                  <a:lnTo>
                    <a:pt x="13042" y="710222"/>
                  </a:lnTo>
                  <a:lnTo>
                    <a:pt x="12039" y="711187"/>
                  </a:lnTo>
                  <a:lnTo>
                    <a:pt x="11493" y="712457"/>
                  </a:lnTo>
                  <a:lnTo>
                    <a:pt x="11493" y="715467"/>
                  </a:lnTo>
                  <a:lnTo>
                    <a:pt x="12039" y="716699"/>
                  </a:lnTo>
                  <a:lnTo>
                    <a:pt x="14046" y="718705"/>
                  </a:lnTo>
                  <a:lnTo>
                    <a:pt x="15417" y="719251"/>
                  </a:lnTo>
                  <a:lnTo>
                    <a:pt x="16865" y="719251"/>
                  </a:lnTo>
                  <a:lnTo>
                    <a:pt x="18288" y="719251"/>
                  </a:lnTo>
                  <a:lnTo>
                    <a:pt x="19532" y="718705"/>
                  </a:lnTo>
                  <a:lnTo>
                    <a:pt x="21526" y="716699"/>
                  </a:lnTo>
                  <a:lnTo>
                    <a:pt x="22085" y="715467"/>
                  </a:lnTo>
                  <a:lnTo>
                    <a:pt x="22085" y="712457"/>
                  </a:lnTo>
                  <a:close/>
                </a:path>
                <a:path w="3367404" h="2244725">
                  <a:moveTo>
                    <a:pt x="27330" y="1054544"/>
                  </a:moveTo>
                  <a:lnTo>
                    <a:pt x="26670" y="1053058"/>
                  </a:lnTo>
                  <a:lnTo>
                    <a:pt x="23190" y="1049578"/>
                  </a:lnTo>
                  <a:lnTo>
                    <a:pt x="19050" y="1049578"/>
                  </a:lnTo>
                  <a:lnTo>
                    <a:pt x="16700" y="1051890"/>
                  </a:lnTo>
                  <a:lnTo>
                    <a:pt x="15557" y="1053058"/>
                  </a:lnTo>
                  <a:lnTo>
                    <a:pt x="14909" y="1054544"/>
                  </a:lnTo>
                  <a:lnTo>
                    <a:pt x="14909" y="1058062"/>
                  </a:lnTo>
                  <a:lnTo>
                    <a:pt x="15557" y="1059548"/>
                  </a:lnTo>
                  <a:lnTo>
                    <a:pt x="17868" y="1061859"/>
                  </a:lnTo>
                  <a:lnTo>
                    <a:pt x="19532" y="1062507"/>
                  </a:lnTo>
                  <a:lnTo>
                    <a:pt x="21183" y="1062507"/>
                  </a:lnTo>
                  <a:lnTo>
                    <a:pt x="22834" y="1062507"/>
                  </a:lnTo>
                  <a:lnTo>
                    <a:pt x="24320" y="1061859"/>
                  </a:lnTo>
                  <a:lnTo>
                    <a:pt x="26670" y="1059548"/>
                  </a:lnTo>
                  <a:lnTo>
                    <a:pt x="27330" y="1058024"/>
                  </a:lnTo>
                  <a:lnTo>
                    <a:pt x="27330" y="1054544"/>
                  </a:lnTo>
                  <a:close/>
                </a:path>
                <a:path w="3367404" h="2244725">
                  <a:moveTo>
                    <a:pt x="45199" y="797521"/>
                  </a:moveTo>
                  <a:lnTo>
                    <a:pt x="44754" y="796493"/>
                  </a:lnTo>
                  <a:lnTo>
                    <a:pt x="42367" y="794080"/>
                  </a:lnTo>
                  <a:lnTo>
                    <a:pt x="39509" y="794080"/>
                  </a:lnTo>
                  <a:lnTo>
                    <a:pt x="37096" y="796493"/>
                  </a:lnTo>
                  <a:lnTo>
                    <a:pt x="36639" y="797521"/>
                  </a:lnTo>
                  <a:lnTo>
                    <a:pt x="36639" y="799934"/>
                  </a:lnTo>
                  <a:lnTo>
                    <a:pt x="37096" y="800976"/>
                  </a:lnTo>
                  <a:lnTo>
                    <a:pt x="37884" y="801738"/>
                  </a:lnTo>
                  <a:lnTo>
                    <a:pt x="38684" y="802563"/>
                  </a:lnTo>
                  <a:lnTo>
                    <a:pt x="39814" y="803008"/>
                  </a:lnTo>
                  <a:lnTo>
                    <a:pt x="40995" y="803008"/>
                  </a:lnTo>
                  <a:lnTo>
                    <a:pt x="42125" y="803008"/>
                  </a:lnTo>
                  <a:lnTo>
                    <a:pt x="43167" y="802563"/>
                  </a:lnTo>
                  <a:lnTo>
                    <a:pt x="43954" y="801738"/>
                  </a:lnTo>
                  <a:lnTo>
                    <a:pt x="44754" y="800938"/>
                  </a:lnTo>
                  <a:lnTo>
                    <a:pt x="45199" y="799934"/>
                  </a:lnTo>
                  <a:lnTo>
                    <a:pt x="45199" y="797521"/>
                  </a:lnTo>
                  <a:close/>
                </a:path>
                <a:path w="3367404" h="2244725">
                  <a:moveTo>
                    <a:pt x="220865" y="798487"/>
                  </a:moveTo>
                  <a:lnTo>
                    <a:pt x="220218" y="797077"/>
                  </a:lnTo>
                  <a:lnTo>
                    <a:pt x="219113" y="795934"/>
                  </a:lnTo>
                  <a:lnTo>
                    <a:pt x="216903" y="793724"/>
                  </a:lnTo>
                  <a:lnTo>
                    <a:pt x="212902" y="793724"/>
                  </a:lnTo>
                  <a:lnTo>
                    <a:pt x="210654" y="795934"/>
                  </a:lnTo>
                  <a:lnTo>
                    <a:pt x="209550" y="797077"/>
                  </a:lnTo>
                  <a:lnTo>
                    <a:pt x="208927" y="798487"/>
                  </a:lnTo>
                  <a:lnTo>
                    <a:pt x="208927" y="801839"/>
                  </a:lnTo>
                  <a:lnTo>
                    <a:pt x="209550" y="803287"/>
                  </a:lnTo>
                  <a:lnTo>
                    <a:pt x="211797" y="805497"/>
                  </a:lnTo>
                  <a:lnTo>
                    <a:pt x="213385" y="806145"/>
                  </a:lnTo>
                  <a:lnTo>
                    <a:pt x="216560" y="806145"/>
                  </a:lnTo>
                  <a:lnTo>
                    <a:pt x="218008" y="805497"/>
                  </a:lnTo>
                  <a:lnTo>
                    <a:pt x="220218" y="803287"/>
                  </a:lnTo>
                  <a:lnTo>
                    <a:pt x="220865" y="801839"/>
                  </a:lnTo>
                  <a:lnTo>
                    <a:pt x="220865" y="798487"/>
                  </a:lnTo>
                  <a:close/>
                </a:path>
                <a:path w="3367404" h="2244725">
                  <a:moveTo>
                    <a:pt x="309270" y="779513"/>
                  </a:moveTo>
                  <a:lnTo>
                    <a:pt x="308648" y="778040"/>
                  </a:lnTo>
                  <a:lnTo>
                    <a:pt x="307517" y="776897"/>
                  </a:lnTo>
                  <a:lnTo>
                    <a:pt x="305231" y="774623"/>
                  </a:lnTo>
                  <a:lnTo>
                    <a:pt x="301167" y="774623"/>
                  </a:lnTo>
                  <a:lnTo>
                    <a:pt x="297751" y="778040"/>
                  </a:lnTo>
                  <a:lnTo>
                    <a:pt x="297091" y="779513"/>
                  </a:lnTo>
                  <a:lnTo>
                    <a:pt x="297091" y="782929"/>
                  </a:lnTo>
                  <a:lnTo>
                    <a:pt x="297751" y="784377"/>
                  </a:lnTo>
                  <a:lnTo>
                    <a:pt x="300024" y="786663"/>
                  </a:lnTo>
                  <a:lnTo>
                    <a:pt x="301650" y="787311"/>
                  </a:lnTo>
                  <a:lnTo>
                    <a:pt x="304888" y="787311"/>
                  </a:lnTo>
                  <a:lnTo>
                    <a:pt x="306336" y="786663"/>
                  </a:lnTo>
                  <a:lnTo>
                    <a:pt x="308648" y="784377"/>
                  </a:lnTo>
                  <a:lnTo>
                    <a:pt x="309270" y="782929"/>
                  </a:lnTo>
                  <a:lnTo>
                    <a:pt x="309270" y="779513"/>
                  </a:lnTo>
                  <a:close/>
                </a:path>
                <a:path w="3367404" h="2244725">
                  <a:moveTo>
                    <a:pt x="413105" y="1096048"/>
                  </a:moveTo>
                  <a:lnTo>
                    <a:pt x="412305" y="1094244"/>
                  </a:lnTo>
                  <a:lnTo>
                    <a:pt x="408139" y="1090079"/>
                  </a:lnTo>
                  <a:lnTo>
                    <a:pt x="403199" y="1090079"/>
                  </a:lnTo>
                  <a:lnTo>
                    <a:pt x="399021" y="1094244"/>
                  </a:lnTo>
                  <a:lnTo>
                    <a:pt x="398233" y="1096048"/>
                  </a:lnTo>
                  <a:lnTo>
                    <a:pt x="398233" y="1100213"/>
                  </a:lnTo>
                  <a:lnTo>
                    <a:pt x="399021" y="1102004"/>
                  </a:lnTo>
                  <a:lnTo>
                    <a:pt x="400405" y="1103350"/>
                  </a:lnTo>
                  <a:lnTo>
                    <a:pt x="401789" y="1104773"/>
                  </a:lnTo>
                  <a:lnTo>
                    <a:pt x="403745" y="1105560"/>
                  </a:lnTo>
                  <a:lnTo>
                    <a:pt x="405752" y="1105560"/>
                  </a:lnTo>
                  <a:lnTo>
                    <a:pt x="407758" y="1105560"/>
                  </a:lnTo>
                  <a:lnTo>
                    <a:pt x="409511" y="1104773"/>
                  </a:lnTo>
                  <a:lnTo>
                    <a:pt x="412305" y="1102004"/>
                  </a:lnTo>
                  <a:lnTo>
                    <a:pt x="413105" y="1100213"/>
                  </a:lnTo>
                  <a:lnTo>
                    <a:pt x="413105" y="1096048"/>
                  </a:lnTo>
                  <a:close/>
                </a:path>
                <a:path w="3367404" h="2244725">
                  <a:moveTo>
                    <a:pt x="476656" y="1154264"/>
                  </a:moveTo>
                  <a:lnTo>
                    <a:pt x="475805" y="1152271"/>
                  </a:lnTo>
                  <a:lnTo>
                    <a:pt x="474218" y="1150721"/>
                  </a:lnTo>
                  <a:lnTo>
                    <a:pt x="471144" y="1147610"/>
                  </a:lnTo>
                  <a:lnTo>
                    <a:pt x="465582" y="1147610"/>
                  </a:lnTo>
                  <a:lnTo>
                    <a:pt x="460933" y="1152271"/>
                  </a:lnTo>
                  <a:lnTo>
                    <a:pt x="460070" y="1154264"/>
                  </a:lnTo>
                  <a:lnTo>
                    <a:pt x="460070" y="1158925"/>
                  </a:lnTo>
                  <a:lnTo>
                    <a:pt x="460933" y="1160932"/>
                  </a:lnTo>
                  <a:lnTo>
                    <a:pt x="462483" y="1162443"/>
                  </a:lnTo>
                  <a:lnTo>
                    <a:pt x="464032" y="1164031"/>
                  </a:lnTo>
                  <a:lnTo>
                    <a:pt x="466242" y="1164894"/>
                  </a:lnTo>
                  <a:lnTo>
                    <a:pt x="470687" y="1164894"/>
                  </a:lnTo>
                  <a:lnTo>
                    <a:pt x="472655" y="1164031"/>
                  </a:lnTo>
                  <a:lnTo>
                    <a:pt x="474218" y="1162443"/>
                  </a:lnTo>
                  <a:lnTo>
                    <a:pt x="475767" y="1160932"/>
                  </a:lnTo>
                  <a:lnTo>
                    <a:pt x="476656" y="1158925"/>
                  </a:lnTo>
                  <a:lnTo>
                    <a:pt x="476656" y="1154264"/>
                  </a:lnTo>
                  <a:close/>
                </a:path>
                <a:path w="3367404" h="2244725">
                  <a:moveTo>
                    <a:pt x="531393" y="238950"/>
                  </a:moveTo>
                  <a:lnTo>
                    <a:pt x="530733" y="237426"/>
                  </a:lnTo>
                  <a:lnTo>
                    <a:pt x="529526" y="236220"/>
                  </a:lnTo>
                  <a:lnTo>
                    <a:pt x="527138" y="233845"/>
                  </a:lnTo>
                  <a:lnTo>
                    <a:pt x="522871" y="233845"/>
                  </a:lnTo>
                  <a:lnTo>
                    <a:pt x="519277" y="237401"/>
                  </a:lnTo>
                  <a:lnTo>
                    <a:pt x="518591" y="238950"/>
                  </a:lnTo>
                  <a:lnTo>
                    <a:pt x="518591" y="242531"/>
                  </a:lnTo>
                  <a:lnTo>
                    <a:pt x="519277" y="244094"/>
                  </a:lnTo>
                  <a:lnTo>
                    <a:pt x="521652" y="246468"/>
                  </a:lnTo>
                  <a:lnTo>
                    <a:pt x="523379" y="247154"/>
                  </a:lnTo>
                  <a:lnTo>
                    <a:pt x="526796" y="247154"/>
                  </a:lnTo>
                  <a:lnTo>
                    <a:pt x="528320" y="246468"/>
                  </a:lnTo>
                  <a:lnTo>
                    <a:pt x="530733" y="244094"/>
                  </a:lnTo>
                  <a:lnTo>
                    <a:pt x="531393" y="242531"/>
                  </a:lnTo>
                  <a:lnTo>
                    <a:pt x="531393" y="238950"/>
                  </a:lnTo>
                  <a:close/>
                </a:path>
                <a:path w="3367404" h="2244725">
                  <a:moveTo>
                    <a:pt x="542226" y="1211732"/>
                  </a:moveTo>
                  <a:lnTo>
                    <a:pt x="541769" y="1210741"/>
                  </a:lnTo>
                  <a:lnTo>
                    <a:pt x="541020" y="1209979"/>
                  </a:lnTo>
                  <a:lnTo>
                    <a:pt x="539457" y="1208430"/>
                  </a:lnTo>
                  <a:lnTo>
                    <a:pt x="536702" y="1208430"/>
                  </a:lnTo>
                  <a:lnTo>
                    <a:pt x="534390" y="1210741"/>
                  </a:lnTo>
                  <a:lnTo>
                    <a:pt x="533946" y="1211732"/>
                  </a:lnTo>
                  <a:lnTo>
                    <a:pt x="533946" y="1214043"/>
                  </a:lnTo>
                  <a:lnTo>
                    <a:pt x="534390" y="1215047"/>
                  </a:lnTo>
                  <a:lnTo>
                    <a:pt x="535152" y="1215809"/>
                  </a:lnTo>
                  <a:lnTo>
                    <a:pt x="535940" y="1216571"/>
                  </a:lnTo>
                  <a:lnTo>
                    <a:pt x="537019" y="1217015"/>
                  </a:lnTo>
                  <a:lnTo>
                    <a:pt x="539216" y="1217015"/>
                  </a:lnTo>
                  <a:lnTo>
                    <a:pt x="540219" y="1216596"/>
                  </a:lnTo>
                  <a:lnTo>
                    <a:pt x="541769" y="1215047"/>
                  </a:lnTo>
                  <a:lnTo>
                    <a:pt x="542226" y="1214043"/>
                  </a:lnTo>
                  <a:lnTo>
                    <a:pt x="542226" y="1211732"/>
                  </a:lnTo>
                  <a:close/>
                </a:path>
                <a:path w="3367404" h="2244725">
                  <a:moveTo>
                    <a:pt x="620344" y="1254861"/>
                  </a:moveTo>
                  <a:lnTo>
                    <a:pt x="619442" y="1252893"/>
                  </a:lnTo>
                  <a:lnTo>
                    <a:pt x="617931" y="1251369"/>
                  </a:lnTo>
                  <a:lnTo>
                    <a:pt x="614857" y="1248308"/>
                  </a:lnTo>
                  <a:lnTo>
                    <a:pt x="609409" y="1248308"/>
                  </a:lnTo>
                  <a:lnTo>
                    <a:pt x="604812" y="1252893"/>
                  </a:lnTo>
                  <a:lnTo>
                    <a:pt x="603923" y="1254861"/>
                  </a:lnTo>
                  <a:lnTo>
                    <a:pt x="603923" y="1259484"/>
                  </a:lnTo>
                  <a:lnTo>
                    <a:pt x="604812" y="1261440"/>
                  </a:lnTo>
                  <a:lnTo>
                    <a:pt x="607860" y="1264513"/>
                  </a:lnTo>
                  <a:lnTo>
                    <a:pt x="610057" y="1265377"/>
                  </a:lnTo>
                  <a:lnTo>
                    <a:pt x="614413" y="1265377"/>
                  </a:lnTo>
                  <a:lnTo>
                    <a:pt x="616381" y="1264513"/>
                  </a:lnTo>
                  <a:lnTo>
                    <a:pt x="619480" y="1261440"/>
                  </a:lnTo>
                  <a:lnTo>
                    <a:pt x="620344" y="1259484"/>
                  </a:lnTo>
                  <a:lnTo>
                    <a:pt x="620344" y="1254861"/>
                  </a:lnTo>
                  <a:close/>
                </a:path>
                <a:path w="3367404" h="2244725">
                  <a:moveTo>
                    <a:pt x="621271" y="223494"/>
                  </a:moveTo>
                  <a:lnTo>
                    <a:pt x="620306" y="221284"/>
                  </a:lnTo>
                  <a:lnTo>
                    <a:pt x="618591" y="219595"/>
                  </a:lnTo>
                  <a:lnTo>
                    <a:pt x="615200" y="216179"/>
                  </a:lnTo>
                  <a:lnTo>
                    <a:pt x="609130" y="216179"/>
                  </a:lnTo>
                  <a:lnTo>
                    <a:pt x="603986" y="221284"/>
                  </a:lnTo>
                  <a:lnTo>
                    <a:pt x="603021" y="223494"/>
                  </a:lnTo>
                  <a:lnTo>
                    <a:pt x="603021" y="228600"/>
                  </a:lnTo>
                  <a:lnTo>
                    <a:pt x="603986" y="230809"/>
                  </a:lnTo>
                  <a:lnTo>
                    <a:pt x="605675" y="232460"/>
                  </a:lnTo>
                  <a:lnTo>
                    <a:pt x="607402" y="234226"/>
                  </a:lnTo>
                  <a:lnTo>
                    <a:pt x="609815" y="235153"/>
                  </a:lnTo>
                  <a:lnTo>
                    <a:pt x="614680" y="235153"/>
                  </a:lnTo>
                  <a:lnTo>
                    <a:pt x="616889" y="234226"/>
                  </a:lnTo>
                  <a:lnTo>
                    <a:pt x="618591" y="232460"/>
                  </a:lnTo>
                  <a:lnTo>
                    <a:pt x="620306" y="230809"/>
                  </a:lnTo>
                  <a:lnTo>
                    <a:pt x="621271" y="228600"/>
                  </a:lnTo>
                  <a:lnTo>
                    <a:pt x="621271" y="223494"/>
                  </a:lnTo>
                  <a:close/>
                </a:path>
                <a:path w="3367404" h="2244725">
                  <a:moveTo>
                    <a:pt x="696810" y="162509"/>
                  </a:moveTo>
                  <a:lnTo>
                    <a:pt x="696252" y="161226"/>
                  </a:lnTo>
                  <a:lnTo>
                    <a:pt x="695261" y="160235"/>
                  </a:lnTo>
                  <a:lnTo>
                    <a:pt x="693254" y="158229"/>
                  </a:lnTo>
                  <a:lnTo>
                    <a:pt x="689698" y="158229"/>
                  </a:lnTo>
                  <a:lnTo>
                    <a:pt x="686701" y="161226"/>
                  </a:lnTo>
                  <a:lnTo>
                    <a:pt x="686142" y="162509"/>
                  </a:lnTo>
                  <a:lnTo>
                    <a:pt x="686142" y="165506"/>
                  </a:lnTo>
                  <a:lnTo>
                    <a:pt x="686701" y="166789"/>
                  </a:lnTo>
                  <a:lnTo>
                    <a:pt x="688695" y="168783"/>
                  </a:lnTo>
                  <a:lnTo>
                    <a:pt x="690118" y="169341"/>
                  </a:lnTo>
                  <a:lnTo>
                    <a:pt x="692975" y="169341"/>
                  </a:lnTo>
                  <a:lnTo>
                    <a:pt x="694258" y="168783"/>
                  </a:lnTo>
                  <a:lnTo>
                    <a:pt x="696252" y="166789"/>
                  </a:lnTo>
                  <a:lnTo>
                    <a:pt x="696810" y="165506"/>
                  </a:lnTo>
                  <a:lnTo>
                    <a:pt x="696810" y="162509"/>
                  </a:lnTo>
                  <a:close/>
                </a:path>
                <a:path w="3367404" h="2244725">
                  <a:moveTo>
                    <a:pt x="710272" y="1267485"/>
                  </a:moveTo>
                  <a:lnTo>
                    <a:pt x="709510" y="1265720"/>
                  </a:lnTo>
                  <a:lnTo>
                    <a:pt x="708126" y="1264373"/>
                  </a:lnTo>
                  <a:lnTo>
                    <a:pt x="705396" y="1261618"/>
                  </a:lnTo>
                  <a:lnTo>
                    <a:pt x="700506" y="1261618"/>
                  </a:lnTo>
                  <a:lnTo>
                    <a:pt x="696429" y="1265720"/>
                  </a:lnTo>
                  <a:lnTo>
                    <a:pt x="695642" y="1267485"/>
                  </a:lnTo>
                  <a:lnTo>
                    <a:pt x="695642" y="1271587"/>
                  </a:lnTo>
                  <a:lnTo>
                    <a:pt x="696429" y="1273340"/>
                  </a:lnTo>
                  <a:lnTo>
                    <a:pt x="699160" y="1276070"/>
                  </a:lnTo>
                  <a:lnTo>
                    <a:pt x="701090" y="1276870"/>
                  </a:lnTo>
                  <a:lnTo>
                    <a:pt x="705027" y="1276870"/>
                  </a:lnTo>
                  <a:lnTo>
                    <a:pt x="706742" y="1276070"/>
                  </a:lnTo>
                  <a:lnTo>
                    <a:pt x="709510" y="1273340"/>
                  </a:lnTo>
                  <a:lnTo>
                    <a:pt x="710272" y="1271587"/>
                  </a:lnTo>
                  <a:lnTo>
                    <a:pt x="710272" y="1267485"/>
                  </a:lnTo>
                  <a:close/>
                </a:path>
                <a:path w="3367404" h="2244725">
                  <a:moveTo>
                    <a:pt x="783348" y="186791"/>
                  </a:moveTo>
                  <a:lnTo>
                    <a:pt x="782459" y="184759"/>
                  </a:lnTo>
                  <a:lnTo>
                    <a:pt x="777659" y="179959"/>
                  </a:lnTo>
                  <a:lnTo>
                    <a:pt x="771931" y="179959"/>
                  </a:lnTo>
                  <a:lnTo>
                    <a:pt x="768718" y="183134"/>
                  </a:lnTo>
                  <a:lnTo>
                    <a:pt x="767130" y="184759"/>
                  </a:lnTo>
                  <a:lnTo>
                    <a:pt x="766241" y="186791"/>
                  </a:lnTo>
                  <a:lnTo>
                    <a:pt x="766241" y="191617"/>
                  </a:lnTo>
                  <a:lnTo>
                    <a:pt x="767130" y="193662"/>
                  </a:lnTo>
                  <a:lnTo>
                    <a:pt x="770305" y="196862"/>
                  </a:lnTo>
                  <a:lnTo>
                    <a:pt x="772591" y="197764"/>
                  </a:lnTo>
                  <a:lnTo>
                    <a:pt x="777176" y="197764"/>
                  </a:lnTo>
                  <a:lnTo>
                    <a:pt x="779208" y="196862"/>
                  </a:lnTo>
                  <a:lnTo>
                    <a:pt x="782421" y="193662"/>
                  </a:lnTo>
                  <a:lnTo>
                    <a:pt x="783348" y="191617"/>
                  </a:lnTo>
                  <a:lnTo>
                    <a:pt x="783348" y="189064"/>
                  </a:lnTo>
                  <a:lnTo>
                    <a:pt x="783348" y="186791"/>
                  </a:lnTo>
                  <a:close/>
                </a:path>
                <a:path w="3367404" h="2244725">
                  <a:moveTo>
                    <a:pt x="792213" y="1284833"/>
                  </a:moveTo>
                  <a:lnTo>
                    <a:pt x="791768" y="1283792"/>
                  </a:lnTo>
                  <a:lnTo>
                    <a:pt x="790943" y="1282966"/>
                  </a:lnTo>
                  <a:lnTo>
                    <a:pt x="789355" y="1281379"/>
                  </a:lnTo>
                  <a:lnTo>
                    <a:pt x="786460" y="1281379"/>
                  </a:lnTo>
                  <a:lnTo>
                    <a:pt x="784834" y="1282966"/>
                  </a:lnTo>
                  <a:lnTo>
                    <a:pt x="784047" y="1283792"/>
                  </a:lnTo>
                  <a:lnTo>
                    <a:pt x="783590" y="1284833"/>
                  </a:lnTo>
                  <a:lnTo>
                    <a:pt x="783590" y="1287246"/>
                  </a:lnTo>
                  <a:lnTo>
                    <a:pt x="784047" y="1288288"/>
                  </a:lnTo>
                  <a:lnTo>
                    <a:pt x="785660" y="1289900"/>
                  </a:lnTo>
                  <a:lnTo>
                    <a:pt x="786803" y="1290358"/>
                  </a:lnTo>
                  <a:lnTo>
                    <a:pt x="789114" y="1290358"/>
                  </a:lnTo>
                  <a:lnTo>
                    <a:pt x="790143" y="1289900"/>
                  </a:lnTo>
                  <a:lnTo>
                    <a:pt x="790943" y="1289075"/>
                  </a:lnTo>
                  <a:lnTo>
                    <a:pt x="791768" y="1288288"/>
                  </a:lnTo>
                  <a:lnTo>
                    <a:pt x="792213" y="1287246"/>
                  </a:lnTo>
                  <a:lnTo>
                    <a:pt x="792213" y="1284833"/>
                  </a:lnTo>
                  <a:close/>
                </a:path>
                <a:path w="3367404" h="2244725">
                  <a:moveTo>
                    <a:pt x="876134" y="185064"/>
                  </a:moveTo>
                  <a:lnTo>
                    <a:pt x="875753" y="184175"/>
                  </a:lnTo>
                  <a:lnTo>
                    <a:pt x="875068" y="183476"/>
                  </a:lnTo>
                  <a:lnTo>
                    <a:pt x="873683" y="182067"/>
                  </a:lnTo>
                  <a:lnTo>
                    <a:pt x="871207" y="182067"/>
                  </a:lnTo>
                  <a:lnTo>
                    <a:pt x="869099" y="184175"/>
                  </a:lnTo>
                  <a:lnTo>
                    <a:pt x="868718" y="185064"/>
                  </a:lnTo>
                  <a:lnTo>
                    <a:pt x="868718" y="187134"/>
                  </a:lnTo>
                  <a:lnTo>
                    <a:pt x="869099" y="188036"/>
                  </a:lnTo>
                  <a:lnTo>
                    <a:pt x="870483" y="189420"/>
                  </a:lnTo>
                  <a:lnTo>
                    <a:pt x="871474" y="189826"/>
                  </a:lnTo>
                  <a:lnTo>
                    <a:pt x="873442" y="189826"/>
                  </a:lnTo>
                  <a:lnTo>
                    <a:pt x="874344" y="189420"/>
                  </a:lnTo>
                  <a:lnTo>
                    <a:pt x="875068" y="188722"/>
                  </a:lnTo>
                  <a:lnTo>
                    <a:pt x="875753" y="188036"/>
                  </a:lnTo>
                  <a:lnTo>
                    <a:pt x="876134" y="187134"/>
                  </a:lnTo>
                  <a:lnTo>
                    <a:pt x="876134" y="185064"/>
                  </a:lnTo>
                  <a:close/>
                </a:path>
                <a:path w="3367404" h="2244725">
                  <a:moveTo>
                    <a:pt x="885494" y="1267409"/>
                  </a:moveTo>
                  <a:lnTo>
                    <a:pt x="884758" y="1265758"/>
                  </a:lnTo>
                  <a:lnTo>
                    <a:pt x="883488" y="1264513"/>
                  </a:lnTo>
                  <a:lnTo>
                    <a:pt x="880973" y="1261960"/>
                  </a:lnTo>
                  <a:lnTo>
                    <a:pt x="876452" y="1261960"/>
                  </a:lnTo>
                  <a:lnTo>
                    <a:pt x="872655" y="1265758"/>
                  </a:lnTo>
                  <a:lnTo>
                    <a:pt x="871931" y="1267409"/>
                  </a:lnTo>
                  <a:lnTo>
                    <a:pt x="871931" y="1271206"/>
                  </a:lnTo>
                  <a:lnTo>
                    <a:pt x="872655" y="1272857"/>
                  </a:lnTo>
                  <a:lnTo>
                    <a:pt x="875169" y="1275384"/>
                  </a:lnTo>
                  <a:lnTo>
                    <a:pt x="876960" y="1276108"/>
                  </a:lnTo>
                  <a:lnTo>
                    <a:pt x="880592" y="1276108"/>
                  </a:lnTo>
                  <a:lnTo>
                    <a:pt x="882205" y="1275384"/>
                  </a:lnTo>
                  <a:lnTo>
                    <a:pt x="884758" y="1272857"/>
                  </a:lnTo>
                  <a:lnTo>
                    <a:pt x="885494" y="1271206"/>
                  </a:lnTo>
                  <a:lnTo>
                    <a:pt x="885494" y="1267409"/>
                  </a:lnTo>
                  <a:close/>
                </a:path>
                <a:path w="3367404" h="2244725">
                  <a:moveTo>
                    <a:pt x="938250" y="254025"/>
                  </a:moveTo>
                  <a:lnTo>
                    <a:pt x="937806" y="253060"/>
                  </a:lnTo>
                  <a:lnTo>
                    <a:pt x="935482" y="250748"/>
                  </a:lnTo>
                  <a:lnTo>
                    <a:pt x="932726" y="250748"/>
                  </a:lnTo>
                  <a:lnTo>
                    <a:pt x="931176" y="252260"/>
                  </a:lnTo>
                  <a:lnTo>
                    <a:pt x="930414" y="253060"/>
                  </a:lnTo>
                  <a:lnTo>
                    <a:pt x="929995" y="254025"/>
                  </a:lnTo>
                  <a:lnTo>
                    <a:pt x="929995" y="256336"/>
                  </a:lnTo>
                  <a:lnTo>
                    <a:pt x="930414" y="257340"/>
                  </a:lnTo>
                  <a:lnTo>
                    <a:pt x="931964" y="258889"/>
                  </a:lnTo>
                  <a:lnTo>
                    <a:pt x="933069" y="259295"/>
                  </a:lnTo>
                  <a:lnTo>
                    <a:pt x="934173" y="259295"/>
                  </a:lnTo>
                  <a:lnTo>
                    <a:pt x="935278" y="259295"/>
                  </a:lnTo>
                  <a:lnTo>
                    <a:pt x="936244" y="258889"/>
                  </a:lnTo>
                  <a:lnTo>
                    <a:pt x="937006" y="258089"/>
                  </a:lnTo>
                  <a:lnTo>
                    <a:pt x="937806" y="257340"/>
                  </a:lnTo>
                  <a:lnTo>
                    <a:pt x="938250" y="256374"/>
                  </a:lnTo>
                  <a:lnTo>
                    <a:pt x="938250" y="254025"/>
                  </a:lnTo>
                  <a:close/>
                </a:path>
                <a:path w="3367404" h="2244725">
                  <a:moveTo>
                    <a:pt x="965403" y="1237538"/>
                  </a:moveTo>
                  <a:lnTo>
                    <a:pt x="964958" y="1236535"/>
                  </a:lnTo>
                  <a:lnTo>
                    <a:pt x="964158" y="1235748"/>
                  </a:lnTo>
                  <a:lnTo>
                    <a:pt x="962609" y="1234160"/>
                  </a:lnTo>
                  <a:lnTo>
                    <a:pt x="959777" y="1234160"/>
                  </a:lnTo>
                  <a:lnTo>
                    <a:pt x="958189" y="1235748"/>
                  </a:lnTo>
                  <a:lnTo>
                    <a:pt x="957427" y="1236535"/>
                  </a:lnTo>
                  <a:lnTo>
                    <a:pt x="956983" y="1237538"/>
                  </a:lnTo>
                  <a:lnTo>
                    <a:pt x="956983" y="1239926"/>
                  </a:lnTo>
                  <a:lnTo>
                    <a:pt x="957427" y="1240917"/>
                  </a:lnTo>
                  <a:lnTo>
                    <a:pt x="958189" y="1241717"/>
                  </a:lnTo>
                  <a:lnTo>
                    <a:pt x="958989" y="1242504"/>
                  </a:lnTo>
                  <a:lnTo>
                    <a:pt x="960120" y="1242961"/>
                  </a:lnTo>
                  <a:lnTo>
                    <a:pt x="962367" y="1242961"/>
                  </a:lnTo>
                  <a:lnTo>
                    <a:pt x="963409" y="1242504"/>
                  </a:lnTo>
                  <a:lnTo>
                    <a:pt x="964158" y="1241717"/>
                  </a:lnTo>
                  <a:lnTo>
                    <a:pt x="964958" y="1240917"/>
                  </a:lnTo>
                  <a:lnTo>
                    <a:pt x="965403" y="1239926"/>
                  </a:lnTo>
                  <a:lnTo>
                    <a:pt x="965403" y="1237538"/>
                  </a:lnTo>
                  <a:close/>
                </a:path>
                <a:path w="3367404" h="2244725">
                  <a:moveTo>
                    <a:pt x="1007021" y="307797"/>
                  </a:moveTo>
                  <a:lnTo>
                    <a:pt x="1006602" y="306908"/>
                  </a:lnTo>
                  <a:lnTo>
                    <a:pt x="1005916" y="306184"/>
                  </a:lnTo>
                  <a:lnTo>
                    <a:pt x="1004493" y="304800"/>
                  </a:lnTo>
                  <a:lnTo>
                    <a:pt x="1001979" y="304800"/>
                  </a:lnTo>
                  <a:lnTo>
                    <a:pt x="1000594" y="306184"/>
                  </a:lnTo>
                  <a:lnTo>
                    <a:pt x="999909" y="306908"/>
                  </a:lnTo>
                  <a:lnTo>
                    <a:pt x="999502" y="307797"/>
                  </a:lnTo>
                  <a:lnTo>
                    <a:pt x="999502" y="309905"/>
                  </a:lnTo>
                  <a:lnTo>
                    <a:pt x="999909" y="310807"/>
                  </a:lnTo>
                  <a:lnTo>
                    <a:pt x="1000594" y="311492"/>
                  </a:lnTo>
                  <a:lnTo>
                    <a:pt x="1001293" y="312216"/>
                  </a:lnTo>
                  <a:lnTo>
                    <a:pt x="1002296" y="312597"/>
                  </a:lnTo>
                  <a:lnTo>
                    <a:pt x="1004290" y="312597"/>
                  </a:lnTo>
                  <a:lnTo>
                    <a:pt x="1005192" y="312216"/>
                  </a:lnTo>
                  <a:lnTo>
                    <a:pt x="1006602" y="310807"/>
                  </a:lnTo>
                  <a:lnTo>
                    <a:pt x="1007021" y="309905"/>
                  </a:lnTo>
                  <a:lnTo>
                    <a:pt x="1007021" y="307797"/>
                  </a:lnTo>
                  <a:close/>
                </a:path>
                <a:path w="3367404" h="2244725">
                  <a:moveTo>
                    <a:pt x="1036586" y="1179931"/>
                  </a:moveTo>
                  <a:lnTo>
                    <a:pt x="1035761" y="1178102"/>
                  </a:lnTo>
                  <a:lnTo>
                    <a:pt x="1034313" y="1176655"/>
                  </a:lnTo>
                  <a:lnTo>
                    <a:pt x="1031481" y="1173797"/>
                  </a:lnTo>
                  <a:lnTo>
                    <a:pt x="1026375" y="1173797"/>
                  </a:lnTo>
                  <a:lnTo>
                    <a:pt x="1023480" y="1176655"/>
                  </a:lnTo>
                  <a:lnTo>
                    <a:pt x="1022057" y="1178102"/>
                  </a:lnTo>
                  <a:lnTo>
                    <a:pt x="1021270" y="1179931"/>
                  </a:lnTo>
                  <a:lnTo>
                    <a:pt x="1021270" y="1184249"/>
                  </a:lnTo>
                  <a:lnTo>
                    <a:pt x="1022057" y="1186078"/>
                  </a:lnTo>
                  <a:lnTo>
                    <a:pt x="1024928" y="1188935"/>
                  </a:lnTo>
                  <a:lnTo>
                    <a:pt x="1026960" y="1189736"/>
                  </a:lnTo>
                  <a:lnTo>
                    <a:pt x="1031074" y="1189736"/>
                  </a:lnTo>
                  <a:lnTo>
                    <a:pt x="1032903" y="1188935"/>
                  </a:lnTo>
                  <a:lnTo>
                    <a:pt x="1034313" y="1187488"/>
                  </a:lnTo>
                  <a:lnTo>
                    <a:pt x="1035761" y="1186078"/>
                  </a:lnTo>
                  <a:lnTo>
                    <a:pt x="1036586" y="1184249"/>
                  </a:lnTo>
                  <a:lnTo>
                    <a:pt x="1036586" y="1179931"/>
                  </a:lnTo>
                  <a:close/>
                </a:path>
                <a:path w="3367404" h="2244725">
                  <a:moveTo>
                    <a:pt x="1055255" y="1094422"/>
                  </a:moveTo>
                  <a:lnTo>
                    <a:pt x="1054874" y="1093495"/>
                  </a:lnTo>
                  <a:lnTo>
                    <a:pt x="1054150" y="1092771"/>
                  </a:lnTo>
                  <a:lnTo>
                    <a:pt x="1052741" y="1091349"/>
                  </a:lnTo>
                  <a:lnTo>
                    <a:pt x="1050188" y="1091349"/>
                  </a:lnTo>
                  <a:lnTo>
                    <a:pt x="1048042" y="1093495"/>
                  </a:lnTo>
                  <a:lnTo>
                    <a:pt x="1047635" y="1094422"/>
                  </a:lnTo>
                  <a:lnTo>
                    <a:pt x="1047635" y="1096530"/>
                  </a:lnTo>
                  <a:lnTo>
                    <a:pt x="1048042" y="1097457"/>
                  </a:lnTo>
                  <a:lnTo>
                    <a:pt x="1048766" y="1098143"/>
                  </a:lnTo>
                  <a:lnTo>
                    <a:pt x="1049464" y="1098867"/>
                  </a:lnTo>
                  <a:lnTo>
                    <a:pt x="1050493" y="1099286"/>
                  </a:lnTo>
                  <a:lnTo>
                    <a:pt x="1052537" y="1099286"/>
                  </a:lnTo>
                  <a:lnTo>
                    <a:pt x="1053426" y="1098867"/>
                  </a:lnTo>
                  <a:lnTo>
                    <a:pt x="1054150" y="1098143"/>
                  </a:lnTo>
                  <a:lnTo>
                    <a:pt x="1054874" y="1097457"/>
                  </a:lnTo>
                  <a:lnTo>
                    <a:pt x="1055255" y="1096530"/>
                  </a:lnTo>
                  <a:lnTo>
                    <a:pt x="1055255" y="1094422"/>
                  </a:lnTo>
                  <a:close/>
                </a:path>
                <a:path w="3367404" h="2244725">
                  <a:moveTo>
                    <a:pt x="1074000" y="354812"/>
                  </a:moveTo>
                  <a:lnTo>
                    <a:pt x="1073378" y="353466"/>
                  </a:lnTo>
                  <a:lnTo>
                    <a:pt x="1072337" y="352399"/>
                  </a:lnTo>
                  <a:lnTo>
                    <a:pt x="1070203" y="350304"/>
                  </a:lnTo>
                  <a:lnTo>
                    <a:pt x="1066444" y="350304"/>
                  </a:lnTo>
                  <a:lnTo>
                    <a:pt x="1063269" y="353466"/>
                  </a:lnTo>
                  <a:lnTo>
                    <a:pt x="1062672" y="354812"/>
                  </a:lnTo>
                  <a:lnTo>
                    <a:pt x="1062672" y="358025"/>
                  </a:lnTo>
                  <a:lnTo>
                    <a:pt x="1063294" y="359371"/>
                  </a:lnTo>
                  <a:lnTo>
                    <a:pt x="1065403" y="361480"/>
                  </a:lnTo>
                  <a:lnTo>
                    <a:pt x="1066888" y="362064"/>
                  </a:lnTo>
                  <a:lnTo>
                    <a:pt x="1069924" y="362064"/>
                  </a:lnTo>
                  <a:lnTo>
                    <a:pt x="1071270" y="361480"/>
                  </a:lnTo>
                  <a:lnTo>
                    <a:pt x="1073378" y="359371"/>
                  </a:lnTo>
                  <a:lnTo>
                    <a:pt x="1074000" y="357987"/>
                  </a:lnTo>
                  <a:lnTo>
                    <a:pt x="1074000" y="354812"/>
                  </a:lnTo>
                  <a:close/>
                </a:path>
                <a:path w="3367404" h="2244725">
                  <a:moveTo>
                    <a:pt x="1145628" y="1048410"/>
                  </a:moveTo>
                  <a:lnTo>
                    <a:pt x="1145082" y="1047127"/>
                  </a:lnTo>
                  <a:lnTo>
                    <a:pt x="1144079" y="1046124"/>
                  </a:lnTo>
                  <a:lnTo>
                    <a:pt x="1142072" y="1044130"/>
                  </a:lnTo>
                  <a:lnTo>
                    <a:pt x="1138516" y="1044130"/>
                  </a:lnTo>
                  <a:lnTo>
                    <a:pt x="1136523" y="1046124"/>
                  </a:lnTo>
                  <a:lnTo>
                    <a:pt x="1135557" y="1047127"/>
                  </a:lnTo>
                  <a:lnTo>
                    <a:pt x="1134960" y="1048410"/>
                  </a:lnTo>
                  <a:lnTo>
                    <a:pt x="1134960" y="1051407"/>
                  </a:lnTo>
                  <a:lnTo>
                    <a:pt x="1135557" y="1052677"/>
                  </a:lnTo>
                  <a:lnTo>
                    <a:pt x="1137526" y="1054646"/>
                  </a:lnTo>
                  <a:lnTo>
                    <a:pt x="1138936" y="1055230"/>
                  </a:lnTo>
                  <a:lnTo>
                    <a:pt x="1141793" y="1055230"/>
                  </a:lnTo>
                  <a:lnTo>
                    <a:pt x="1143076" y="1054646"/>
                  </a:lnTo>
                  <a:lnTo>
                    <a:pt x="1144079" y="1053642"/>
                  </a:lnTo>
                  <a:lnTo>
                    <a:pt x="1145082" y="1052677"/>
                  </a:lnTo>
                  <a:lnTo>
                    <a:pt x="1145628" y="1051407"/>
                  </a:lnTo>
                  <a:lnTo>
                    <a:pt x="1145628" y="1048410"/>
                  </a:lnTo>
                  <a:close/>
                </a:path>
                <a:path w="3367404" h="2244725">
                  <a:moveTo>
                    <a:pt x="1150937" y="396938"/>
                  </a:moveTo>
                  <a:lnTo>
                    <a:pt x="1150531" y="395998"/>
                  </a:lnTo>
                  <a:lnTo>
                    <a:pt x="1149807" y="395274"/>
                  </a:lnTo>
                  <a:lnTo>
                    <a:pt x="1148359" y="393827"/>
                  </a:lnTo>
                  <a:lnTo>
                    <a:pt x="1145768" y="393827"/>
                  </a:lnTo>
                  <a:lnTo>
                    <a:pt x="1143596" y="395998"/>
                  </a:lnTo>
                  <a:lnTo>
                    <a:pt x="1143177" y="396938"/>
                  </a:lnTo>
                  <a:lnTo>
                    <a:pt x="1143177" y="399110"/>
                  </a:lnTo>
                  <a:lnTo>
                    <a:pt x="1143596" y="400037"/>
                  </a:lnTo>
                  <a:lnTo>
                    <a:pt x="1144320" y="400735"/>
                  </a:lnTo>
                  <a:lnTo>
                    <a:pt x="1145044" y="401485"/>
                  </a:lnTo>
                  <a:lnTo>
                    <a:pt x="1146073" y="401904"/>
                  </a:lnTo>
                  <a:lnTo>
                    <a:pt x="1148143" y="401904"/>
                  </a:lnTo>
                  <a:lnTo>
                    <a:pt x="1149083" y="401485"/>
                  </a:lnTo>
                  <a:lnTo>
                    <a:pt x="1149807" y="400735"/>
                  </a:lnTo>
                  <a:lnTo>
                    <a:pt x="1150531" y="400037"/>
                  </a:lnTo>
                  <a:lnTo>
                    <a:pt x="1150937" y="399110"/>
                  </a:lnTo>
                  <a:lnTo>
                    <a:pt x="1150937" y="396938"/>
                  </a:lnTo>
                  <a:close/>
                </a:path>
                <a:path w="3367404" h="2244725">
                  <a:moveTo>
                    <a:pt x="1168539" y="563549"/>
                  </a:moveTo>
                  <a:lnTo>
                    <a:pt x="1168057" y="562444"/>
                  </a:lnTo>
                  <a:lnTo>
                    <a:pt x="1167193" y="561619"/>
                  </a:lnTo>
                  <a:lnTo>
                    <a:pt x="1165542" y="559917"/>
                  </a:lnTo>
                  <a:lnTo>
                    <a:pt x="1162532" y="559917"/>
                  </a:lnTo>
                  <a:lnTo>
                    <a:pt x="1160018" y="562444"/>
                  </a:lnTo>
                  <a:lnTo>
                    <a:pt x="1159573" y="563511"/>
                  </a:lnTo>
                  <a:lnTo>
                    <a:pt x="1159573" y="566064"/>
                  </a:lnTo>
                  <a:lnTo>
                    <a:pt x="1160018" y="567131"/>
                  </a:lnTo>
                  <a:lnTo>
                    <a:pt x="1160843" y="567956"/>
                  </a:lnTo>
                  <a:lnTo>
                    <a:pt x="1161707" y="568794"/>
                  </a:lnTo>
                  <a:lnTo>
                    <a:pt x="1162888" y="569277"/>
                  </a:lnTo>
                  <a:lnTo>
                    <a:pt x="1165301" y="569277"/>
                  </a:lnTo>
                  <a:lnTo>
                    <a:pt x="1166368" y="568794"/>
                  </a:lnTo>
                  <a:lnTo>
                    <a:pt x="1168057" y="567093"/>
                  </a:lnTo>
                  <a:lnTo>
                    <a:pt x="1168539" y="566064"/>
                  </a:lnTo>
                  <a:lnTo>
                    <a:pt x="1168539" y="563549"/>
                  </a:lnTo>
                  <a:close/>
                </a:path>
                <a:path w="3367404" h="2244725">
                  <a:moveTo>
                    <a:pt x="1182268" y="2164181"/>
                  </a:moveTo>
                  <a:lnTo>
                    <a:pt x="1181823" y="2163140"/>
                  </a:lnTo>
                  <a:lnTo>
                    <a:pt x="1181036" y="2162352"/>
                  </a:lnTo>
                  <a:lnTo>
                    <a:pt x="1179449" y="2160765"/>
                  </a:lnTo>
                  <a:lnTo>
                    <a:pt x="1176578" y="2160765"/>
                  </a:lnTo>
                  <a:lnTo>
                    <a:pt x="1174165" y="2163140"/>
                  </a:lnTo>
                  <a:lnTo>
                    <a:pt x="1173721" y="2164181"/>
                  </a:lnTo>
                  <a:lnTo>
                    <a:pt x="1173721" y="2166594"/>
                  </a:lnTo>
                  <a:lnTo>
                    <a:pt x="1174165" y="2167623"/>
                  </a:lnTo>
                  <a:lnTo>
                    <a:pt x="1175753" y="2169210"/>
                  </a:lnTo>
                  <a:lnTo>
                    <a:pt x="1176896" y="2169655"/>
                  </a:lnTo>
                  <a:lnTo>
                    <a:pt x="1179207" y="2169655"/>
                  </a:lnTo>
                  <a:lnTo>
                    <a:pt x="1180198" y="2169210"/>
                  </a:lnTo>
                  <a:lnTo>
                    <a:pt x="1181036" y="2168423"/>
                  </a:lnTo>
                  <a:lnTo>
                    <a:pt x="1181823" y="2167623"/>
                  </a:lnTo>
                  <a:lnTo>
                    <a:pt x="1182268" y="2166594"/>
                  </a:lnTo>
                  <a:lnTo>
                    <a:pt x="1182268" y="2164181"/>
                  </a:lnTo>
                  <a:close/>
                </a:path>
                <a:path w="3367404" h="2244725">
                  <a:moveTo>
                    <a:pt x="1220508" y="472681"/>
                  </a:moveTo>
                  <a:lnTo>
                    <a:pt x="1220089" y="471792"/>
                  </a:lnTo>
                  <a:lnTo>
                    <a:pt x="1219365" y="471068"/>
                  </a:lnTo>
                  <a:lnTo>
                    <a:pt x="1217955" y="469620"/>
                  </a:lnTo>
                  <a:lnTo>
                    <a:pt x="1215402" y="469620"/>
                  </a:lnTo>
                  <a:lnTo>
                    <a:pt x="1213231" y="471792"/>
                  </a:lnTo>
                  <a:lnTo>
                    <a:pt x="1212811" y="472681"/>
                  </a:lnTo>
                  <a:lnTo>
                    <a:pt x="1212811" y="474865"/>
                  </a:lnTo>
                  <a:lnTo>
                    <a:pt x="1213231" y="475754"/>
                  </a:lnTo>
                  <a:lnTo>
                    <a:pt x="1214678" y="477202"/>
                  </a:lnTo>
                  <a:lnTo>
                    <a:pt x="1215682" y="477621"/>
                  </a:lnTo>
                  <a:lnTo>
                    <a:pt x="1217752" y="477621"/>
                  </a:lnTo>
                  <a:lnTo>
                    <a:pt x="1218641" y="477202"/>
                  </a:lnTo>
                  <a:lnTo>
                    <a:pt x="1220089" y="475754"/>
                  </a:lnTo>
                  <a:lnTo>
                    <a:pt x="1220508" y="474865"/>
                  </a:lnTo>
                  <a:lnTo>
                    <a:pt x="1220508" y="472681"/>
                  </a:lnTo>
                  <a:close/>
                </a:path>
                <a:path w="3367404" h="2244725">
                  <a:moveTo>
                    <a:pt x="1265986" y="2144242"/>
                  </a:moveTo>
                  <a:lnTo>
                    <a:pt x="1265567" y="2143302"/>
                  </a:lnTo>
                  <a:lnTo>
                    <a:pt x="1264843" y="2142540"/>
                  </a:lnTo>
                  <a:lnTo>
                    <a:pt x="1263396" y="2141093"/>
                  </a:lnTo>
                  <a:lnTo>
                    <a:pt x="1260779" y="2141093"/>
                  </a:lnTo>
                  <a:lnTo>
                    <a:pt x="1259332" y="2142540"/>
                  </a:lnTo>
                  <a:lnTo>
                    <a:pt x="1258595" y="2143302"/>
                  </a:lnTo>
                  <a:lnTo>
                    <a:pt x="1258150" y="2144242"/>
                  </a:lnTo>
                  <a:lnTo>
                    <a:pt x="1258150" y="2146414"/>
                  </a:lnTo>
                  <a:lnTo>
                    <a:pt x="1258595" y="2147341"/>
                  </a:lnTo>
                  <a:lnTo>
                    <a:pt x="1259332" y="2148065"/>
                  </a:lnTo>
                  <a:lnTo>
                    <a:pt x="1260055" y="2148789"/>
                  </a:lnTo>
                  <a:lnTo>
                    <a:pt x="1261084" y="2149208"/>
                  </a:lnTo>
                  <a:lnTo>
                    <a:pt x="1263154" y="2149208"/>
                  </a:lnTo>
                  <a:lnTo>
                    <a:pt x="1264094" y="2148827"/>
                  </a:lnTo>
                  <a:lnTo>
                    <a:pt x="1265567" y="2147341"/>
                  </a:lnTo>
                  <a:lnTo>
                    <a:pt x="1265986" y="2146414"/>
                  </a:lnTo>
                  <a:lnTo>
                    <a:pt x="1265986" y="2144242"/>
                  </a:lnTo>
                  <a:close/>
                </a:path>
                <a:path w="3367404" h="2244725">
                  <a:moveTo>
                    <a:pt x="1350251" y="46088"/>
                  </a:moveTo>
                  <a:lnTo>
                    <a:pt x="1349527" y="44500"/>
                  </a:lnTo>
                  <a:lnTo>
                    <a:pt x="1348282" y="43256"/>
                  </a:lnTo>
                  <a:lnTo>
                    <a:pt x="1345768" y="40741"/>
                  </a:lnTo>
                  <a:lnTo>
                    <a:pt x="1341310" y="40741"/>
                  </a:lnTo>
                  <a:lnTo>
                    <a:pt x="1337551" y="44500"/>
                  </a:lnTo>
                  <a:lnTo>
                    <a:pt x="1336865" y="46088"/>
                  </a:lnTo>
                  <a:lnTo>
                    <a:pt x="1336865" y="49885"/>
                  </a:lnTo>
                  <a:lnTo>
                    <a:pt x="1337551" y="51473"/>
                  </a:lnTo>
                  <a:lnTo>
                    <a:pt x="1340065" y="53987"/>
                  </a:lnTo>
                  <a:lnTo>
                    <a:pt x="1341831" y="54673"/>
                  </a:lnTo>
                  <a:lnTo>
                    <a:pt x="1345412" y="54673"/>
                  </a:lnTo>
                  <a:lnTo>
                    <a:pt x="1347000" y="53949"/>
                  </a:lnTo>
                  <a:lnTo>
                    <a:pt x="1349527" y="51473"/>
                  </a:lnTo>
                  <a:lnTo>
                    <a:pt x="1350251" y="49885"/>
                  </a:lnTo>
                  <a:lnTo>
                    <a:pt x="1350251" y="46088"/>
                  </a:lnTo>
                  <a:close/>
                </a:path>
                <a:path w="3367404" h="2244725">
                  <a:moveTo>
                    <a:pt x="1350873" y="2104390"/>
                  </a:moveTo>
                  <a:lnTo>
                    <a:pt x="1349971" y="2102396"/>
                  </a:lnTo>
                  <a:lnTo>
                    <a:pt x="1348422" y="2100846"/>
                  </a:lnTo>
                  <a:lnTo>
                    <a:pt x="1345311" y="2097709"/>
                  </a:lnTo>
                  <a:lnTo>
                    <a:pt x="1339761" y="2097709"/>
                  </a:lnTo>
                  <a:lnTo>
                    <a:pt x="1335100" y="2102396"/>
                  </a:lnTo>
                  <a:lnTo>
                    <a:pt x="1334198" y="2104390"/>
                  </a:lnTo>
                  <a:lnTo>
                    <a:pt x="1334198" y="2109089"/>
                  </a:lnTo>
                  <a:lnTo>
                    <a:pt x="1335100" y="2111083"/>
                  </a:lnTo>
                  <a:lnTo>
                    <a:pt x="1338211" y="2114194"/>
                  </a:lnTo>
                  <a:lnTo>
                    <a:pt x="1340421" y="2115083"/>
                  </a:lnTo>
                  <a:lnTo>
                    <a:pt x="1344866" y="2115083"/>
                  </a:lnTo>
                  <a:lnTo>
                    <a:pt x="1346873" y="2114194"/>
                  </a:lnTo>
                  <a:lnTo>
                    <a:pt x="1348422" y="2112607"/>
                  </a:lnTo>
                  <a:lnTo>
                    <a:pt x="1349971" y="2111083"/>
                  </a:lnTo>
                  <a:lnTo>
                    <a:pt x="1350873" y="2109089"/>
                  </a:lnTo>
                  <a:lnTo>
                    <a:pt x="1350873" y="2104390"/>
                  </a:lnTo>
                  <a:close/>
                </a:path>
                <a:path w="3367404" h="2244725">
                  <a:moveTo>
                    <a:pt x="1428572" y="2062759"/>
                  </a:moveTo>
                  <a:lnTo>
                    <a:pt x="1427721" y="2060892"/>
                  </a:lnTo>
                  <a:lnTo>
                    <a:pt x="1423327" y="2056485"/>
                  </a:lnTo>
                  <a:lnTo>
                    <a:pt x="1418082" y="2056485"/>
                  </a:lnTo>
                  <a:lnTo>
                    <a:pt x="1413700" y="2060892"/>
                  </a:lnTo>
                  <a:lnTo>
                    <a:pt x="1412875" y="2062759"/>
                  </a:lnTo>
                  <a:lnTo>
                    <a:pt x="1412875" y="2067179"/>
                  </a:lnTo>
                  <a:lnTo>
                    <a:pt x="1413700" y="2069033"/>
                  </a:lnTo>
                  <a:lnTo>
                    <a:pt x="1416634" y="2071966"/>
                  </a:lnTo>
                  <a:lnTo>
                    <a:pt x="1418704" y="2072830"/>
                  </a:lnTo>
                  <a:lnTo>
                    <a:pt x="1422920" y="2072830"/>
                  </a:lnTo>
                  <a:lnTo>
                    <a:pt x="1424787" y="2071966"/>
                  </a:lnTo>
                  <a:lnTo>
                    <a:pt x="1427721" y="2069071"/>
                  </a:lnTo>
                  <a:lnTo>
                    <a:pt x="1428572" y="2067179"/>
                  </a:lnTo>
                  <a:lnTo>
                    <a:pt x="1428572" y="2064867"/>
                  </a:lnTo>
                  <a:lnTo>
                    <a:pt x="1428572" y="2062759"/>
                  </a:lnTo>
                  <a:close/>
                </a:path>
                <a:path w="3367404" h="2244725">
                  <a:moveTo>
                    <a:pt x="1438313" y="14668"/>
                  </a:moveTo>
                  <a:lnTo>
                    <a:pt x="1437474" y="12801"/>
                  </a:lnTo>
                  <a:lnTo>
                    <a:pt x="1436027" y="11391"/>
                  </a:lnTo>
                  <a:lnTo>
                    <a:pt x="1433207" y="8521"/>
                  </a:lnTo>
                  <a:lnTo>
                    <a:pt x="1428089" y="8521"/>
                  </a:lnTo>
                  <a:lnTo>
                    <a:pt x="1423784" y="12801"/>
                  </a:lnTo>
                  <a:lnTo>
                    <a:pt x="1422958" y="14668"/>
                  </a:lnTo>
                  <a:lnTo>
                    <a:pt x="1422958" y="18973"/>
                  </a:lnTo>
                  <a:lnTo>
                    <a:pt x="1423784" y="20802"/>
                  </a:lnTo>
                  <a:lnTo>
                    <a:pt x="1426641" y="23672"/>
                  </a:lnTo>
                  <a:lnTo>
                    <a:pt x="1428686" y="24460"/>
                  </a:lnTo>
                  <a:lnTo>
                    <a:pt x="1432788" y="24460"/>
                  </a:lnTo>
                  <a:lnTo>
                    <a:pt x="1434617" y="23672"/>
                  </a:lnTo>
                  <a:lnTo>
                    <a:pt x="1436027" y="22212"/>
                  </a:lnTo>
                  <a:lnTo>
                    <a:pt x="1437474" y="20802"/>
                  </a:lnTo>
                  <a:lnTo>
                    <a:pt x="1438313" y="18973"/>
                  </a:lnTo>
                  <a:lnTo>
                    <a:pt x="1438313" y="14668"/>
                  </a:lnTo>
                  <a:close/>
                </a:path>
                <a:path w="3367404" h="2244725">
                  <a:moveTo>
                    <a:pt x="1511287" y="2054860"/>
                  </a:moveTo>
                  <a:lnTo>
                    <a:pt x="1510766" y="2053717"/>
                  </a:lnTo>
                  <a:lnTo>
                    <a:pt x="1508112" y="2051062"/>
                  </a:lnTo>
                  <a:lnTo>
                    <a:pt x="1504975" y="2051062"/>
                  </a:lnTo>
                  <a:lnTo>
                    <a:pt x="1503184" y="2052828"/>
                  </a:lnTo>
                  <a:lnTo>
                    <a:pt x="1502321" y="2053717"/>
                  </a:lnTo>
                  <a:lnTo>
                    <a:pt x="1501800" y="2054860"/>
                  </a:lnTo>
                  <a:lnTo>
                    <a:pt x="1501800" y="2057514"/>
                  </a:lnTo>
                  <a:lnTo>
                    <a:pt x="1502321" y="2058619"/>
                  </a:lnTo>
                  <a:lnTo>
                    <a:pt x="1503184" y="2059520"/>
                  </a:lnTo>
                  <a:lnTo>
                    <a:pt x="1504073" y="2060409"/>
                  </a:lnTo>
                  <a:lnTo>
                    <a:pt x="1505318" y="2060892"/>
                  </a:lnTo>
                  <a:lnTo>
                    <a:pt x="1507871" y="2060892"/>
                  </a:lnTo>
                  <a:lnTo>
                    <a:pt x="1509014" y="2060409"/>
                  </a:lnTo>
                  <a:lnTo>
                    <a:pt x="1509877" y="2059520"/>
                  </a:lnTo>
                  <a:lnTo>
                    <a:pt x="1510766" y="2058657"/>
                  </a:lnTo>
                  <a:lnTo>
                    <a:pt x="1511287" y="2057514"/>
                  </a:lnTo>
                  <a:lnTo>
                    <a:pt x="1511287" y="2054860"/>
                  </a:lnTo>
                  <a:close/>
                </a:path>
                <a:path w="3367404" h="2244725">
                  <a:moveTo>
                    <a:pt x="1519910" y="74955"/>
                  </a:moveTo>
                  <a:lnTo>
                    <a:pt x="1519224" y="73444"/>
                  </a:lnTo>
                  <a:lnTo>
                    <a:pt x="1518056" y="72275"/>
                  </a:lnTo>
                  <a:lnTo>
                    <a:pt x="1515706" y="69926"/>
                  </a:lnTo>
                  <a:lnTo>
                    <a:pt x="1511528" y="69926"/>
                  </a:lnTo>
                  <a:lnTo>
                    <a:pt x="1509153" y="72275"/>
                  </a:lnTo>
                  <a:lnTo>
                    <a:pt x="1508010" y="73444"/>
                  </a:lnTo>
                  <a:lnTo>
                    <a:pt x="1507324" y="74955"/>
                  </a:lnTo>
                  <a:lnTo>
                    <a:pt x="1507324" y="78511"/>
                  </a:lnTo>
                  <a:lnTo>
                    <a:pt x="1508010" y="79997"/>
                  </a:lnTo>
                  <a:lnTo>
                    <a:pt x="1509153" y="81165"/>
                  </a:lnTo>
                  <a:lnTo>
                    <a:pt x="1510360" y="82346"/>
                  </a:lnTo>
                  <a:lnTo>
                    <a:pt x="1512011" y="82994"/>
                  </a:lnTo>
                  <a:lnTo>
                    <a:pt x="1515364" y="82994"/>
                  </a:lnTo>
                  <a:lnTo>
                    <a:pt x="1516875" y="82346"/>
                  </a:lnTo>
                  <a:lnTo>
                    <a:pt x="1519224" y="79997"/>
                  </a:lnTo>
                  <a:lnTo>
                    <a:pt x="1519910" y="78473"/>
                  </a:lnTo>
                  <a:lnTo>
                    <a:pt x="1519910" y="74955"/>
                  </a:lnTo>
                  <a:close/>
                </a:path>
                <a:path w="3367404" h="2244725">
                  <a:moveTo>
                    <a:pt x="1610220" y="12661"/>
                  </a:moveTo>
                  <a:lnTo>
                    <a:pt x="1609356" y="10693"/>
                  </a:lnTo>
                  <a:lnTo>
                    <a:pt x="1607807" y="9182"/>
                  </a:lnTo>
                  <a:lnTo>
                    <a:pt x="1604797" y="6146"/>
                  </a:lnTo>
                  <a:lnTo>
                    <a:pt x="1599387" y="6146"/>
                  </a:lnTo>
                  <a:lnTo>
                    <a:pt x="1596313" y="9182"/>
                  </a:lnTo>
                  <a:lnTo>
                    <a:pt x="1594827" y="10693"/>
                  </a:lnTo>
                  <a:lnTo>
                    <a:pt x="1593964" y="12661"/>
                  </a:lnTo>
                  <a:lnTo>
                    <a:pt x="1593964" y="17221"/>
                  </a:lnTo>
                  <a:lnTo>
                    <a:pt x="1594827" y="19177"/>
                  </a:lnTo>
                  <a:lnTo>
                    <a:pt x="1597863" y="22212"/>
                  </a:lnTo>
                  <a:lnTo>
                    <a:pt x="1600009" y="23050"/>
                  </a:lnTo>
                  <a:lnTo>
                    <a:pt x="1604352" y="23050"/>
                  </a:lnTo>
                  <a:lnTo>
                    <a:pt x="1606283" y="22212"/>
                  </a:lnTo>
                  <a:lnTo>
                    <a:pt x="1607807" y="20662"/>
                  </a:lnTo>
                  <a:lnTo>
                    <a:pt x="1609356" y="19151"/>
                  </a:lnTo>
                  <a:lnTo>
                    <a:pt x="1610220" y="17221"/>
                  </a:lnTo>
                  <a:lnTo>
                    <a:pt x="1610220" y="12661"/>
                  </a:lnTo>
                  <a:close/>
                </a:path>
                <a:path w="3367404" h="2244725">
                  <a:moveTo>
                    <a:pt x="1691271" y="85890"/>
                  </a:moveTo>
                  <a:lnTo>
                    <a:pt x="1690547" y="84277"/>
                  </a:lnTo>
                  <a:lnTo>
                    <a:pt x="1689265" y="82994"/>
                  </a:lnTo>
                  <a:lnTo>
                    <a:pt x="1686750" y="80479"/>
                  </a:lnTo>
                  <a:lnTo>
                    <a:pt x="1682229" y="80479"/>
                  </a:lnTo>
                  <a:lnTo>
                    <a:pt x="1678432" y="84277"/>
                  </a:lnTo>
                  <a:lnTo>
                    <a:pt x="1677708" y="85890"/>
                  </a:lnTo>
                  <a:lnTo>
                    <a:pt x="1677708" y="89687"/>
                  </a:lnTo>
                  <a:lnTo>
                    <a:pt x="1678432" y="91313"/>
                  </a:lnTo>
                  <a:lnTo>
                    <a:pt x="1679714" y="92557"/>
                  </a:lnTo>
                  <a:lnTo>
                    <a:pt x="1680959" y="93827"/>
                  </a:lnTo>
                  <a:lnTo>
                    <a:pt x="1682750" y="94551"/>
                  </a:lnTo>
                  <a:lnTo>
                    <a:pt x="1686369" y="94551"/>
                  </a:lnTo>
                  <a:lnTo>
                    <a:pt x="1687995" y="93827"/>
                  </a:lnTo>
                  <a:lnTo>
                    <a:pt x="1690547" y="91313"/>
                  </a:lnTo>
                  <a:lnTo>
                    <a:pt x="1691271" y="89687"/>
                  </a:lnTo>
                  <a:lnTo>
                    <a:pt x="1691271" y="85890"/>
                  </a:lnTo>
                  <a:close/>
                </a:path>
                <a:path w="3367404" h="2244725">
                  <a:moveTo>
                    <a:pt x="1776641" y="75438"/>
                  </a:moveTo>
                  <a:lnTo>
                    <a:pt x="1775980" y="74028"/>
                  </a:lnTo>
                  <a:lnTo>
                    <a:pt x="1774875" y="72885"/>
                  </a:lnTo>
                  <a:lnTo>
                    <a:pt x="1772640" y="70650"/>
                  </a:lnTo>
                  <a:lnTo>
                    <a:pt x="1768640" y="70650"/>
                  </a:lnTo>
                  <a:lnTo>
                    <a:pt x="1766392" y="72885"/>
                  </a:lnTo>
                  <a:lnTo>
                    <a:pt x="1765287" y="74028"/>
                  </a:lnTo>
                  <a:lnTo>
                    <a:pt x="1764665" y="75438"/>
                  </a:lnTo>
                  <a:lnTo>
                    <a:pt x="1764665" y="78828"/>
                  </a:lnTo>
                  <a:lnTo>
                    <a:pt x="1765287" y="80276"/>
                  </a:lnTo>
                  <a:lnTo>
                    <a:pt x="1767535" y="82486"/>
                  </a:lnTo>
                  <a:lnTo>
                    <a:pt x="1769122" y="83134"/>
                  </a:lnTo>
                  <a:lnTo>
                    <a:pt x="1772323" y="83134"/>
                  </a:lnTo>
                  <a:lnTo>
                    <a:pt x="1773745" y="82511"/>
                  </a:lnTo>
                  <a:lnTo>
                    <a:pt x="1775980" y="80276"/>
                  </a:lnTo>
                  <a:lnTo>
                    <a:pt x="1776641" y="78828"/>
                  </a:lnTo>
                  <a:lnTo>
                    <a:pt x="1776641" y="75438"/>
                  </a:lnTo>
                  <a:close/>
                </a:path>
                <a:path w="3367404" h="2244725">
                  <a:moveTo>
                    <a:pt x="1817357" y="2173414"/>
                  </a:moveTo>
                  <a:lnTo>
                    <a:pt x="1816671" y="2171827"/>
                  </a:lnTo>
                  <a:lnTo>
                    <a:pt x="1815388" y="2170595"/>
                  </a:lnTo>
                  <a:lnTo>
                    <a:pt x="1812937" y="2168106"/>
                  </a:lnTo>
                  <a:lnTo>
                    <a:pt x="1808492" y="2168106"/>
                  </a:lnTo>
                  <a:lnTo>
                    <a:pt x="1805965" y="2170595"/>
                  </a:lnTo>
                  <a:lnTo>
                    <a:pt x="1804758" y="2171827"/>
                  </a:lnTo>
                  <a:lnTo>
                    <a:pt x="1804035" y="2173414"/>
                  </a:lnTo>
                  <a:lnTo>
                    <a:pt x="1804035" y="2177173"/>
                  </a:lnTo>
                  <a:lnTo>
                    <a:pt x="1804758" y="2178761"/>
                  </a:lnTo>
                  <a:lnTo>
                    <a:pt x="1805965" y="2180005"/>
                  </a:lnTo>
                  <a:lnTo>
                    <a:pt x="1807248" y="2181250"/>
                  </a:lnTo>
                  <a:lnTo>
                    <a:pt x="1809000" y="2181974"/>
                  </a:lnTo>
                  <a:lnTo>
                    <a:pt x="1812556" y="2181974"/>
                  </a:lnTo>
                  <a:lnTo>
                    <a:pt x="1814144" y="2181250"/>
                  </a:lnTo>
                  <a:lnTo>
                    <a:pt x="1816671" y="2178761"/>
                  </a:lnTo>
                  <a:lnTo>
                    <a:pt x="1817357" y="2177173"/>
                  </a:lnTo>
                  <a:lnTo>
                    <a:pt x="1817357" y="2173414"/>
                  </a:lnTo>
                  <a:close/>
                </a:path>
                <a:path w="3367404" h="2244725">
                  <a:moveTo>
                    <a:pt x="1863318" y="32562"/>
                  </a:moveTo>
                  <a:lnTo>
                    <a:pt x="1862518" y="30810"/>
                  </a:lnTo>
                  <a:lnTo>
                    <a:pt x="1861146" y="29464"/>
                  </a:lnTo>
                  <a:lnTo>
                    <a:pt x="1858416" y="26708"/>
                  </a:lnTo>
                  <a:lnTo>
                    <a:pt x="1853552" y="26708"/>
                  </a:lnTo>
                  <a:lnTo>
                    <a:pt x="1849450" y="30810"/>
                  </a:lnTo>
                  <a:lnTo>
                    <a:pt x="1848688" y="32562"/>
                  </a:lnTo>
                  <a:lnTo>
                    <a:pt x="1848688" y="36677"/>
                  </a:lnTo>
                  <a:lnTo>
                    <a:pt x="1849450" y="38430"/>
                  </a:lnTo>
                  <a:lnTo>
                    <a:pt x="1852168" y="41160"/>
                  </a:lnTo>
                  <a:lnTo>
                    <a:pt x="1854136" y="41948"/>
                  </a:lnTo>
                  <a:lnTo>
                    <a:pt x="1858035" y="41948"/>
                  </a:lnTo>
                  <a:lnTo>
                    <a:pt x="1859762" y="41160"/>
                  </a:lnTo>
                  <a:lnTo>
                    <a:pt x="1862518" y="38430"/>
                  </a:lnTo>
                  <a:lnTo>
                    <a:pt x="1863318" y="36677"/>
                  </a:lnTo>
                  <a:lnTo>
                    <a:pt x="1863318" y="32562"/>
                  </a:lnTo>
                  <a:close/>
                </a:path>
                <a:path w="3367404" h="2244725">
                  <a:moveTo>
                    <a:pt x="1902345" y="2179701"/>
                  </a:moveTo>
                  <a:lnTo>
                    <a:pt x="1901685" y="2178253"/>
                  </a:lnTo>
                  <a:lnTo>
                    <a:pt x="1900516" y="2177072"/>
                  </a:lnTo>
                  <a:lnTo>
                    <a:pt x="1898243" y="2174798"/>
                  </a:lnTo>
                  <a:lnTo>
                    <a:pt x="1894128" y="2174798"/>
                  </a:lnTo>
                  <a:lnTo>
                    <a:pt x="1891817" y="2177072"/>
                  </a:lnTo>
                  <a:lnTo>
                    <a:pt x="1890687" y="2178253"/>
                  </a:lnTo>
                  <a:lnTo>
                    <a:pt x="1890026" y="2179701"/>
                  </a:lnTo>
                  <a:lnTo>
                    <a:pt x="1890026" y="2183180"/>
                  </a:lnTo>
                  <a:lnTo>
                    <a:pt x="1890687" y="2184666"/>
                  </a:lnTo>
                  <a:lnTo>
                    <a:pt x="1892998" y="2186940"/>
                  </a:lnTo>
                  <a:lnTo>
                    <a:pt x="1894611" y="2187600"/>
                  </a:lnTo>
                  <a:lnTo>
                    <a:pt x="1897888" y="2187600"/>
                  </a:lnTo>
                  <a:lnTo>
                    <a:pt x="1899373" y="2186940"/>
                  </a:lnTo>
                  <a:lnTo>
                    <a:pt x="1900516" y="2185771"/>
                  </a:lnTo>
                  <a:lnTo>
                    <a:pt x="1901685" y="2184666"/>
                  </a:lnTo>
                  <a:lnTo>
                    <a:pt x="1902345" y="2183180"/>
                  </a:lnTo>
                  <a:lnTo>
                    <a:pt x="1902345" y="2179701"/>
                  </a:lnTo>
                  <a:close/>
                </a:path>
                <a:path w="3367404" h="2244725">
                  <a:moveTo>
                    <a:pt x="1948510" y="54292"/>
                  </a:moveTo>
                  <a:lnTo>
                    <a:pt x="1947862" y="52819"/>
                  </a:lnTo>
                  <a:lnTo>
                    <a:pt x="1946719" y="51638"/>
                  </a:lnTo>
                  <a:lnTo>
                    <a:pt x="1944408" y="49326"/>
                  </a:lnTo>
                  <a:lnTo>
                    <a:pt x="1940306" y="49326"/>
                  </a:lnTo>
                  <a:lnTo>
                    <a:pt x="1937994" y="51638"/>
                  </a:lnTo>
                  <a:lnTo>
                    <a:pt x="1936851" y="52819"/>
                  </a:lnTo>
                  <a:lnTo>
                    <a:pt x="1936191" y="54292"/>
                  </a:lnTo>
                  <a:lnTo>
                    <a:pt x="1936191" y="57746"/>
                  </a:lnTo>
                  <a:lnTo>
                    <a:pt x="1936851" y="59232"/>
                  </a:lnTo>
                  <a:lnTo>
                    <a:pt x="1939163" y="61506"/>
                  </a:lnTo>
                  <a:lnTo>
                    <a:pt x="1940788" y="62166"/>
                  </a:lnTo>
                  <a:lnTo>
                    <a:pt x="1944065" y="62166"/>
                  </a:lnTo>
                  <a:lnTo>
                    <a:pt x="1945551" y="61506"/>
                  </a:lnTo>
                  <a:lnTo>
                    <a:pt x="1947862" y="59232"/>
                  </a:lnTo>
                  <a:lnTo>
                    <a:pt x="1948510" y="57746"/>
                  </a:lnTo>
                  <a:lnTo>
                    <a:pt x="1948510" y="54292"/>
                  </a:lnTo>
                  <a:close/>
                </a:path>
                <a:path w="3367404" h="2244725">
                  <a:moveTo>
                    <a:pt x="1991677" y="2154936"/>
                  </a:moveTo>
                  <a:lnTo>
                    <a:pt x="1991029" y="2153412"/>
                  </a:lnTo>
                  <a:lnTo>
                    <a:pt x="1989823" y="2152243"/>
                  </a:lnTo>
                  <a:lnTo>
                    <a:pt x="1987473" y="2149856"/>
                  </a:lnTo>
                  <a:lnTo>
                    <a:pt x="1983257" y="2149856"/>
                  </a:lnTo>
                  <a:lnTo>
                    <a:pt x="1979739" y="2153412"/>
                  </a:lnTo>
                  <a:lnTo>
                    <a:pt x="1979053" y="2154936"/>
                  </a:lnTo>
                  <a:lnTo>
                    <a:pt x="1979053" y="2158479"/>
                  </a:lnTo>
                  <a:lnTo>
                    <a:pt x="1979739" y="2160003"/>
                  </a:lnTo>
                  <a:lnTo>
                    <a:pt x="1982089" y="2162352"/>
                  </a:lnTo>
                  <a:lnTo>
                    <a:pt x="1983778" y="2163038"/>
                  </a:lnTo>
                  <a:lnTo>
                    <a:pt x="1987130" y="2163038"/>
                  </a:lnTo>
                  <a:lnTo>
                    <a:pt x="1988642" y="2162352"/>
                  </a:lnTo>
                  <a:lnTo>
                    <a:pt x="1991029" y="2160003"/>
                  </a:lnTo>
                  <a:lnTo>
                    <a:pt x="1991677" y="2158479"/>
                  </a:lnTo>
                  <a:lnTo>
                    <a:pt x="1991677" y="2154936"/>
                  </a:lnTo>
                  <a:close/>
                </a:path>
                <a:path w="3367404" h="2244725">
                  <a:moveTo>
                    <a:pt x="2031225" y="31597"/>
                  </a:moveTo>
                  <a:lnTo>
                    <a:pt x="2030780" y="30632"/>
                  </a:lnTo>
                  <a:lnTo>
                    <a:pt x="2030056" y="29908"/>
                  </a:lnTo>
                  <a:lnTo>
                    <a:pt x="2028571" y="28397"/>
                  </a:lnTo>
                  <a:lnTo>
                    <a:pt x="2025878" y="28397"/>
                  </a:lnTo>
                  <a:lnTo>
                    <a:pt x="2023630" y="30632"/>
                  </a:lnTo>
                  <a:lnTo>
                    <a:pt x="2023224" y="31597"/>
                  </a:lnTo>
                  <a:lnTo>
                    <a:pt x="2023224" y="33883"/>
                  </a:lnTo>
                  <a:lnTo>
                    <a:pt x="2023630" y="34848"/>
                  </a:lnTo>
                  <a:lnTo>
                    <a:pt x="2025116" y="36322"/>
                  </a:lnTo>
                  <a:lnTo>
                    <a:pt x="2026183" y="36741"/>
                  </a:lnTo>
                  <a:lnTo>
                    <a:pt x="2028329" y="36741"/>
                  </a:lnTo>
                  <a:lnTo>
                    <a:pt x="2029294" y="36322"/>
                  </a:lnTo>
                  <a:lnTo>
                    <a:pt x="2030056" y="35572"/>
                  </a:lnTo>
                  <a:lnTo>
                    <a:pt x="2030780" y="34810"/>
                  </a:lnTo>
                  <a:lnTo>
                    <a:pt x="2031225" y="33883"/>
                  </a:lnTo>
                  <a:lnTo>
                    <a:pt x="2031225" y="31597"/>
                  </a:lnTo>
                  <a:close/>
                </a:path>
                <a:path w="3367404" h="2244725">
                  <a:moveTo>
                    <a:pt x="2069934" y="2214918"/>
                  </a:moveTo>
                  <a:lnTo>
                    <a:pt x="2069350" y="2213572"/>
                  </a:lnTo>
                  <a:lnTo>
                    <a:pt x="2068322" y="2212543"/>
                  </a:lnTo>
                  <a:lnTo>
                    <a:pt x="2066251" y="2210473"/>
                  </a:lnTo>
                  <a:lnTo>
                    <a:pt x="2062556" y="2210473"/>
                  </a:lnTo>
                  <a:lnTo>
                    <a:pt x="2060448" y="2212543"/>
                  </a:lnTo>
                  <a:lnTo>
                    <a:pt x="2059444" y="2213572"/>
                  </a:lnTo>
                  <a:lnTo>
                    <a:pt x="2058860" y="2214918"/>
                  </a:lnTo>
                  <a:lnTo>
                    <a:pt x="2058860" y="2218017"/>
                  </a:lnTo>
                  <a:lnTo>
                    <a:pt x="2059444" y="2219363"/>
                  </a:lnTo>
                  <a:lnTo>
                    <a:pt x="2060448" y="2220366"/>
                  </a:lnTo>
                  <a:lnTo>
                    <a:pt x="2061489" y="2221433"/>
                  </a:lnTo>
                  <a:lnTo>
                    <a:pt x="2062975" y="2222017"/>
                  </a:lnTo>
                  <a:lnTo>
                    <a:pt x="2065934" y="2222017"/>
                  </a:lnTo>
                  <a:lnTo>
                    <a:pt x="2067280" y="2221433"/>
                  </a:lnTo>
                  <a:lnTo>
                    <a:pt x="2068322" y="2220366"/>
                  </a:lnTo>
                  <a:lnTo>
                    <a:pt x="2069350" y="2219363"/>
                  </a:lnTo>
                  <a:lnTo>
                    <a:pt x="2069934" y="2218017"/>
                  </a:lnTo>
                  <a:lnTo>
                    <a:pt x="2069934" y="2214918"/>
                  </a:lnTo>
                  <a:close/>
                </a:path>
                <a:path w="3367404" h="2244725">
                  <a:moveTo>
                    <a:pt x="2121179" y="27533"/>
                  </a:moveTo>
                  <a:lnTo>
                    <a:pt x="2120290" y="25527"/>
                  </a:lnTo>
                  <a:lnTo>
                    <a:pt x="2118703" y="23939"/>
                  </a:lnTo>
                  <a:lnTo>
                    <a:pt x="2115553" y="20802"/>
                  </a:lnTo>
                  <a:lnTo>
                    <a:pt x="2109965" y="20802"/>
                  </a:lnTo>
                  <a:lnTo>
                    <a:pt x="2106790" y="23939"/>
                  </a:lnTo>
                  <a:lnTo>
                    <a:pt x="2105240" y="25527"/>
                  </a:lnTo>
                  <a:lnTo>
                    <a:pt x="2104339" y="27533"/>
                  </a:lnTo>
                  <a:lnTo>
                    <a:pt x="2104339" y="32296"/>
                  </a:lnTo>
                  <a:lnTo>
                    <a:pt x="2105240" y="34290"/>
                  </a:lnTo>
                  <a:lnTo>
                    <a:pt x="2108377" y="37426"/>
                  </a:lnTo>
                  <a:lnTo>
                    <a:pt x="2110625" y="38328"/>
                  </a:lnTo>
                  <a:lnTo>
                    <a:pt x="2115108" y="38328"/>
                  </a:lnTo>
                  <a:lnTo>
                    <a:pt x="2117140" y="37426"/>
                  </a:lnTo>
                  <a:lnTo>
                    <a:pt x="2118703" y="35839"/>
                  </a:lnTo>
                  <a:lnTo>
                    <a:pt x="2120290" y="34290"/>
                  </a:lnTo>
                  <a:lnTo>
                    <a:pt x="2121179" y="32296"/>
                  </a:lnTo>
                  <a:lnTo>
                    <a:pt x="2121179" y="27533"/>
                  </a:lnTo>
                  <a:close/>
                </a:path>
                <a:path w="3367404" h="2244725">
                  <a:moveTo>
                    <a:pt x="2163318" y="2186495"/>
                  </a:moveTo>
                  <a:lnTo>
                    <a:pt x="2162416" y="2184425"/>
                  </a:lnTo>
                  <a:lnTo>
                    <a:pt x="2160790" y="2182838"/>
                  </a:lnTo>
                  <a:lnTo>
                    <a:pt x="2157590" y="2179599"/>
                  </a:lnTo>
                  <a:lnTo>
                    <a:pt x="2151862" y="2179599"/>
                  </a:lnTo>
                  <a:lnTo>
                    <a:pt x="2148649" y="2182838"/>
                  </a:lnTo>
                  <a:lnTo>
                    <a:pt x="2147024" y="2184425"/>
                  </a:lnTo>
                  <a:lnTo>
                    <a:pt x="2146135" y="2186495"/>
                  </a:lnTo>
                  <a:lnTo>
                    <a:pt x="2146135" y="2191321"/>
                  </a:lnTo>
                  <a:lnTo>
                    <a:pt x="2147024" y="2193353"/>
                  </a:lnTo>
                  <a:lnTo>
                    <a:pt x="2148649" y="2194941"/>
                  </a:lnTo>
                  <a:lnTo>
                    <a:pt x="2150237" y="2196566"/>
                  </a:lnTo>
                  <a:lnTo>
                    <a:pt x="2152510" y="2197493"/>
                  </a:lnTo>
                  <a:lnTo>
                    <a:pt x="2157133" y="2197493"/>
                  </a:lnTo>
                  <a:lnTo>
                    <a:pt x="2159177" y="2196566"/>
                  </a:lnTo>
                  <a:lnTo>
                    <a:pt x="2162416" y="2193353"/>
                  </a:lnTo>
                  <a:lnTo>
                    <a:pt x="2163318" y="2191321"/>
                  </a:lnTo>
                  <a:lnTo>
                    <a:pt x="2163318" y="2186495"/>
                  </a:lnTo>
                  <a:close/>
                </a:path>
                <a:path w="3367404" h="2244725">
                  <a:moveTo>
                    <a:pt x="2204440" y="50469"/>
                  </a:moveTo>
                  <a:lnTo>
                    <a:pt x="2203894" y="49187"/>
                  </a:lnTo>
                  <a:lnTo>
                    <a:pt x="2202891" y="48196"/>
                  </a:lnTo>
                  <a:lnTo>
                    <a:pt x="2200922" y="46228"/>
                  </a:lnTo>
                  <a:lnTo>
                    <a:pt x="2197404" y="46228"/>
                  </a:lnTo>
                  <a:lnTo>
                    <a:pt x="2195398" y="48196"/>
                  </a:lnTo>
                  <a:lnTo>
                    <a:pt x="2194433" y="49187"/>
                  </a:lnTo>
                  <a:lnTo>
                    <a:pt x="2193887" y="50469"/>
                  </a:lnTo>
                  <a:lnTo>
                    <a:pt x="2193887" y="53441"/>
                  </a:lnTo>
                  <a:lnTo>
                    <a:pt x="2194433" y="54711"/>
                  </a:lnTo>
                  <a:lnTo>
                    <a:pt x="2196401" y="56680"/>
                  </a:lnTo>
                  <a:lnTo>
                    <a:pt x="2197824" y="57226"/>
                  </a:lnTo>
                  <a:lnTo>
                    <a:pt x="2200643" y="57226"/>
                  </a:lnTo>
                  <a:lnTo>
                    <a:pt x="2201888" y="56680"/>
                  </a:lnTo>
                  <a:lnTo>
                    <a:pt x="2202891" y="55676"/>
                  </a:lnTo>
                  <a:lnTo>
                    <a:pt x="2203894" y="54711"/>
                  </a:lnTo>
                  <a:lnTo>
                    <a:pt x="2204440" y="53441"/>
                  </a:lnTo>
                  <a:lnTo>
                    <a:pt x="2204440" y="50469"/>
                  </a:lnTo>
                  <a:close/>
                </a:path>
                <a:path w="3367404" h="2244725">
                  <a:moveTo>
                    <a:pt x="2242845" y="2235339"/>
                  </a:moveTo>
                  <a:lnTo>
                    <a:pt x="2242261" y="2234031"/>
                  </a:lnTo>
                  <a:lnTo>
                    <a:pt x="2241194" y="2232952"/>
                  </a:lnTo>
                  <a:lnTo>
                    <a:pt x="2239162" y="2230882"/>
                  </a:lnTo>
                  <a:lnTo>
                    <a:pt x="2235428" y="2230882"/>
                  </a:lnTo>
                  <a:lnTo>
                    <a:pt x="2233320" y="2232952"/>
                  </a:lnTo>
                  <a:lnTo>
                    <a:pt x="2232291" y="2234031"/>
                  </a:lnTo>
                  <a:lnTo>
                    <a:pt x="2231707" y="2235339"/>
                  </a:lnTo>
                  <a:lnTo>
                    <a:pt x="2231707" y="2238476"/>
                  </a:lnTo>
                  <a:lnTo>
                    <a:pt x="2232291" y="2239822"/>
                  </a:lnTo>
                  <a:lnTo>
                    <a:pt x="2234361" y="2241893"/>
                  </a:lnTo>
                  <a:lnTo>
                    <a:pt x="2235847" y="2242477"/>
                  </a:lnTo>
                  <a:lnTo>
                    <a:pt x="2238845" y="2242477"/>
                  </a:lnTo>
                  <a:lnTo>
                    <a:pt x="2240153" y="2241893"/>
                  </a:lnTo>
                  <a:lnTo>
                    <a:pt x="2241194" y="2240851"/>
                  </a:lnTo>
                  <a:lnTo>
                    <a:pt x="2242261" y="2239822"/>
                  </a:lnTo>
                  <a:lnTo>
                    <a:pt x="2242845" y="2238476"/>
                  </a:lnTo>
                  <a:lnTo>
                    <a:pt x="2242845" y="2235339"/>
                  </a:lnTo>
                  <a:close/>
                </a:path>
                <a:path w="3367404" h="2244725">
                  <a:moveTo>
                    <a:pt x="2287536" y="13182"/>
                  </a:moveTo>
                  <a:lnTo>
                    <a:pt x="2287117" y="12217"/>
                  </a:lnTo>
                  <a:lnTo>
                    <a:pt x="2286355" y="11455"/>
                  </a:lnTo>
                  <a:lnTo>
                    <a:pt x="2284882" y="9969"/>
                  </a:lnTo>
                  <a:lnTo>
                    <a:pt x="2282190" y="9969"/>
                  </a:lnTo>
                  <a:lnTo>
                    <a:pt x="2280666" y="11455"/>
                  </a:lnTo>
                  <a:lnTo>
                    <a:pt x="2279942" y="12217"/>
                  </a:lnTo>
                  <a:lnTo>
                    <a:pt x="2279497" y="13182"/>
                  </a:lnTo>
                  <a:lnTo>
                    <a:pt x="2279497" y="15417"/>
                  </a:lnTo>
                  <a:lnTo>
                    <a:pt x="2279942" y="16383"/>
                  </a:lnTo>
                  <a:lnTo>
                    <a:pt x="2280666" y="17145"/>
                  </a:lnTo>
                  <a:lnTo>
                    <a:pt x="2281428" y="17907"/>
                  </a:lnTo>
                  <a:lnTo>
                    <a:pt x="2282494" y="18326"/>
                  </a:lnTo>
                  <a:lnTo>
                    <a:pt x="2284641" y="18326"/>
                  </a:lnTo>
                  <a:lnTo>
                    <a:pt x="2285606" y="17907"/>
                  </a:lnTo>
                  <a:lnTo>
                    <a:pt x="2287117" y="16383"/>
                  </a:lnTo>
                  <a:lnTo>
                    <a:pt x="2287536" y="15417"/>
                  </a:lnTo>
                  <a:lnTo>
                    <a:pt x="2287536" y="13182"/>
                  </a:lnTo>
                  <a:close/>
                </a:path>
                <a:path w="3367404" h="2244725">
                  <a:moveTo>
                    <a:pt x="2329700" y="2235720"/>
                  </a:moveTo>
                  <a:lnTo>
                    <a:pt x="2328976" y="2234133"/>
                  </a:lnTo>
                  <a:lnTo>
                    <a:pt x="2327732" y="2232926"/>
                  </a:lnTo>
                  <a:lnTo>
                    <a:pt x="2325281" y="2230437"/>
                  </a:lnTo>
                  <a:lnTo>
                    <a:pt x="2320899" y="2230437"/>
                  </a:lnTo>
                  <a:lnTo>
                    <a:pt x="2317204" y="2234133"/>
                  </a:lnTo>
                  <a:lnTo>
                    <a:pt x="2316480" y="2235720"/>
                  </a:lnTo>
                  <a:lnTo>
                    <a:pt x="2316480" y="2239403"/>
                  </a:lnTo>
                  <a:lnTo>
                    <a:pt x="2317204" y="2240991"/>
                  </a:lnTo>
                  <a:lnTo>
                    <a:pt x="2319655" y="2243480"/>
                  </a:lnTo>
                  <a:lnTo>
                    <a:pt x="2321420" y="2244166"/>
                  </a:lnTo>
                  <a:lnTo>
                    <a:pt x="2324938" y="2244166"/>
                  </a:lnTo>
                  <a:lnTo>
                    <a:pt x="2326487" y="2243480"/>
                  </a:lnTo>
                  <a:lnTo>
                    <a:pt x="2328976" y="2241029"/>
                  </a:lnTo>
                  <a:lnTo>
                    <a:pt x="2329700" y="2239441"/>
                  </a:lnTo>
                  <a:lnTo>
                    <a:pt x="2329700" y="2235720"/>
                  </a:lnTo>
                  <a:close/>
                </a:path>
                <a:path w="3367404" h="2244725">
                  <a:moveTo>
                    <a:pt x="2378392" y="68097"/>
                  </a:moveTo>
                  <a:lnTo>
                    <a:pt x="2377529" y="66167"/>
                  </a:lnTo>
                  <a:lnTo>
                    <a:pt x="2376005" y="64643"/>
                  </a:lnTo>
                  <a:lnTo>
                    <a:pt x="2372969" y="61607"/>
                  </a:lnTo>
                  <a:lnTo>
                    <a:pt x="2367559" y="61607"/>
                  </a:lnTo>
                  <a:lnTo>
                    <a:pt x="2363000" y="66167"/>
                  </a:lnTo>
                  <a:lnTo>
                    <a:pt x="2362136" y="68097"/>
                  </a:lnTo>
                  <a:lnTo>
                    <a:pt x="2362136" y="72682"/>
                  </a:lnTo>
                  <a:lnTo>
                    <a:pt x="2363000" y="74612"/>
                  </a:lnTo>
                  <a:lnTo>
                    <a:pt x="2366035" y="77647"/>
                  </a:lnTo>
                  <a:lnTo>
                    <a:pt x="2368207" y="78511"/>
                  </a:lnTo>
                  <a:lnTo>
                    <a:pt x="2372563" y="78511"/>
                  </a:lnTo>
                  <a:lnTo>
                    <a:pt x="2374493" y="77647"/>
                  </a:lnTo>
                  <a:lnTo>
                    <a:pt x="2377529" y="74612"/>
                  </a:lnTo>
                  <a:lnTo>
                    <a:pt x="2378392" y="72682"/>
                  </a:lnTo>
                  <a:lnTo>
                    <a:pt x="2378392" y="68097"/>
                  </a:lnTo>
                  <a:close/>
                </a:path>
                <a:path w="3367404" h="2244725">
                  <a:moveTo>
                    <a:pt x="2463101" y="8864"/>
                  </a:moveTo>
                  <a:lnTo>
                    <a:pt x="2462301" y="7112"/>
                  </a:lnTo>
                  <a:lnTo>
                    <a:pt x="2460929" y="5727"/>
                  </a:lnTo>
                  <a:lnTo>
                    <a:pt x="2458161" y="2971"/>
                  </a:lnTo>
                  <a:lnTo>
                    <a:pt x="2453271" y="2971"/>
                  </a:lnTo>
                  <a:lnTo>
                    <a:pt x="2450477" y="5727"/>
                  </a:lnTo>
                  <a:lnTo>
                    <a:pt x="2449131" y="7112"/>
                  </a:lnTo>
                  <a:lnTo>
                    <a:pt x="2448331" y="8864"/>
                  </a:lnTo>
                  <a:lnTo>
                    <a:pt x="2448331" y="13042"/>
                  </a:lnTo>
                  <a:lnTo>
                    <a:pt x="2449131" y="14795"/>
                  </a:lnTo>
                  <a:lnTo>
                    <a:pt x="2451887" y="17564"/>
                  </a:lnTo>
                  <a:lnTo>
                    <a:pt x="2453817" y="18351"/>
                  </a:lnTo>
                  <a:lnTo>
                    <a:pt x="2457793" y="18351"/>
                  </a:lnTo>
                  <a:lnTo>
                    <a:pt x="2459545" y="17564"/>
                  </a:lnTo>
                  <a:lnTo>
                    <a:pt x="2460929" y="16141"/>
                  </a:lnTo>
                  <a:lnTo>
                    <a:pt x="2462301" y="14795"/>
                  </a:lnTo>
                  <a:lnTo>
                    <a:pt x="2463101" y="13042"/>
                  </a:lnTo>
                  <a:lnTo>
                    <a:pt x="2463101" y="8864"/>
                  </a:lnTo>
                  <a:close/>
                </a:path>
                <a:path w="3367404" h="2244725">
                  <a:moveTo>
                    <a:pt x="2548775" y="12458"/>
                  </a:moveTo>
                  <a:lnTo>
                    <a:pt x="2547988" y="10668"/>
                  </a:lnTo>
                  <a:lnTo>
                    <a:pt x="2546566" y="9283"/>
                  </a:lnTo>
                  <a:lnTo>
                    <a:pt x="2543810" y="6489"/>
                  </a:lnTo>
                  <a:lnTo>
                    <a:pt x="2538844" y="6489"/>
                  </a:lnTo>
                  <a:lnTo>
                    <a:pt x="2536012" y="9283"/>
                  </a:lnTo>
                  <a:lnTo>
                    <a:pt x="2534666" y="10668"/>
                  </a:lnTo>
                  <a:lnTo>
                    <a:pt x="2533840" y="12458"/>
                  </a:lnTo>
                  <a:lnTo>
                    <a:pt x="2533840" y="16662"/>
                  </a:lnTo>
                  <a:lnTo>
                    <a:pt x="2534666" y="18453"/>
                  </a:lnTo>
                  <a:lnTo>
                    <a:pt x="2537422" y="21247"/>
                  </a:lnTo>
                  <a:lnTo>
                    <a:pt x="2539390" y="22009"/>
                  </a:lnTo>
                  <a:lnTo>
                    <a:pt x="2543391" y="22009"/>
                  </a:lnTo>
                  <a:lnTo>
                    <a:pt x="2545194" y="21247"/>
                  </a:lnTo>
                  <a:lnTo>
                    <a:pt x="2546566" y="19837"/>
                  </a:lnTo>
                  <a:lnTo>
                    <a:pt x="2547988" y="18453"/>
                  </a:lnTo>
                  <a:lnTo>
                    <a:pt x="2548775" y="16662"/>
                  </a:lnTo>
                  <a:lnTo>
                    <a:pt x="2548775" y="12458"/>
                  </a:lnTo>
                  <a:close/>
                </a:path>
                <a:path w="3367404" h="2244725">
                  <a:moveTo>
                    <a:pt x="2635910" y="71475"/>
                  </a:moveTo>
                  <a:lnTo>
                    <a:pt x="2634945" y="69367"/>
                  </a:lnTo>
                  <a:lnTo>
                    <a:pt x="2633281" y="67716"/>
                  </a:lnTo>
                  <a:lnTo>
                    <a:pt x="2630005" y="64439"/>
                  </a:lnTo>
                  <a:lnTo>
                    <a:pt x="2624137" y="64439"/>
                  </a:lnTo>
                  <a:lnTo>
                    <a:pt x="2620822" y="67716"/>
                  </a:lnTo>
                  <a:lnTo>
                    <a:pt x="2619210" y="69367"/>
                  </a:lnTo>
                  <a:lnTo>
                    <a:pt x="2618270" y="71475"/>
                  </a:lnTo>
                  <a:lnTo>
                    <a:pt x="2618270" y="76441"/>
                  </a:lnTo>
                  <a:lnTo>
                    <a:pt x="2619210" y="78549"/>
                  </a:lnTo>
                  <a:lnTo>
                    <a:pt x="2622486" y="81864"/>
                  </a:lnTo>
                  <a:lnTo>
                    <a:pt x="2624836" y="82791"/>
                  </a:lnTo>
                  <a:lnTo>
                    <a:pt x="2629522" y="82791"/>
                  </a:lnTo>
                  <a:lnTo>
                    <a:pt x="2631630" y="81864"/>
                  </a:lnTo>
                  <a:lnTo>
                    <a:pt x="2633281" y="80175"/>
                  </a:lnTo>
                  <a:lnTo>
                    <a:pt x="2634945" y="78587"/>
                  </a:lnTo>
                  <a:lnTo>
                    <a:pt x="2635910" y="76441"/>
                  </a:lnTo>
                  <a:lnTo>
                    <a:pt x="2635910" y="71475"/>
                  </a:lnTo>
                  <a:close/>
                </a:path>
                <a:path w="3367404" h="2244725">
                  <a:moveTo>
                    <a:pt x="2719374" y="5524"/>
                  </a:moveTo>
                  <a:lnTo>
                    <a:pt x="2718651" y="3860"/>
                  </a:lnTo>
                  <a:lnTo>
                    <a:pt x="2717381" y="2590"/>
                  </a:lnTo>
                  <a:lnTo>
                    <a:pt x="2714790" y="0"/>
                  </a:lnTo>
                  <a:lnTo>
                    <a:pt x="2710192" y="0"/>
                  </a:lnTo>
                  <a:lnTo>
                    <a:pt x="2706332" y="3860"/>
                  </a:lnTo>
                  <a:lnTo>
                    <a:pt x="2705570" y="5524"/>
                  </a:lnTo>
                  <a:lnTo>
                    <a:pt x="2705570" y="9423"/>
                  </a:lnTo>
                  <a:lnTo>
                    <a:pt x="2706332" y="11036"/>
                  </a:lnTo>
                  <a:lnTo>
                    <a:pt x="2708884" y="13627"/>
                  </a:lnTo>
                  <a:lnTo>
                    <a:pt x="2710751" y="14351"/>
                  </a:lnTo>
                  <a:lnTo>
                    <a:pt x="2714409" y="14351"/>
                  </a:lnTo>
                  <a:lnTo>
                    <a:pt x="2716060" y="13627"/>
                  </a:lnTo>
                  <a:lnTo>
                    <a:pt x="2718651" y="11036"/>
                  </a:lnTo>
                  <a:lnTo>
                    <a:pt x="2719374" y="9423"/>
                  </a:lnTo>
                  <a:lnTo>
                    <a:pt x="2719374" y="5524"/>
                  </a:lnTo>
                  <a:close/>
                </a:path>
                <a:path w="3367404" h="2244725">
                  <a:moveTo>
                    <a:pt x="2806192" y="42227"/>
                  </a:moveTo>
                  <a:lnTo>
                    <a:pt x="2805366" y="40360"/>
                  </a:lnTo>
                  <a:lnTo>
                    <a:pt x="2803880" y="38874"/>
                  </a:lnTo>
                  <a:lnTo>
                    <a:pt x="2800947" y="35941"/>
                  </a:lnTo>
                  <a:lnTo>
                    <a:pt x="2795701" y="35941"/>
                  </a:lnTo>
                  <a:lnTo>
                    <a:pt x="2791320" y="40360"/>
                  </a:lnTo>
                  <a:lnTo>
                    <a:pt x="2790494" y="42227"/>
                  </a:lnTo>
                  <a:lnTo>
                    <a:pt x="2790494" y="46634"/>
                  </a:lnTo>
                  <a:lnTo>
                    <a:pt x="2791320" y="48539"/>
                  </a:lnTo>
                  <a:lnTo>
                    <a:pt x="2794254" y="51473"/>
                  </a:lnTo>
                  <a:lnTo>
                    <a:pt x="2796324" y="52298"/>
                  </a:lnTo>
                  <a:lnTo>
                    <a:pt x="2800540" y="52298"/>
                  </a:lnTo>
                  <a:lnTo>
                    <a:pt x="2802394" y="51473"/>
                  </a:lnTo>
                  <a:lnTo>
                    <a:pt x="2805366" y="48539"/>
                  </a:lnTo>
                  <a:lnTo>
                    <a:pt x="2806192" y="46634"/>
                  </a:lnTo>
                  <a:lnTo>
                    <a:pt x="2806192" y="42227"/>
                  </a:lnTo>
                  <a:close/>
                </a:path>
                <a:path w="3367404" h="2244725">
                  <a:moveTo>
                    <a:pt x="2891459" y="47980"/>
                  </a:moveTo>
                  <a:lnTo>
                    <a:pt x="2890634" y="46126"/>
                  </a:lnTo>
                  <a:lnTo>
                    <a:pt x="2889186" y="44678"/>
                  </a:lnTo>
                  <a:lnTo>
                    <a:pt x="2886316" y="41783"/>
                  </a:lnTo>
                  <a:lnTo>
                    <a:pt x="2881172" y="41783"/>
                  </a:lnTo>
                  <a:lnTo>
                    <a:pt x="2878277" y="44678"/>
                  </a:lnTo>
                  <a:lnTo>
                    <a:pt x="2876867" y="46126"/>
                  </a:lnTo>
                  <a:lnTo>
                    <a:pt x="2876029" y="47955"/>
                  </a:lnTo>
                  <a:lnTo>
                    <a:pt x="2876029" y="52298"/>
                  </a:lnTo>
                  <a:lnTo>
                    <a:pt x="2876867" y="54127"/>
                  </a:lnTo>
                  <a:lnTo>
                    <a:pt x="2879725" y="57023"/>
                  </a:lnTo>
                  <a:lnTo>
                    <a:pt x="2881795" y="57848"/>
                  </a:lnTo>
                  <a:lnTo>
                    <a:pt x="2885897" y="57848"/>
                  </a:lnTo>
                  <a:lnTo>
                    <a:pt x="2887764" y="57023"/>
                  </a:lnTo>
                  <a:lnTo>
                    <a:pt x="2889186" y="55575"/>
                  </a:lnTo>
                  <a:lnTo>
                    <a:pt x="2890634" y="54165"/>
                  </a:lnTo>
                  <a:lnTo>
                    <a:pt x="2891459" y="52298"/>
                  </a:lnTo>
                  <a:lnTo>
                    <a:pt x="2891459" y="47980"/>
                  </a:lnTo>
                  <a:close/>
                </a:path>
                <a:path w="3367404" h="2244725">
                  <a:moveTo>
                    <a:pt x="2976549" y="72034"/>
                  </a:moveTo>
                  <a:lnTo>
                    <a:pt x="2975622" y="69964"/>
                  </a:lnTo>
                  <a:lnTo>
                    <a:pt x="2973997" y="68376"/>
                  </a:lnTo>
                  <a:lnTo>
                    <a:pt x="2970822" y="65125"/>
                  </a:lnTo>
                  <a:lnTo>
                    <a:pt x="2965056" y="65125"/>
                  </a:lnTo>
                  <a:lnTo>
                    <a:pt x="2960268" y="69964"/>
                  </a:lnTo>
                  <a:lnTo>
                    <a:pt x="2959328" y="72034"/>
                  </a:lnTo>
                  <a:lnTo>
                    <a:pt x="2959328" y="76898"/>
                  </a:lnTo>
                  <a:lnTo>
                    <a:pt x="2960268" y="78955"/>
                  </a:lnTo>
                  <a:lnTo>
                    <a:pt x="2961856" y="80518"/>
                  </a:lnTo>
                  <a:lnTo>
                    <a:pt x="2963430" y="82169"/>
                  </a:lnTo>
                  <a:lnTo>
                    <a:pt x="2965754" y="83070"/>
                  </a:lnTo>
                  <a:lnTo>
                    <a:pt x="2970339" y="83070"/>
                  </a:lnTo>
                  <a:lnTo>
                    <a:pt x="2972409" y="82169"/>
                  </a:lnTo>
                  <a:lnTo>
                    <a:pt x="2973997" y="80518"/>
                  </a:lnTo>
                  <a:lnTo>
                    <a:pt x="2975622" y="78955"/>
                  </a:lnTo>
                  <a:lnTo>
                    <a:pt x="2976549" y="76898"/>
                  </a:lnTo>
                  <a:lnTo>
                    <a:pt x="2976549" y="72034"/>
                  </a:lnTo>
                  <a:close/>
                </a:path>
                <a:path w="3367404" h="2244725">
                  <a:moveTo>
                    <a:pt x="3060293" y="75133"/>
                  </a:moveTo>
                  <a:lnTo>
                    <a:pt x="3059569" y="73507"/>
                  </a:lnTo>
                  <a:lnTo>
                    <a:pt x="3058299" y="72275"/>
                  </a:lnTo>
                  <a:lnTo>
                    <a:pt x="3055810" y="69723"/>
                  </a:lnTo>
                  <a:lnTo>
                    <a:pt x="3051289" y="69723"/>
                  </a:lnTo>
                  <a:lnTo>
                    <a:pt x="3047530" y="73507"/>
                  </a:lnTo>
                  <a:lnTo>
                    <a:pt x="3046806" y="75133"/>
                  </a:lnTo>
                  <a:lnTo>
                    <a:pt x="3046806" y="78930"/>
                  </a:lnTo>
                  <a:lnTo>
                    <a:pt x="3047530" y="80543"/>
                  </a:lnTo>
                  <a:lnTo>
                    <a:pt x="3050044" y="83032"/>
                  </a:lnTo>
                  <a:lnTo>
                    <a:pt x="3051835" y="83756"/>
                  </a:lnTo>
                  <a:lnTo>
                    <a:pt x="3055429" y="83756"/>
                  </a:lnTo>
                  <a:lnTo>
                    <a:pt x="3057055" y="83032"/>
                  </a:lnTo>
                  <a:lnTo>
                    <a:pt x="3058299" y="81749"/>
                  </a:lnTo>
                  <a:lnTo>
                    <a:pt x="3059569" y="80518"/>
                  </a:lnTo>
                  <a:lnTo>
                    <a:pt x="3060293" y="78930"/>
                  </a:lnTo>
                  <a:lnTo>
                    <a:pt x="3060293" y="75133"/>
                  </a:lnTo>
                  <a:close/>
                </a:path>
                <a:path w="3367404" h="2244725">
                  <a:moveTo>
                    <a:pt x="3149765" y="32080"/>
                  </a:moveTo>
                  <a:lnTo>
                    <a:pt x="3148939" y="30251"/>
                  </a:lnTo>
                  <a:lnTo>
                    <a:pt x="3147491" y="28841"/>
                  </a:lnTo>
                  <a:lnTo>
                    <a:pt x="3144659" y="25984"/>
                  </a:lnTo>
                  <a:lnTo>
                    <a:pt x="3139554" y="25984"/>
                  </a:lnTo>
                  <a:lnTo>
                    <a:pt x="3135274" y="30251"/>
                  </a:lnTo>
                  <a:lnTo>
                    <a:pt x="3134487" y="32080"/>
                  </a:lnTo>
                  <a:lnTo>
                    <a:pt x="3134487" y="36398"/>
                  </a:lnTo>
                  <a:lnTo>
                    <a:pt x="3135274" y="38227"/>
                  </a:lnTo>
                  <a:lnTo>
                    <a:pt x="3138144" y="41046"/>
                  </a:lnTo>
                  <a:lnTo>
                    <a:pt x="3140176" y="41884"/>
                  </a:lnTo>
                  <a:lnTo>
                    <a:pt x="3144253" y="41884"/>
                  </a:lnTo>
                  <a:lnTo>
                    <a:pt x="3146082" y="41046"/>
                  </a:lnTo>
                  <a:lnTo>
                    <a:pt x="3147491" y="39598"/>
                  </a:lnTo>
                  <a:lnTo>
                    <a:pt x="3148939" y="38227"/>
                  </a:lnTo>
                  <a:lnTo>
                    <a:pt x="3149765" y="36398"/>
                  </a:lnTo>
                  <a:lnTo>
                    <a:pt x="3149765" y="32080"/>
                  </a:lnTo>
                  <a:close/>
                </a:path>
                <a:path w="3367404" h="2244725">
                  <a:moveTo>
                    <a:pt x="3312884" y="313766"/>
                  </a:moveTo>
                  <a:lnTo>
                    <a:pt x="3312122" y="312115"/>
                  </a:lnTo>
                  <a:lnTo>
                    <a:pt x="3310813" y="310807"/>
                  </a:lnTo>
                  <a:lnTo>
                    <a:pt x="3308223" y="308216"/>
                  </a:lnTo>
                  <a:lnTo>
                    <a:pt x="3303600" y="308216"/>
                  </a:lnTo>
                  <a:lnTo>
                    <a:pt x="3301009" y="310807"/>
                  </a:lnTo>
                  <a:lnTo>
                    <a:pt x="3299726" y="312115"/>
                  </a:lnTo>
                  <a:lnTo>
                    <a:pt x="3298977" y="313766"/>
                  </a:lnTo>
                  <a:lnTo>
                    <a:pt x="3298977" y="317665"/>
                  </a:lnTo>
                  <a:lnTo>
                    <a:pt x="3299726" y="319354"/>
                  </a:lnTo>
                  <a:lnTo>
                    <a:pt x="3302279" y="321945"/>
                  </a:lnTo>
                  <a:lnTo>
                    <a:pt x="3304146" y="322668"/>
                  </a:lnTo>
                  <a:lnTo>
                    <a:pt x="3307842" y="322668"/>
                  </a:lnTo>
                  <a:lnTo>
                    <a:pt x="3309531" y="321945"/>
                  </a:lnTo>
                  <a:lnTo>
                    <a:pt x="3310813" y="320636"/>
                  </a:lnTo>
                  <a:lnTo>
                    <a:pt x="3312122" y="319354"/>
                  </a:lnTo>
                  <a:lnTo>
                    <a:pt x="3312884" y="317665"/>
                  </a:lnTo>
                  <a:lnTo>
                    <a:pt x="3312884" y="313766"/>
                  </a:lnTo>
                  <a:close/>
                </a:path>
                <a:path w="3367404" h="2244725">
                  <a:moveTo>
                    <a:pt x="3337166" y="229908"/>
                  </a:moveTo>
                  <a:lnTo>
                    <a:pt x="3336721" y="228917"/>
                  </a:lnTo>
                  <a:lnTo>
                    <a:pt x="3334410" y="226606"/>
                  </a:lnTo>
                  <a:lnTo>
                    <a:pt x="3331680" y="226606"/>
                  </a:lnTo>
                  <a:lnTo>
                    <a:pt x="3329368" y="228917"/>
                  </a:lnTo>
                  <a:lnTo>
                    <a:pt x="3328924" y="229908"/>
                  </a:lnTo>
                  <a:lnTo>
                    <a:pt x="3328924" y="232194"/>
                  </a:lnTo>
                  <a:lnTo>
                    <a:pt x="3329368" y="233184"/>
                  </a:lnTo>
                  <a:lnTo>
                    <a:pt x="3330892" y="234708"/>
                  </a:lnTo>
                  <a:lnTo>
                    <a:pt x="3331997" y="235153"/>
                  </a:lnTo>
                  <a:lnTo>
                    <a:pt x="3333102" y="235153"/>
                  </a:lnTo>
                  <a:lnTo>
                    <a:pt x="3334207" y="235153"/>
                  </a:lnTo>
                  <a:lnTo>
                    <a:pt x="3335172" y="234708"/>
                  </a:lnTo>
                  <a:lnTo>
                    <a:pt x="3335959" y="233946"/>
                  </a:lnTo>
                  <a:lnTo>
                    <a:pt x="3336721" y="233184"/>
                  </a:lnTo>
                  <a:lnTo>
                    <a:pt x="3337166" y="232194"/>
                  </a:lnTo>
                  <a:lnTo>
                    <a:pt x="3337166" y="229908"/>
                  </a:lnTo>
                  <a:close/>
                </a:path>
                <a:path w="3367404" h="2244725">
                  <a:moveTo>
                    <a:pt x="3365843" y="58712"/>
                  </a:moveTo>
                  <a:lnTo>
                    <a:pt x="3365081" y="57061"/>
                  </a:lnTo>
                  <a:lnTo>
                    <a:pt x="3361182" y="53162"/>
                  </a:lnTo>
                  <a:lnTo>
                    <a:pt x="3356559" y="53162"/>
                  </a:lnTo>
                  <a:lnTo>
                    <a:pt x="3353943" y="55753"/>
                  </a:lnTo>
                  <a:lnTo>
                    <a:pt x="3352660" y="57061"/>
                  </a:lnTo>
                  <a:lnTo>
                    <a:pt x="3351911" y="58712"/>
                  </a:lnTo>
                  <a:lnTo>
                    <a:pt x="3351911" y="62611"/>
                  </a:lnTo>
                  <a:lnTo>
                    <a:pt x="3352660" y="64300"/>
                  </a:lnTo>
                  <a:lnTo>
                    <a:pt x="3355251" y="66890"/>
                  </a:lnTo>
                  <a:lnTo>
                    <a:pt x="3357080" y="67614"/>
                  </a:lnTo>
                  <a:lnTo>
                    <a:pt x="3358946" y="67614"/>
                  </a:lnTo>
                  <a:lnTo>
                    <a:pt x="3360813" y="67614"/>
                  </a:lnTo>
                  <a:lnTo>
                    <a:pt x="3362464" y="66890"/>
                  </a:lnTo>
                  <a:lnTo>
                    <a:pt x="3365081" y="64300"/>
                  </a:lnTo>
                  <a:lnTo>
                    <a:pt x="3365843" y="62611"/>
                  </a:lnTo>
                  <a:lnTo>
                    <a:pt x="3365843" y="58712"/>
                  </a:lnTo>
                  <a:close/>
                </a:path>
                <a:path w="3367404" h="2244725">
                  <a:moveTo>
                    <a:pt x="3367024" y="144056"/>
                  </a:moveTo>
                  <a:lnTo>
                    <a:pt x="3366185" y="142125"/>
                  </a:lnTo>
                  <a:lnTo>
                    <a:pt x="3361702" y="137642"/>
                  </a:lnTo>
                  <a:lnTo>
                    <a:pt x="3356356" y="137642"/>
                  </a:lnTo>
                  <a:lnTo>
                    <a:pt x="3353358" y="140601"/>
                  </a:lnTo>
                  <a:lnTo>
                    <a:pt x="3351873" y="142125"/>
                  </a:lnTo>
                  <a:lnTo>
                    <a:pt x="3351009" y="144056"/>
                  </a:lnTo>
                  <a:lnTo>
                    <a:pt x="3351009" y="148539"/>
                  </a:lnTo>
                  <a:lnTo>
                    <a:pt x="3351873" y="150469"/>
                  </a:lnTo>
                  <a:lnTo>
                    <a:pt x="3354832" y="153466"/>
                  </a:lnTo>
                  <a:lnTo>
                    <a:pt x="3356978" y="154305"/>
                  </a:lnTo>
                  <a:lnTo>
                    <a:pt x="3361258" y="154305"/>
                  </a:lnTo>
                  <a:lnTo>
                    <a:pt x="3363188" y="153466"/>
                  </a:lnTo>
                  <a:lnTo>
                    <a:pt x="3364674" y="151955"/>
                  </a:lnTo>
                  <a:lnTo>
                    <a:pt x="3366185" y="150469"/>
                  </a:lnTo>
                  <a:lnTo>
                    <a:pt x="3367024" y="148539"/>
                  </a:lnTo>
                  <a:lnTo>
                    <a:pt x="3367024" y="144056"/>
                  </a:lnTo>
                  <a:close/>
                </a:path>
              </a:pathLst>
            </a:custGeom>
            <a:solidFill>
              <a:srgbClr val="B0C2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233054" y="4528548"/>
              <a:ext cx="316865" cy="204470"/>
            </a:xfrm>
            <a:custGeom>
              <a:avLst/>
              <a:gdLst/>
              <a:ahLst/>
              <a:cxnLst/>
              <a:rect l="l" t="t" r="r" b="b"/>
              <a:pathLst>
                <a:path w="316864" h="204470">
                  <a:moveTo>
                    <a:pt x="316315" y="204140"/>
                  </a:moveTo>
                  <a:lnTo>
                    <a:pt x="316331" y="187940"/>
                  </a:lnTo>
                  <a:lnTo>
                    <a:pt x="311105" y="175100"/>
                  </a:lnTo>
                  <a:lnTo>
                    <a:pt x="301506" y="165241"/>
                  </a:lnTo>
                  <a:lnTo>
                    <a:pt x="288400" y="157986"/>
                  </a:lnTo>
                  <a:lnTo>
                    <a:pt x="289366" y="156296"/>
                  </a:lnTo>
                  <a:lnTo>
                    <a:pt x="295201" y="123784"/>
                  </a:lnTo>
                  <a:lnTo>
                    <a:pt x="298683" y="92653"/>
                  </a:lnTo>
                  <a:lnTo>
                    <a:pt x="300224" y="61418"/>
                  </a:lnTo>
                  <a:lnTo>
                    <a:pt x="300063" y="29562"/>
                  </a:lnTo>
                  <a:lnTo>
                    <a:pt x="299718" y="19765"/>
                  </a:lnTo>
                  <a:lnTo>
                    <a:pt x="292541" y="13487"/>
                  </a:lnTo>
                  <a:lnTo>
                    <a:pt x="283190" y="12694"/>
                  </a:lnTo>
                  <a:lnTo>
                    <a:pt x="269318" y="10417"/>
                  </a:lnTo>
                  <a:lnTo>
                    <a:pt x="245956" y="41581"/>
                  </a:lnTo>
                  <a:lnTo>
                    <a:pt x="241851" y="80530"/>
                  </a:lnTo>
                  <a:lnTo>
                    <a:pt x="239643" y="99966"/>
                  </a:lnTo>
                  <a:lnTo>
                    <a:pt x="237919" y="111833"/>
                  </a:lnTo>
                  <a:lnTo>
                    <a:pt x="233927" y="135464"/>
                  </a:lnTo>
                  <a:lnTo>
                    <a:pt x="232397" y="147292"/>
                  </a:lnTo>
                  <a:lnTo>
                    <a:pt x="215070" y="146592"/>
                  </a:lnTo>
                  <a:lnTo>
                    <a:pt x="170666" y="146223"/>
                  </a:lnTo>
                  <a:lnTo>
                    <a:pt x="155109" y="145344"/>
                  </a:lnTo>
                  <a:lnTo>
                    <a:pt x="139244" y="143821"/>
                  </a:lnTo>
                  <a:lnTo>
                    <a:pt x="106968" y="139945"/>
                  </a:lnTo>
                  <a:lnTo>
                    <a:pt x="108497" y="110187"/>
                  </a:lnTo>
                  <a:lnTo>
                    <a:pt x="110481" y="50593"/>
                  </a:lnTo>
                  <a:lnTo>
                    <a:pt x="112282" y="20834"/>
                  </a:lnTo>
                  <a:lnTo>
                    <a:pt x="111043" y="13509"/>
                  </a:lnTo>
                  <a:lnTo>
                    <a:pt x="106748" y="7528"/>
                  </a:lnTo>
                  <a:lnTo>
                    <a:pt x="100466" y="3449"/>
                  </a:lnTo>
                  <a:lnTo>
                    <a:pt x="93269" y="1828"/>
                  </a:lnTo>
                  <a:lnTo>
                    <a:pt x="78518" y="1405"/>
                  </a:lnTo>
                  <a:lnTo>
                    <a:pt x="71162" y="887"/>
                  </a:lnTo>
                  <a:lnTo>
                    <a:pt x="63766" y="0"/>
                  </a:lnTo>
                  <a:lnTo>
                    <a:pt x="54586" y="228"/>
                  </a:lnTo>
                  <a:lnTo>
                    <a:pt x="46820" y="3587"/>
                  </a:lnTo>
                  <a:lnTo>
                    <a:pt x="41324" y="9895"/>
                  </a:lnTo>
                  <a:lnTo>
                    <a:pt x="38957" y="18972"/>
                  </a:lnTo>
                  <a:lnTo>
                    <a:pt x="37861" y="57170"/>
                  </a:lnTo>
                  <a:lnTo>
                    <a:pt x="37103" y="76294"/>
                  </a:lnTo>
                  <a:lnTo>
                    <a:pt x="35575" y="95343"/>
                  </a:lnTo>
                  <a:lnTo>
                    <a:pt x="32724" y="116872"/>
                  </a:lnTo>
                  <a:lnTo>
                    <a:pt x="32193" y="127111"/>
                  </a:lnTo>
                  <a:lnTo>
                    <a:pt x="33367" y="137392"/>
                  </a:lnTo>
                  <a:lnTo>
                    <a:pt x="26742" y="138289"/>
                  </a:lnTo>
                  <a:lnTo>
                    <a:pt x="14042" y="144823"/>
                  </a:lnTo>
                  <a:lnTo>
                    <a:pt x="6280" y="157162"/>
                  </a:lnTo>
                  <a:lnTo>
                    <a:pt x="2062" y="171940"/>
                  </a:lnTo>
                  <a:lnTo>
                    <a:pt x="0" y="185789"/>
                  </a:lnTo>
                  <a:lnTo>
                    <a:pt x="39103" y="187602"/>
                  </a:lnTo>
                  <a:lnTo>
                    <a:pt x="76396" y="189738"/>
                  </a:lnTo>
                  <a:lnTo>
                    <a:pt x="143993" y="194102"/>
                  </a:lnTo>
                  <a:lnTo>
                    <a:pt x="233984" y="200966"/>
                  </a:lnTo>
                  <a:lnTo>
                    <a:pt x="316315" y="204140"/>
                  </a:lnTo>
                  <a:close/>
                </a:path>
              </a:pathLst>
            </a:custGeom>
            <a:solidFill>
              <a:srgbClr val="4B4A6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3039" y="4580976"/>
              <a:ext cx="215696" cy="14201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268825" y="4670310"/>
              <a:ext cx="1376045" cy="2374900"/>
            </a:xfrm>
            <a:custGeom>
              <a:avLst/>
              <a:gdLst/>
              <a:ahLst/>
              <a:cxnLst/>
              <a:rect l="l" t="t" r="r" b="b"/>
              <a:pathLst>
                <a:path w="1376045" h="2374900">
                  <a:moveTo>
                    <a:pt x="314566" y="1190713"/>
                  </a:moveTo>
                  <a:lnTo>
                    <a:pt x="292239" y="1152359"/>
                  </a:lnTo>
                  <a:lnTo>
                    <a:pt x="245821" y="1122273"/>
                  </a:lnTo>
                  <a:lnTo>
                    <a:pt x="196342" y="1109268"/>
                  </a:lnTo>
                  <a:lnTo>
                    <a:pt x="183095" y="1143457"/>
                  </a:lnTo>
                  <a:lnTo>
                    <a:pt x="171869" y="1178623"/>
                  </a:lnTo>
                  <a:lnTo>
                    <a:pt x="161531" y="1213459"/>
                  </a:lnTo>
                  <a:lnTo>
                    <a:pt x="150964" y="1246593"/>
                  </a:lnTo>
                  <a:lnTo>
                    <a:pt x="144005" y="1261186"/>
                  </a:lnTo>
                  <a:lnTo>
                    <a:pt x="135851" y="1266634"/>
                  </a:lnTo>
                  <a:lnTo>
                    <a:pt x="124294" y="1267256"/>
                  </a:lnTo>
                  <a:lnTo>
                    <a:pt x="107149" y="1267358"/>
                  </a:lnTo>
                  <a:lnTo>
                    <a:pt x="79222" y="1268793"/>
                  </a:lnTo>
                  <a:lnTo>
                    <a:pt x="65239" y="1269250"/>
                  </a:lnTo>
                  <a:lnTo>
                    <a:pt x="51206" y="1269466"/>
                  </a:lnTo>
                  <a:lnTo>
                    <a:pt x="33185" y="1279283"/>
                  </a:lnTo>
                  <a:lnTo>
                    <a:pt x="20002" y="1301775"/>
                  </a:lnTo>
                  <a:lnTo>
                    <a:pt x="3695" y="1344701"/>
                  </a:lnTo>
                  <a:lnTo>
                    <a:pt x="0" y="1351495"/>
                  </a:lnTo>
                  <a:lnTo>
                    <a:pt x="2387" y="1358912"/>
                  </a:lnTo>
                  <a:lnTo>
                    <a:pt x="8458" y="1363078"/>
                  </a:lnTo>
                  <a:lnTo>
                    <a:pt x="39090" y="1373238"/>
                  </a:lnTo>
                  <a:lnTo>
                    <a:pt x="77038" y="1373593"/>
                  </a:lnTo>
                  <a:lnTo>
                    <a:pt x="149453" y="1365973"/>
                  </a:lnTo>
                  <a:lnTo>
                    <a:pt x="204000" y="1368386"/>
                  </a:lnTo>
                  <a:lnTo>
                    <a:pt x="251383" y="1351254"/>
                  </a:lnTo>
                  <a:lnTo>
                    <a:pt x="276453" y="1291501"/>
                  </a:lnTo>
                  <a:lnTo>
                    <a:pt x="286918" y="1259687"/>
                  </a:lnTo>
                  <a:lnTo>
                    <a:pt x="297929" y="1229626"/>
                  </a:lnTo>
                  <a:lnTo>
                    <a:pt x="314566" y="1190713"/>
                  </a:lnTo>
                  <a:close/>
                </a:path>
                <a:path w="1376045" h="2374900">
                  <a:moveTo>
                    <a:pt x="952817" y="2344394"/>
                  </a:moveTo>
                  <a:lnTo>
                    <a:pt x="907859" y="2333980"/>
                  </a:lnTo>
                  <a:lnTo>
                    <a:pt x="907859" y="2354326"/>
                  </a:lnTo>
                  <a:lnTo>
                    <a:pt x="898537" y="2354910"/>
                  </a:lnTo>
                  <a:lnTo>
                    <a:pt x="900328" y="2354910"/>
                  </a:lnTo>
                  <a:lnTo>
                    <a:pt x="887323" y="2355227"/>
                  </a:lnTo>
                  <a:lnTo>
                    <a:pt x="887183" y="2355227"/>
                  </a:lnTo>
                  <a:lnTo>
                    <a:pt x="882688" y="2354910"/>
                  </a:lnTo>
                  <a:lnTo>
                    <a:pt x="881875" y="2354910"/>
                  </a:lnTo>
                  <a:lnTo>
                    <a:pt x="890358" y="2354326"/>
                  </a:lnTo>
                  <a:lnTo>
                    <a:pt x="907859" y="2354326"/>
                  </a:lnTo>
                  <a:lnTo>
                    <a:pt x="907859" y="2333980"/>
                  </a:lnTo>
                  <a:lnTo>
                    <a:pt x="903249" y="2333726"/>
                  </a:lnTo>
                  <a:lnTo>
                    <a:pt x="894499" y="2333726"/>
                  </a:lnTo>
                  <a:lnTo>
                    <a:pt x="871397" y="2333142"/>
                  </a:lnTo>
                  <a:lnTo>
                    <a:pt x="861783" y="2333726"/>
                  </a:lnTo>
                  <a:lnTo>
                    <a:pt x="860361" y="2333726"/>
                  </a:lnTo>
                  <a:lnTo>
                    <a:pt x="848880" y="2336495"/>
                  </a:lnTo>
                  <a:lnTo>
                    <a:pt x="844334" y="2338184"/>
                  </a:lnTo>
                  <a:lnTo>
                    <a:pt x="842429" y="2342350"/>
                  </a:lnTo>
                  <a:lnTo>
                    <a:pt x="843127" y="2346147"/>
                  </a:lnTo>
                  <a:lnTo>
                    <a:pt x="843927" y="2354326"/>
                  </a:lnTo>
                  <a:lnTo>
                    <a:pt x="844016" y="2355227"/>
                  </a:lnTo>
                  <a:lnTo>
                    <a:pt x="844384" y="2359050"/>
                  </a:lnTo>
                  <a:lnTo>
                    <a:pt x="858316" y="2367826"/>
                  </a:lnTo>
                  <a:lnTo>
                    <a:pt x="876541" y="2372893"/>
                  </a:lnTo>
                  <a:lnTo>
                    <a:pt x="890676" y="2374608"/>
                  </a:lnTo>
                  <a:lnTo>
                    <a:pt x="909053" y="2374455"/>
                  </a:lnTo>
                  <a:lnTo>
                    <a:pt x="932383" y="2371483"/>
                  </a:lnTo>
                  <a:lnTo>
                    <a:pt x="950391" y="2362504"/>
                  </a:lnTo>
                  <a:lnTo>
                    <a:pt x="952817" y="2344394"/>
                  </a:lnTo>
                  <a:close/>
                </a:path>
                <a:path w="1376045" h="2374900">
                  <a:moveTo>
                    <a:pt x="958507" y="1502029"/>
                  </a:moveTo>
                  <a:lnTo>
                    <a:pt x="956525" y="1495336"/>
                  </a:lnTo>
                  <a:lnTo>
                    <a:pt x="950607" y="1491437"/>
                  </a:lnTo>
                  <a:lnTo>
                    <a:pt x="932408" y="1488681"/>
                  </a:lnTo>
                  <a:lnTo>
                    <a:pt x="913231" y="1487754"/>
                  </a:lnTo>
                  <a:lnTo>
                    <a:pt x="894194" y="1489367"/>
                  </a:lnTo>
                  <a:lnTo>
                    <a:pt x="876490" y="1494193"/>
                  </a:lnTo>
                  <a:lnTo>
                    <a:pt x="876300" y="772883"/>
                  </a:lnTo>
                  <a:lnTo>
                    <a:pt x="875144" y="516051"/>
                  </a:lnTo>
                  <a:lnTo>
                    <a:pt x="873328" y="311010"/>
                  </a:lnTo>
                  <a:lnTo>
                    <a:pt x="871207" y="151587"/>
                  </a:lnTo>
                  <a:lnTo>
                    <a:pt x="862164" y="153936"/>
                  </a:lnTo>
                  <a:lnTo>
                    <a:pt x="861352" y="211353"/>
                  </a:lnTo>
                  <a:lnTo>
                    <a:pt x="859536" y="365887"/>
                  </a:lnTo>
                  <a:lnTo>
                    <a:pt x="857948" y="572109"/>
                  </a:lnTo>
                  <a:lnTo>
                    <a:pt x="856996" y="830249"/>
                  </a:lnTo>
                  <a:lnTo>
                    <a:pt x="856957" y="1510550"/>
                  </a:lnTo>
                  <a:lnTo>
                    <a:pt x="868451" y="1512062"/>
                  </a:lnTo>
                  <a:lnTo>
                    <a:pt x="873760" y="1508379"/>
                  </a:lnTo>
                  <a:lnTo>
                    <a:pt x="874458" y="1508887"/>
                  </a:lnTo>
                  <a:lnTo>
                    <a:pt x="876147" y="1509725"/>
                  </a:lnTo>
                  <a:lnTo>
                    <a:pt x="893927" y="1514627"/>
                  </a:lnTo>
                  <a:lnTo>
                    <a:pt x="913041" y="1516278"/>
                  </a:lnTo>
                  <a:lnTo>
                    <a:pt x="932332" y="1515351"/>
                  </a:lnTo>
                  <a:lnTo>
                    <a:pt x="950607" y="1512582"/>
                  </a:lnTo>
                  <a:lnTo>
                    <a:pt x="956525" y="1508696"/>
                  </a:lnTo>
                  <a:lnTo>
                    <a:pt x="958507" y="1502029"/>
                  </a:lnTo>
                  <a:close/>
                </a:path>
                <a:path w="1376045" h="2374900">
                  <a:moveTo>
                    <a:pt x="1083183" y="26200"/>
                  </a:moveTo>
                  <a:lnTo>
                    <a:pt x="1079627" y="17056"/>
                  </a:lnTo>
                  <a:lnTo>
                    <a:pt x="1070063" y="16713"/>
                  </a:lnTo>
                  <a:lnTo>
                    <a:pt x="1062545" y="16116"/>
                  </a:lnTo>
                  <a:lnTo>
                    <a:pt x="1062545" y="40271"/>
                  </a:lnTo>
                  <a:lnTo>
                    <a:pt x="1062355" y="40690"/>
                  </a:lnTo>
                  <a:lnTo>
                    <a:pt x="1062240" y="41071"/>
                  </a:lnTo>
                  <a:lnTo>
                    <a:pt x="1062164" y="41338"/>
                  </a:lnTo>
                  <a:lnTo>
                    <a:pt x="1061542" y="42379"/>
                  </a:lnTo>
                  <a:lnTo>
                    <a:pt x="1059167" y="41719"/>
                  </a:lnTo>
                  <a:lnTo>
                    <a:pt x="1060577" y="41694"/>
                  </a:lnTo>
                  <a:lnTo>
                    <a:pt x="1059129" y="41694"/>
                  </a:lnTo>
                  <a:lnTo>
                    <a:pt x="1010907" y="41694"/>
                  </a:lnTo>
                  <a:lnTo>
                    <a:pt x="1010475" y="41554"/>
                  </a:lnTo>
                  <a:lnTo>
                    <a:pt x="1009573" y="39103"/>
                  </a:lnTo>
                  <a:lnTo>
                    <a:pt x="1033310" y="39916"/>
                  </a:lnTo>
                  <a:lnTo>
                    <a:pt x="1031862" y="39916"/>
                  </a:lnTo>
                  <a:lnTo>
                    <a:pt x="1049261" y="40271"/>
                  </a:lnTo>
                  <a:lnTo>
                    <a:pt x="1062545" y="40271"/>
                  </a:lnTo>
                  <a:lnTo>
                    <a:pt x="1062545" y="16116"/>
                  </a:lnTo>
                  <a:lnTo>
                    <a:pt x="1025334" y="13119"/>
                  </a:lnTo>
                  <a:lnTo>
                    <a:pt x="978446" y="7315"/>
                  </a:lnTo>
                  <a:lnTo>
                    <a:pt x="930630" y="2019"/>
                  </a:lnTo>
                  <a:lnTo>
                    <a:pt x="883119" y="0"/>
                  </a:lnTo>
                  <a:lnTo>
                    <a:pt x="837158" y="4000"/>
                  </a:lnTo>
                  <a:lnTo>
                    <a:pt x="794105" y="16713"/>
                  </a:lnTo>
                  <a:lnTo>
                    <a:pt x="793661" y="17056"/>
                  </a:lnTo>
                  <a:lnTo>
                    <a:pt x="789774" y="20789"/>
                  </a:lnTo>
                  <a:lnTo>
                    <a:pt x="789254" y="26200"/>
                  </a:lnTo>
                  <a:lnTo>
                    <a:pt x="791667" y="31546"/>
                  </a:lnTo>
                  <a:lnTo>
                    <a:pt x="813828" y="38963"/>
                  </a:lnTo>
                  <a:lnTo>
                    <a:pt x="819708" y="39916"/>
                  </a:lnTo>
                  <a:lnTo>
                    <a:pt x="826262" y="40690"/>
                  </a:lnTo>
                  <a:lnTo>
                    <a:pt x="827760" y="40690"/>
                  </a:lnTo>
                  <a:lnTo>
                    <a:pt x="825982" y="52717"/>
                  </a:lnTo>
                  <a:lnTo>
                    <a:pt x="823544" y="82080"/>
                  </a:lnTo>
                  <a:lnTo>
                    <a:pt x="823455" y="85115"/>
                  </a:lnTo>
                  <a:lnTo>
                    <a:pt x="823341" y="89357"/>
                  </a:lnTo>
                  <a:lnTo>
                    <a:pt x="823226" y="95326"/>
                  </a:lnTo>
                  <a:lnTo>
                    <a:pt x="823112" y="102603"/>
                  </a:lnTo>
                  <a:lnTo>
                    <a:pt x="823302" y="106934"/>
                  </a:lnTo>
                  <a:lnTo>
                    <a:pt x="823353" y="108102"/>
                  </a:lnTo>
                  <a:lnTo>
                    <a:pt x="823468" y="110451"/>
                  </a:lnTo>
                  <a:lnTo>
                    <a:pt x="823582" y="113169"/>
                  </a:lnTo>
                  <a:lnTo>
                    <a:pt x="826135" y="123037"/>
                  </a:lnTo>
                  <a:lnTo>
                    <a:pt x="832154" y="131889"/>
                  </a:lnTo>
                  <a:lnTo>
                    <a:pt x="837082" y="136855"/>
                  </a:lnTo>
                  <a:lnTo>
                    <a:pt x="844880" y="135382"/>
                  </a:lnTo>
                  <a:lnTo>
                    <a:pt x="848537" y="129794"/>
                  </a:lnTo>
                  <a:lnTo>
                    <a:pt x="852652" y="119316"/>
                  </a:lnTo>
                  <a:lnTo>
                    <a:pt x="852919" y="113169"/>
                  </a:lnTo>
                  <a:lnTo>
                    <a:pt x="853033" y="110451"/>
                  </a:lnTo>
                  <a:lnTo>
                    <a:pt x="853147" y="108102"/>
                  </a:lnTo>
                  <a:lnTo>
                    <a:pt x="851814" y="96558"/>
                  </a:lnTo>
                  <a:lnTo>
                    <a:pt x="850468" y="85115"/>
                  </a:lnTo>
                  <a:lnTo>
                    <a:pt x="849731" y="74295"/>
                  </a:lnTo>
                  <a:lnTo>
                    <a:pt x="848918" y="63500"/>
                  </a:lnTo>
                  <a:lnTo>
                    <a:pt x="848309" y="56184"/>
                  </a:lnTo>
                  <a:lnTo>
                    <a:pt x="848258" y="55562"/>
                  </a:lnTo>
                  <a:lnTo>
                    <a:pt x="848144" y="54114"/>
                  </a:lnTo>
                  <a:lnTo>
                    <a:pt x="848017" y="52717"/>
                  </a:lnTo>
                  <a:lnTo>
                    <a:pt x="847026" y="42379"/>
                  </a:lnTo>
                  <a:lnTo>
                    <a:pt x="846963" y="41694"/>
                  </a:lnTo>
                  <a:lnTo>
                    <a:pt x="865619" y="41694"/>
                  </a:lnTo>
                  <a:lnTo>
                    <a:pt x="879665" y="41071"/>
                  </a:lnTo>
                  <a:lnTo>
                    <a:pt x="879386" y="41071"/>
                  </a:lnTo>
                  <a:lnTo>
                    <a:pt x="897001" y="39916"/>
                  </a:lnTo>
                  <a:lnTo>
                    <a:pt x="910450" y="38963"/>
                  </a:lnTo>
                  <a:lnTo>
                    <a:pt x="909967" y="40271"/>
                  </a:lnTo>
                  <a:lnTo>
                    <a:pt x="909650" y="41071"/>
                  </a:lnTo>
                  <a:lnTo>
                    <a:pt x="909548" y="42379"/>
                  </a:lnTo>
                  <a:lnTo>
                    <a:pt x="909027" y="52717"/>
                  </a:lnTo>
                  <a:lnTo>
                    <a:pt x="908926" y="77609"/>
                  </a:lnTo>
                  <a:lnTo>
                    <a:pt x="908507" y="89357"/>
                  </a:lnTo>
                  <a:lnTo>
                    <a:pt x="907097" y="99822"/>
                  </a:lnTo>
                  <a:lnTo>
                    <a:pt x="905129" y="110451"/>
                  </a:lnTo>
                  <a:lnTo>
                    <a:pt x="904036" y="121018"/>
                  </a:lnTo>
                  <a:lnTo>
                    <a:pt x="905230" y="131267"/>
                  </a:lnTo>
                  <a:lnTo>
                    <a:pt x="906716" y="136550"/>
                  </a:lnTo>
                  <a:lnTo>
                    <a:pt x="914069" y="140652"/>
                  </a:lnTo>
                  <a:lnTo>
                    <a:pt x="918997" y="136855"/>
                  </a:lnTo>
                  <a:lnTo>
                    <a:pt x="926515" y="128409"/>
                  </a:lnTo>
                  <a:lnTo>
                    <a:pt x="930668" y="118198"/>
                  </a:lnTo>
                  <a:lnTo>
                    <a:pt x="932522" y="106934"/>
                  </a:lnTo>
                  <a:lnTo>
                    <a:pt x="933107" y="96558"/>
                  </a:lnTo>
                  <a:lnTo>
                    <a:pt x="933094" y="61899"/>
                  </a:lnTo>
                  <a:lnTo>
                    <a:pt x="932980" y="59093"/>
                  </a:lnTo>
                  <a:lnTo>
                    <a:pt x="932853" y="56184"/>
                  </a:lnTo>
                  <a:lnTo>
                    <a:pt x="932827" y="55562"/>
                  </a:lnTo>
                  <a:lnTo>
                    <a:pt x="931760" y="42379"/>
                  </a:lnTo>
                  <a:lnTo>
                    <a:pt x="931710" y="41694"/>
                  </a:lnTo>
                  <a:lnTo>
                    <a:pt x="931633" y="40690"/>
                  </a:lnTo>
                  <a:lnTo>
                    <a:pt x="931100" y="39103"/>
                  </a:lnTo>
                  <a:lnTo>
                    <a:pt x="930440" y="37719"/>
                  </a:lnTo>
                  <a:lnTo>
                    <a:pt x="934491" y="37719"/>
                  </a:lnTo>
                  <a:lnTo>
                    <a:pt x="948639" y="37490"/>
                  </a:lnTo>
                  <a:lnTo>
                    <a:pt x="959180" y="37490"/>
                  </a:lnTo>
                  <a:lnTo>
                    <a:pt x="969403" y="37719"/>
                  </a:lnTo>
                  <a:lnTo>
                    <a:pt x="971943" y="37719"/>
                  </a:lnTo>
                  <a:lnTo>
                    <a:pt x="990981" y="38379"/>
                  </a:lnTo>
                  <a:lnTo>
                    <a:pt x="991031" y="39103"/>
                  </a:lnTo>
                  <a:lnTo>
                    <a:pt x="991158" y="40690"/>
                  </a:lnTo>
                  <a:lnTo>
                    <a:pt x="991235" y="41694"/>
                  </a:lnTo>
                  <a:lnTo>
                    <a:pt x="991273" y="42354"/>
                  </a:lnTo>
                  <a:lnTo>
                    <a:pt x="1014615" y="62433"/>
                  </a:lnTo>
                  <a:lnTo>
                    <a:pt x="1023010" y="62433"/>
                  </a:lnTo>
                  <a:lnTo>
                    <a:pt x="1034669" y="62077"/>
                  </a:lnTo>
                  <a:lnTo>
                    <a:pt x="1038948" y="62077"/>
                  </a:lnTo>
                  <a:lnTo>
                    <a:pt x="1054963" y="62953"/>
                  </a:lnTo>
                  <a:lnTo>
                    <a:pt x="1063294" y="62763"/>
                  </a:lnTo>
                  <a:lnTo>
                    <a:pt x="1070444" y="61074"/>
                  </a:lnTo>
                  <a:lnTo>
                    <a:pt x="1077061" y="56184"/>
                  </a:lnTo>
                  <a:lnTo>
                    <a:pt x="1080935" y="49199"/>
                  </a:lnTo>
                  <a:lnTo>
                    <a:pt x="1081951" y="42379"/>
                  </a:lnTo>
                  <a:lnTo>
                    <a:pt x="1081874" y="39598"/>
                  </a:lnTo>
                  <a:lnTo>
                    <a:pt x="1080731" y="32994"/>
                  </a:lnTo>
                  <a:lnTo>
                    <a:pt x="1083183" y="26200"/>
                  </a:lnTo>
                  <a:close/>
                </a:path>
                <a:path w="1376045" h="2374900">
                  <a:moveTo>
                    <a:pt x="1091628" y="2344394"/>
                  </a:moveTo>
                  <a:lnTo>
                    <a:pt x="1046670" y="2333980"/>
                  </a:lnTo>
                  <a:lnTo>
                    <a:pt x="1046670" y="2354326"/>
                  </a:lnTo>
                  <a:lnTo>
                    <a:pt x="1037348" y="2354910"/>
                  </a:lnTo>
                  <a:lnTo>
                    <a:pt x="1039139" y="2354910"/>
                  </a:lnTo>
                  <a:lnTo>
                    <a:pt x="1026147" y="2355227"/>
                  </a:lnTo>
                  <a:lnTo>
                    <a:pt x="1026007" y="2355227"/>
                  </a:lnTo>
                  <a:lnTo>
                    <a:pt x="1021499" y="2354910"/>
                  </a:lnTo>
                  <a:lnTo>
                    <a:pt x="1020686" y="2354910"/>
                  </a:lnTo>
                  <a:lnTo>
                    <a:pt x="1029182" y="2354326"/>
                  </a:lnTo>
                  <a:lnTo>
                    <a:pt x="1046670" y="2354326"/>
                  </a:lnTo>
                  <a:lnTo>
                    <a:pt x="1046670" y="2333980"/>
                  </a:lnTo>
                  <a:lnTo>
                    <a:pt x="1042073" y="2333726"/>
                  </a:lnTo>
                  <a:lnTo>
                    <a:pt x="1033322" y="2333726"/>
                  </a:lnTo>
                  <a:lnTo>
                    <a:pt x="1010221" y="2333142"/>
                  </a:lnTo>
                  <a:lnTo>
                    <a:pt x="1000607" y="2333726"/>
                  </a:lnTo>
                  <a:lnTo>
                    <a:pt x="999185" y="2333726"/>
                  </a:lnTo>
                  <a:lnTo>
                    <a:pt x="987704" y="2336495"/>
                  </a:lnTo>
                  <a:lnTo>
                    <a:pt x="983145" y="2338184"/>
                  </a:lnTo>
                  <a:lnTo>
                    <a:pt x="981290" y="2342350"/>
                  </a:lnTo>
                  <a:lnTo>
                    <a:pt x="981938" y="2346147"/>
                  </a:lnTo>
                  <a:lnTo>
                    <a:pt x="982738" y="2354326"/>
                  </a:lnTo>
                  <a:lnTo>
                    <a:pt x="1029487" y="2374608"/>
                  </a:lnTo>
                  <a:lnTo>
                    <a:pt x="1047877" y="2374455"/>
                  </a:lnTo>
                  <a:lnTo>
                    <a:pt x="1071194" y="2371483"/>
                  </a:lnTo>
                  <a:lnTo>
                    <a:pt x="1089202" y="2362504"/>
                  </a:lnTo>
                  <a:lnTo>
                    <a:pt x="1091628" y="2344394"/>
                  </a:lnTo>
                  <a:close/>
                </a:path>
                <a:path w="1376045" h="2374900">
                  <a:moveTo>
                    <a:pt x="1093254" y="567829"/>
                  </a:moveTo>
                  <a:lnTo>
                    <a:pt x="1090688" y="519061"/>
                  </a:lnTo>
                  <a:lnTo>
                    <a:pt x="1088351" y="471322"/>
                  </a:lnTo>
                  <a:lnTo>
                    <a:pt x="1087894" y="432968"/>
                  </a:lnTo>
                  <a:lnTo>
                    <a:pt x="1087780" y="423735"/>
                  </a:lnTo>
                  <a:lnTo>
                    <a:pt x="1087678" y="394766"/>
                  </a:lnTo>
                  <a:lnTo>
                    <a:pt x="1087577" y="348488"/>
                  </a:lnTo>
                  <a:lnTo>
                    <a:pt x="1087462" y="311454"/>
                  </a:lnTo>
                  <a:lnTo>
                    <a:pt x="1086624" y="239547"/>
                  </a:lnTo>
                  <a:lnTo>
                    <a:pt x="1078179" y="223926"/>
                  </a:lnTo>
                  <a:lnTo>
                    <a:pt x="1077214" y="222135"/>
                  </a:lnTo>
                  <a:lnTo>
                    <a:pt x="1075423" y="220789"/>
                  </a:lnTo>
                  <a:lnTo>
                    <a:pt x="1072515" y="220332"/>
                  </a:lnTo>
                  <a:lnTo>
                    <a:pt x="1066101" y="219443"/>
                  </a:lnTo>
                  <a:lnTo>
                    <a:pt x="1066101" y="238582"/>
                  </a:lnTo>
                  <a:lnTo>
                    <a:pt x="1062431" y="290144"/>
                  </a:lnTo>
                  <a:lnTo>
                    <a:pt x="1059281" y="342265"/>
                  </a:lnTo>
                  <a:lnTo>
                    <a:pt x="1056805" y="394766"/>
                  </a:lnTo>
                  <a:lnTo>
                    <a:pt x="1055179" y="447459"/>
                  </a:lnTo>
                  <a:lnTo>
                    <a:pt x="1054658" y="491324"/>
                  </a:lnTo>
                  <a:lnTo>
                    <a:pt x="1054557" y="500176"/>
                  </a:lnTo>
                  <a:lnTo>
                    <a:pt x="1055077" y="552704"/>
                  </a:lnTo>
                  <a:lnTo>
                    <a:pt x="1056919" y="604888"/>
                  </a:lnTo>
                  <a:lnTo>
                    <a:pt x="1060234" y="656526"/>
                  </a:lnTo>
                  <a:lnTo>
                    <a:pt x="1051483" y="668235"/>
                  </a:lnTo>
                  <a:lnTo>
                    <a:pt x="1015923" y="693508"/>
                  </a:lnTo>
                  <a:lnTo>
                    <a:pt x="1004443" y="699681"/>
                  </a:lnTo>
                  <a:lnTo>
                    <a:pt x="998334" y="703402"/>
                  </a:lnTo>
                  <a:lnTo>
                    <a:pt x="999236" y="656526"/>
                  </a:lnTo>
                  <a:lnTo>
                    <a:pt x="1000353" y="597369"/>
                  </a:lnTo>
                  <a:lnTo>
                    <a:pt x="1002284" y="491324"/>
                  </a:lnTo>
                  <a:lnTo>
                    <a:pt x="1004265" y="385292"/>
                  </a:lnTo>
                  <a:lnTo>
                    <a:pt x="1005446" y="344106"/>
                  </a:lnTo>
                  <a:lnTo>
                    <a:pt x="1006462" y="311454"/>
                  </a:lnTo>
                  <a:lnTo>
                    <a:pt x="1006690" y="290144"/>
                  </a:lnTo>
                  <a:lnTo>
                    <a:pt x="1006792" y="280962"/>
                  </a:lnTo>
                  <a:lnTo>
                    <a:pt x="1006856" y="274396"/>
                  </a:lnTo>
                  <a:lnTo>
                    <a:pt x="1005674" y="239547"/>
                  </a:lnTo>
                  <a:lnTo>
                    <a:pt x="1005611" y="237515"/>
                  </a:lnTo>
                  <a:lnTo>
                    <a:pt x="1011643" y="238582"/>
                  </a:lnTo>
                  <a:lnTo>
                    <a:pt x="1011072" y="238582"/>
                  </a:lnTo>
                  <a:lnTo>
                    <a:pt x="1018794" y="239217"/>
                  </a:lnTo>
                  <a:lnTo>
                    <a:pt x="1025537" y="239420"/>
                  </a:lnTo>
                  <a:lnTo>
                    <a:pt x="1032319" y="239547"/>
                  </a:lnTo>
                  <a:lnTo>
                    <a:pt x="1050429" y="239547"/>
                  </a:lnTo>
                  <a:lnTo>
                    <a:pt x="1058557" y="239217"/>
                  </a:lnTo>
                  <a:lnTo>
                    <a:pt x="1058125" y="239217"/>
                  </a:lnTo>
                  <a:lnTo>
                    <a:pt x="1066101" y="238582"/>
                  </a:lnTo>
                  <a:lnTo>
                    <a:pt x="1066101" y="219443"/>
                  </a:lnTo>
                  <a:lnTo>
                    <a:pt x="1062469" y="218922"/>
                  </a:lnTo>
                  <a:lnTo>
                    <a:pt x="1042149" y="216268"/>
                  </a:lnTo>
                  <a:lnTo>
                    <a:pt x="1023924" y="214223"/>
                  </a:lnTo>
                  <a:lnTo>
                    <a:pt x="1015695" y="213766"/>
                  </a:lnTo>
                  <a:lnTo>
                    <a:pt x="1008494" y="214223"/>
                  </a:lnTo>
                  <a:lnTo>
                    <a:pt x="1007846" y="214223"/>
                  </a:lnTo>
                  <a:lnTo>
                    <a:pt x="999680" y="216268"/>
                  </a:lnTo>
                  <a:lnTo>
                    <a:pt x="996264" y="214884"/>
                  </a:lnTo>
                  <a:lnTo>
                    <a:pt x="992124" y="215747"/>
                  </a:lnTo>
                  <a:lnTo>
                    <a:pt x="986790" y="261366"/>
                  </a:lnTo>
                  <a:lnTo>
                    <a:pt x="984554" y="302691"/>
                  </a:lnTo>
                  <a:lnTo>
                    <a:pt x="982522" y="385292"/>
                  </a:lnTo>
                  <a:lnTo>
                    <a:pt x="980922" y="432968"/>
                  </a:lnTo>
                  <a:lnTo>
                    <a:pt x="977760" y="528320"/>
                  </a:lnTo>
                  <a:lnTo>
                    <a:pt x="976236" y="575995"/>
                  </a:lnTo>
                  <a:lnTo>
                    <a:pt x="974763" y="623671"/>
                  </a:lnTo>
                  <a:lnTo>
                    <a:pt x="973594" y="663117"/>
                  </a:lnTo>
                  <a:lnTo>
                    <a:pt x="972654" y="696468"/>
                  </a:lnTo>
                  <a:lnTo>
                    <a:pt x="972566" y="699681"/>
                  </a:lnTo>
                  <a:lnTo>
                    <a:pt x="972464" y="703402"/>
                  </a:lnTo>
                  <a:lnTo>
                    <a:pt x="972019" y="719023"/>
                  </a:lnTo>
                  <a:lnTo>
                    <a:pt x="970800" y="766699"/>
                  </a:lnTo>
                  <a:lnTo>
                    <a:pt x="968451" y="863981"/>
                  </a:lnTo>
                  <a:lnTo>
                    <a:pt x="967308" y="912609"/>
                  </a:lnTo>
                  <a:lnTo>
                    <a:pt x="966203" y="961250"/>
                  </a:lnTo>
                  <a:lnTo>
                    <a:pt x="965149" y="1009891"/>
                  </a:lnTo>
                  <a:lnTo>
                    <a:pt x="964120" y="1058532"/>
                  </a:lnTo>
                  <a:lnTo>
                    <a:pt x="963155" y="1107186"/>
                  </a:lnTo>
                  <a:lnTo>
                    <a:pt x="962228" y="1155827"/>
                  </a:lnTo>
                  <a:lnTo>
                    <a:pt x="961377" y="1204480"/>
                  </a:lnTo>
                  <a:lnTo>
                    <a:pt x="960259" y="1251712"/>
                  </a:lnTo>
                  <a:lnTo>
                    <a:pt x="958811" y="1299210"/>
                  </a:lnTo>
                  <a:lnTo>
                    <a:pt x="957465" y="1346860"/>
                  </a:lnTo>
                  <a:lnTo>
                    <a:pt x="956652" y="1394460"/>
                  </a:lnTo>
                  <a:lnTo>
                    <a:pt x="956805" y="1441996"/>
                  </a:lnTo>
                  <a:lnTo>
                    <a:pt x="958342" y="1489430"/>
                  </a:lnTo>
                  <a:lnTo>
                    <a:pt x="961720" y="1536725"/>
                  </a:lnTo>
                  <a:lnTo>
                    <a:pt x="965682" y="1544840"/>
                  </a:lnTo>
                  <a:lnTo>
                    <a:pt x="973112" y="1547583"/>
                  </a:lnTo>
                  <a:lnTo>
                    <a:pt x="980681" y="1544840"/>
                  </a:lnTo>
                  <a:lnTo>
                    <a:pt x="980516" y="1544840"/>
                  </a:lnTo>
                  <a:lnTo>
                    <a:pt x="984250" y="1536725"/>
                  </a:lnTo>
                  <a:lnTo>
                    <a:pt x="986878" y="1489595"/>
                  </a:lnTo>
                  <a:lnTo>
                    <a:pt x="988339" y="1442161"/>
                  </a:lnTo>
                  <a:lnTo>
                    <a:pt x="988936" y="1394460"/>
                  </a:lnTo>
                  <a:lnTo>
                    <a:pt x="988885" y="1346860"/>
                  </a:lnTo>
                  <a:lnTo>
                    <a:pt x="988771" y="1251712"/>
                  </a:lnTo>
                  <a:lnTo>
                    <a:pt x="989114" y="1204480"/>
                  </a:lnTo>
                  <a:lnTo>
                    <a:pt x="989838" y="1155827"/>
                  </a:lnTo>
                  <a:lnTo>
                    <a:pt x="990600" y="1107186"/>
                  </a:lnTo>
                  <a:lnTo>
                    <a:pt x="991425" y="1058532"/>
                  </a:lnTo>
                  <a:lnTo>
                    <a:pt x="992289" y="1009891"/>
                  </a:lnTo>
                  <a:lnTo>
                    <a:pt x="993190" y="961250"/>
                  </a:lnTo>
                  <a:lnTo>
                    <a:pt x="994130" y="912609"/>
                  </a:lnTo>
                  <a:lnTo>
                    <a:pt x="995095" y="863981"/>
                  </a:lnTo>
                  <a:lnTo>
                    <a:pt x="997127" y="766699"/>
                  </a:lnTo>
                  <a:lnTo>
                    <a:pt x="997673" y="737755"/>
                  </a:lnTo>
                  <a:lnTo>
                    <a:pt x="1003541" y="735101"/>
                  </a:lnTo>
                  <a:lnTo>
                    <a:pt x="1008722" y="730999"/>
                  </a:lnTo>
                  <a:lnTo>
                    <a:pt x="1014450" y="727163"/>
                  </a:lnTo>
                  <a:lnTo>
                    <a:pt x="1021156" y="722757"/>
                  </a:lnTo>
                  <a:lnTo>
                    <a:pt x="1034656" y="714082"/>
                  </a:lnTo>
                  <a:lnTo>
                    <a:pt x="1041323" y="709612"/>
                  </a:lnTo>
                  <a:lnTo>
                    <a:pt x="1051890" y="702017"/>
                  </a:lnTo>
                  <a:lnTo>
                    <a:pt x="1061847" y="693801"/>
                  </a:lnTo>
                  <a:lnTo>
                    <a:pt x="1070851" y="684669"/>
                  </a:lnTo>
                  <a:lnTo>
                    <a:pt x="1078522" y="674319"/>
                  </a:lnTo>
                  <a:lnTo>
                    <a:pt x="1079525" y="673252"/>
                  </a:lnTo>
                  <a:lnTo>
                    <a:pt x="1080389" y="672007"/>
                  </a:lnTo>
                  <a:lnTo>
                    <a:pt x="1080973" y="670356"/>
                  </a:lnTo>
                  <a:lnTo>
                    <a:pt x="1081074" y="670115"/>
                  </a:lnTo>
                  <a:lnTo>
                    <a:pt x="1081112" y="669874"/>
                  </a:lnTo>
                  <a:lnTo>
                    <a:pt x="1081214" y="669594"/>
                  </a:lnTo>
                  <a:lnTo>
                    <a:pt x="1081836" y="668528"/>
                  </a:lnTo>
                  <a:lnTo>
                    <a:pt x="1082763" y="666661"/>
                  </a:lnTo>
                  <a:lnTo>
                    <a:pt x="1083183" y="664832"/>
                  </a:lnTo>
                  <a:lnTo>
                    <a:pt x="1083246" y="663117"/>
                  </a:lnTo>
                  <a:lnTo>
                    <a:pt x="1092098" y="616292"/>
                  </a:lnTo>
                  <a:lnTo>
                    <a:pt x="1093254" y="567829"/>
                  </a:lnTo>
                  <a:close/>
                </a:path>
                <a:path w="1376045" h="2374900">
                  <a:moveTo>
                    <a:pt x="1375638" y="1799996"/>
                  </a:moveTo>
                  <a:lnTo>
                    <a:pt x="1374965" y="1780946"/>
                  </a:lnTo>
                  <a:lnTo>
                    <a:pt x="1374927" y="1779676"/>
                  </a:lnTo>
                  <a:lnTo>
                    <a:pt x="1374838" y="1777136"/>
                  </a:lnTo>
                  <a:lnTo>
                    <a:pt x="1372171" y="1755546"/>
                  </a:lnTo>
                  <a:lnTo>
                    <a:pt x="1366824" y="1733956"/>
                  </a:lnTo>
                  <a:lnTo>
                    <a:pt x="1362773" y="1728876"/>
                  </a:lnTo>
                  <a:lnTo>
                    <a:pt x="1356855" y="1728876"/>
                  </a:lnTo>
                  <a:lnTo>
                    <a:pt x="1351597" y="1730146"/>
                  </a:lnTo>
                  <a:lnTo>
                    <a:pt x="1349527" y="1736496"/>
                  </a:lnTo>
                  <a:lnTo>
                    <a:pt x="1350632" y="1760626"/>
                  </a:lnTo>
                  <a:lnTo>
                    <a:pt x="1351038" y="1775866"/>
                  </a:lnTo>
                  <a:lnTo>
                    <a:pt x="1351127" y="1779676"/>
                  </a:lnTo>
                  <a:lnTo>
                    <a:pt x="1351229" y="1810156"/>
                  </a:lnTo>
                  <a:lnTo>
                    <a:pt x="1350124" y="1834286"/>
                  </a:lnTo>
                  <a:lnTo>
                    <a:pt x="1347889" y="1855876"/>
                  </a:lnTo>
                  <a:lnTo>
                    <a:pt x="1345831" y="1877466"/>
                  </a:lnTo>
                  <a:lnTo>
                    <a:pt x="1345793" y="1900326"/>
                  </a:lnTo>
                  <a:lnTo>
                    <a:pt x="1350365" y="1921916"/>
                  </a:lnTo>
                  <a:lnTo>
                    <a:pt x="1301343" y="1918106"/>
                  </a:lnTo>
                  <a:lnTo>
                    <a:pt x="1251889" y="1918106"/>
                  </a:lnTo>
                  <a:lnTo>
                    <a:pt x="1202372" y="1920646"/>
                  </a:lnTo>
                  <a:lnTo>
                    <a:pt x="1153223" y="1921916"/>
                  </a:lnTo>
                  <a:lnTo>
                    <a:pt x="1110767" y="1923186"/>
                  </a:lnTo>
                  <a:lnTo>
                    <a:pt x="1067765" y="1923186"/>
                  </a:lnTo>
                  <a:lnTo>
                    <a:pt x="1024877" y="1925726"/>
                  </a:lnTo>
                  <a:lnTo>
                    <a:pt x="982764" y="1930806"/>
                  </a:lnTo>
                  <a:lnTo>
                    <a:pt x="1002004" y="1909216"/>
                  </a:lnTo>
                  <a:lnTo>
                    <a:pt x="1038174" y="1863496"/>
                  </a:lnTo>
                  <a:lnTo>
                    <a:pt x="1057122" y="1841906"/>
                  </a:lnTo>
                  <a:lnTo>
                    <a:pt x="1079474" y="1819046"/>
                  </a:lnTo>
                  <a:lnTo>
                    <a:pt x="1102588" y="1796186"/>
                  </a:lnTo>
                  <a:lnTo>
                    <a:pt x="1126312" y="1775866"/>
                  </a:lnTo>
                  <a:lnTo>
                    <a:pt x="1150505" y="1754276"/>
                  </a:lnTo>
                  <a:lnTo>
                    <a:pt x="1154023" y="1746656"/>
                  </a:lnTo>
                  <a:lnTo>
                    <a:pt x="1151432" y="1740306"/>
                  </a:lnTo>
                  <a:lnTo>
                    <a:pt x="1145019" y="1735226"/>
                  </a:lnTo>
                  <a:lnTo>
                    <a:pt x="1107147" y="1756816"/>
                  </a:lnTo>
                  <a:lnTo>
                    <a:pt x="1052969" y="1803806"/>
                  </a:lnTo>
                  <a:lnTo>
                    <a:pt x="1000607" y="1860956"/>
                  </a:lnTo>
                  <a:lnTo>
                    <a:pt x="975042" y="1893976"/>
                  </a:lnTo>
                  <a:lnTo>
                    <a:pt x="978141" y="1855876"/>
                  </a:lnTo>
                  <a:lnTo>
                    <a:pt x="980249" y="1821586"/>
                  </a:lnTo>
                  <a:lnTo>
                    <a:pt x="980325" y="1820316"/>
                  </a:lnTo>
                  <a:lnTo>
                    <a:pt x="980401" y="1819046"/>
                  </a:lnTo>
                  <a:lnTo>
                    <a:pt x="981075" y="1786026"/>
                  </a:lnTo>
                  <a:lnTo>
                    <a:pt x="980973" y="1775866"/>
                  </a:lnTo>
                  <a:lnTo>
                    <a:pt x="979868" y="1746656"/>
                  </a:lnTo>
                  <a:lnTo>
                    <a:pt x="979766" y="1744116"/>
                  </a:lnTo>
                  <a:lnTo>
                    <a:pt x="976731" y="1737766"/>
                  </a:lnTo>
                  <a:lnTo>
                    <a:pt x="970800" y="1735226"/>
                  </a:lnTo>
                  <a:lnTo>
                    <a:pt x="964742" y="1737766"/>
                  </a:lnTo>
                  <a:lnTo>
                    <a:pt x="957110" y="1775866"/>
                  </a:lnTo>
                  <a:lnTo>
                    <a:pt x="949045" y="1840636"/>
                  </a:lnTo>
                  <a:lnTo>
                    <a:pt x="945400" y="1872386"/>
                  </a:lnTo>
                  <a:lnTo>
                    <a:pt x="924090" y="1869846"/>
                  </a:lnTo>
                  <a:lnTo>
                    <a:pt x="880922" y="1869846"/>
                  </a:lnTo>
                  <a:lnTo>
                    <a:pt x="859472" y="1868576"/>
                  </a:lnTo>
                  <a:lnTo>
                    <a:pt x="833526" y="1868576"/>
                  </a:lnTo>
                  <a:lnTo>
                    <a:pt x="820547" y="1867306"/>
                  </a:lnTo>
                  <a:lnTo>
                    <a:pt x="807580" y="1867306"/>
                  </a:lnTo>
                  <a:lnTo>
                    <a:pt x="807491" y="1852066"/>
                  </a:lnTo>
                  <a:lnTo>
                    <a:pt x="807364" y="1846986"/>
                  </a:lnTo>
                  <a:lnTo>
                    <a:pt x="806958" y="1836826"/>
                  </a:lnTo>
                  <a:lnTo>
                    <a:pt x="805586" y="1835556"/>
                  </a:lnTo>
                  <a:lnTo>
                    <a:pt x="803681" y="1834286"/>
                  </a:lnTo>
                  <a:lnTo>
                    <a:pt x="803617" y="1830476"/>
                  </a:lnTo>
                  <a:lnTo>
                    <a:pt x="801954" y="1826666"/>
                  </a:lnTo>
                  <a:lnTo>
                    <a:pt x="798995" y="1824126"/>
                  </a:lnTo>
                  <a:lnTo>
                    <a:pt x="791032" y="1820316"/>
                  </a:lnTo>
                  <a:lnTo>
                    <a:pt x="790016" y="1820049"/>
                  </a:lnTo>
                  <a:lnTo>
                    <a:pt x="790016" y="1843176"/>
                  </a:lnTo>
                  <a:lnTo>
                    <a:pt x="789330" y="1852066"/>
                  </a:lnTo>
                  <a:lnTo>
                    <a:pt x="788327" y="1859686"/>
                  </a:lnTo>
                  <a:lnTo>
                    <a:pt x="787298" y="1868576"/>
                  </a:lnTo>
                  <a:lnTo>
                    <a:pt x="784326" y="1868576"/>
                  </a:lnTo>
                  <a:lnTo>
                    <a:pt x="784326" y="1895246"/>
                  </a:lnTo>
                  <a:lnTo>
                    <a:pt x="784237" y="1896516"/>
                  </a:lnTo>
                  <a:lnTo>
                    <a:pt x="784148" y="1897786"/>
                  </a:lnTo>
                  <a:lnTo>
                    <a:pt x="783805" y="1902866"/>
                  </a:lnTo>
                  <a:lnTo>
                    <a:pt x="783120" y="1909216"/>
                  </a:lnTo>
                  <a:lnTo>
                    <a:pt x="783805" y="1914296"/>
                  </a:lnTo>
                  <a:lnTo>
                    <a:pt x="767867" y="1914296"/>
                  </a:lnTo>
                  <a:lnTo>
                    <a:pt x="768172" y="1910486"/>
                  </a:lnTo>
                  <a:lnTo>
                    <a:pt x="768121" y="1896516"/>
                  </a:lnTo>
                  <a:lnTo>
                    <a:pt x="767994" y="1893976"/>
                  </a:lnTo>
                  <a:lnTo>
                    <a:pt x="767867" y="1891436"/>
                  </a:lnTo>
                  <a:lnTo>
                    <a:pt x="773315" y="1893976"/>
                  </a:lnTo>
                  <a:lnTo>
                    <a:pt x="778802" y="1895246"/>
                  </a:lnTo>
                  <a:lnTo>
                    <a:pt x="784326" y="1895246"/>
                  </a:lnTo>
                  <a:lnTo>
                    <a:pt x="784326" y="1868576"/>
                  </a:lnTo>
                  <a:lnTo>
                    <a:pt x="780567" y="1868576"/>
                  </a:lnTo>
                  <a:lnTo>
                    <a:pt x="767245" y="1871116"/>
                  </a:lnTo>
                  <a:lnTo>
                    <a:pt x="767219" y="1869846"/>
                  </a:lnTo>
                  <a:lnTo>
                    <a:pt x="765797" y="1841906"/>
                  </a:lnTo>
                  <a:lnTo>
                    <a:pt x="765695" y="1840636"/>
                  </a:lnTo>
                  <a:lnTo>
                    <a:pt x="770242" y="1843176"/>
                  </a:lnTo>
                  <a:lnTo>
                    <a:pt x="790016" y="1843176"/>
                  </a:lnTo>
                  <a:lnTo>
                    <a:pt x="790016" y="1820049"/>
                  </a:lnTo>
                  <a:lnTo>
                    <a:pt x="781519" y="1817776"/>
                  </a:lnTo>
                  <a:lnTo>
                    <a:pt x="771893" y="1819046"/>
                  </a:lnTo>
                  <a:lnTo>
                    <a:pt x="763524" y="1821586"/>
                  </a:lnTo>
                  <a:lnTo>
                    <a:pt x="762622" y="1821586"/>
                  </a:lnTo>
                  <a:lnTo>
                    <a:pt x="759587" y="1813966"/>
                  </a:lnTo>
                  <a:lnTo>
                    <a:pt x="747369" y="1817776"/>
                  </a:lnTo>
                  <a:lnTo>
                    <a:pt x="747255" y="1819046"/>
                  </a:lnTo>
                  <a:lnTo>
                    <a:pt x="747141" y="1820316"/>
                  </a:lnTo>
                  <a:lnTo>
                    <a:pt x="747026" y="1821586"/>
                  </a:lnTo>
                  <a:lnTo>
                    <a:pt x="746798" y="1824126"/>
                  </a:lnTo>
                  <a:lnTo>
                    <a:pt x="746683" y="1825396"/>
                  </a:lnTo>
                  <a:lnTo>
                    <a:pt x="745490" y="1840636"/>
                  </a:lnTo>
                  <a:lnTo>
                    <a:pt x="743165" y="1867306"/>
                  </a:lnTo>
                  <a:lnTo>
                    <a:pt x="743064" y="1868576"/>
                  </a:lnTo>
                  <a:lnTo>
                    <a:pt x="742950" y="1869846"/>
                  </a:lnTo>
                  <a:lnTo>
                    <a:pt x="742810" y="1871116"/>
                  </a:lnTo>
                  <a:lnTo>
                    <a:pt x="742670" y="1872386"/>
                  </a:lnTo>
                  <a:lnTo>
                    <a:pt x="741438" y="1883816"/>
                  </a:lnTo>
                  <a:lnTo>
                    <a:pt x="740498" y="1891436"/>
                  </a:lnTo>
                  <a:lnTo>
                    <a:pt x="739724" y="1897786"/>
                  </a:lnTo>
                  <a:lnTo>
                    <a:pt x="738593" y="1909216"/>
                  </a:lnTo>
                  <a:lnTo>
                    <a:pt x="738479" y="1910486"/>
                  </a:lnTo>
                  <a:lnTo>
                    <a:pt x="738708" y="1914296"/>
                  </a:lnTo>
                  <a:lnTo>
                    <a:pt x="739101" y="1920646"/>
                  </a:lnTo>
                  <a:lnTo>
                    <a:pt x="739178" y="1921916"/>
                  </a:lnTo>
                  <a:lnTo>
                    <a:pt x="739254" y="1923186"/>
                  </a:lnTo>
                  <a:lnTo>
                    <a:pt x="743648" y="1934616"/>
                  </a:lnTo>
                  <a:lnTo>
                    <a:pt x="745490" y="1938426"/>
                  </a:lnTo>
                  <a:lnTo>
                    <a:pt x="746709" y="1940966"/>
                  </a:lnTo>
                  <a:lnTo>
                    <a:pt x="753821" y="1942236"/>
                  </a:lnTo>
                  <a:lnTo>
                    <a:pt x="758545" y="1938426"/>
                  </a:lnTo>
                  <a:lnTo>
                    <a:pt x="762762" y="1939696"/>
                  </a:lnTo>
                  <a:lnTo>
                    <a:pt x="767245" y="1939696"/>
                  </a:lnTo>
                  <a:lnTo>
                    <a:pt x="778738" y="1940966"/>
                  </a:lnTo>
                  <a:lnTo>
                    <a:pt x="787742" y="1940966"/>
                  </a:lnTo>
                  <a:lnTo>
                    <a:pt x="798271" y="1937156"/>
                  </a:lnTo>
                  <a:lnTo>
                    <a:pt x="800709" y="1933346"/>
                  </a:lnTo>
                  <a:lnTo>
                    <a:pt x="801687" y="1930806"/>
                  </a:lnTo>
                  <a:lnTo>
                    <a:pt x="802678" y="1929536"/>
                  </a:lnTo>
                  <a:lnTo>
                    <a:pt x="803059" y="1929536"/>
                  </a:lnTo>
                  <a:lnTo>
                    <a:pt x="806450" y="1921916"/>
                  </a:lnTo>
                  <a:lnTo>
                    <a:pt x="807923" y="1914296"/>
                  </a:lnTo>
                  <a:lnTo>
                    <a:pt x="808037" y="1910486"/>
                  </a:lnTo>
                  <a:lnTo>
                    <a:pt x="808151" y="1906676"/>
                  </a:lnTo>
                  <a:lnTo>
                    <a:pt x="807999" y="1902866"/>
                  </a:lnTo>
                  <a:lnTo>
                    <a:pt x="807897" y="1900326"/>
                  </a:lnTo>
                  <a:lnTo>
                    <a:pt x="807783" y="1897786"/>
                  </a:lnTo>
                  <a:lnTo>
                    <a:pt x="820686" y="1899056"/>
                  </a:lnTo>
                  <a:lnTo>
                    <a:pt x="922210" y="1899056"/>
                  </a:lnTo>
                  <a:lnTo>
                    <a:pt x="942949" y="1896516"/>
                  </a:lnTo>
                  <a:lnTo>
                    <a:pt x="940092" y="1928266"/>
                  </a:lnTo>
                  <a:lnTo>
                    <a:pt x="940015" y="1929536"/>
                  </a:lnTo>
                  <a:lnTo>
                    <a:pt x="939927" y="1930806"/>
                  </a:lnTo>
                  <a:lnTo>
                    <a:pt x="938441" y="1952396"/>
                  </a:lnTo>
                  <a:lnTo>
                    <a:pt x="937831" y="1961286"/>
                  </a:lnTo>
                  <a:lnTo>
                    <a:pt x="936294" y="1993036"/>
                  </a:lnTo>
                  <a:lnTo>
                    <a:pt x="935596" y="2026056"/>
                  </a:lnTo>
                  <a:lnTo>
                    <a:pt x="933996" y="2074316"/>
                  </a:lnTo>
                  <a:lnTo>
                    <a:pt x="931760" y="2126386"/>
                  </a:lnTo>
                  <a:lnTo>
                    <a:pt x="931799" y="2178456"/>
                  </a:lnTo>
                  <a:lnTo>
                    <a:pt x="936980" y="2227986"/>
                  </a:lnTo>
                  <a:lnTo>
                    <a:pt x="930236" y="2227986"/>
                  </a:lnTo>
                  <a:lnTo>
                    <a:pt x="916647" y="2230526"/>
                  </a:lnTo>
                  <a:lnTo>
                    <a:pt x="909713" y="2233066"/>
                  </a:lnTo>
                  <a:lnTo>
                    <a:pt x="904684" y="2234336"/>
                  </a:lnTo>
                  <a:lnTo>
                    <a:pt x="902398" y="2238146"/>
                  </a:lnTo>
                  <a:lnTo>
                    <a:pt x="902462" y="2239416"/>
                  </a:lnTo>
                  <a:lnTo>
                    <a:pt x="902589" y="2241956"/>
                  </a:lnTo>
                  <a:lnTo>
                    <a:pt x="902639" y="2243226"/>
                  </a:lnTo>
                  <a:lnTo>
                    <a:pt x="901090" y="2249576"/>
                  </a:lnTo>
                  <a:lnTo>
                    <a:pt x="900328" y="2255926"/>
                  </a:lnTo>
                  <a:lnTo>
                    <a:pt x="900201" y="2259736"/>
                  </a:lnTo>
                  <a:lnTo>
                    <a:pt x="900137" y="2276246"/>
                  </a:lnTo>
                  <a:lnTo>
                    <a:pt x="900684" y="2282596"/>
                  </a:lnTo>
                  <a:lnTo>
                    <a:pt x="902157" y="2288946"/>
                  </a:lnTo>
                  <a:lnTo>
                    <a:pt x="904455" y="2294026"/>
                  </a:lnTo>
                  <a:lnTo>
                    <a:pt x="905027" y="2295296"/>
                  </a:lnTo>
                  <a:lnTo>
                    <a:pt x="905814" y="2296566"/>
                  </a:lnTo>
                  <a:lnTo>
                    <a:pt x="906792" y="2296566"/>
                  </a:lnTo>
                  <a:lnTo>
                    <a:pt x="907859" y="2297836"/>
                  </a:lnTo>
                  <a:lnTo>
                    <a:pt x="904608" y="2300376"/>
                  </a:lnTo>
                  <a:lnTo>
                    <a:pt x="904989" y="2306726"/>
                  </a:lnTo>
                  <a:lnTo>
                    <a:pt x="908989" y="2307996"/>
                  </a:lnTo>
                  <a:lnTo>
                    <a:pt x="920508" y="2313076"/>
                  </a:lnTo>
                  <a:lnTo>
                    <a:pt x="956995" y="2316886"/>
                  </a:lnTo>
                  <a:lnTo>
                    <a:pt x="1001737" y="2316886"/>
                  </a:lnTo>
                  <a:lnTo>
                    <a:pt x="1016622" y="2315616"/>
                  </a:lnTo>
                  <a:lnTo>
                    <a:pt x="1018451" y="2315616"/>
                  </a:lnTo>
                  <a:lnTo>
                    <a:pt x="1019962" y="2314346"/>
                  </a:lnTo>
                  <a:lnTo>
                    <a:pt x="1023721" y="2314346"/>
                  </a:lnTo>
                  <a:lnTo>
                    <a:pt x="1026147" y="2313076"/>
                  </a:lnTo>
                  <a:lnTo>
                    <a:pt x="1035456" y="2273706"/>
                  </a:lnTo>
                  <a:lnTo>
                    <a:pt x="1035291" y="2267356"/>
                  </a:lnTo>
                  <a:lnTo>
                    <a:pt x="1035253" y="2266086"/>
                  </a:lnTo>
                  <a:lnTo>
                    <a:pt x="1035138" y="2263546"/>
                  </a:lnTo>
                  <a:lnTo>
                    <a:pt x="1034948" y="2261006"/>
                  </a:lnTo>
                  <a:lnTo>
                    <a:pt x="1034859" y="2259736"/>
                  </a:lnTo>
                  <a:lnTo>
                    <a:pt x="1034757" y="2258466"/>
                  </a:lnTo>
                  <a:lnTo>
                    <a:pt x="1034669" y="2257196"/>
                  </a:lnTo>
                  <a:lnTo>
                    <a:pt x="1033589" y="2248306"/>
                  </a:lnTo>
                  <a:lnTo>
                    <a:pt x="1032459" y="2241956"/>
                  </a:lnTo>
                  <a:lnTo>
                    <a:pt x="1025347" y="2239416"/>
                  </a:lnTo>
                  <a:lnTo>
                    <a:pt x="1018616" y="2239416"/>
                  </a:lnTo>
                  <a:lnTo>
                    <a:pt x="1008100" y="2234717"/>
                  </a:lnTo>
                  <a:lnTo>
                    <a:pt x="1008100" y="2258466"/>
                  </a:lnTo>
                  <a:lnTo>
                    <a:pt x="1007681" y="2263546"/>
                  </a:lnTo>
                  <a:lnTo>
                    <a:pt x="1007579" y="2264816"/>
                  </a:lnTo>
                  <a:lnTo>
                    <a:pt x="1007465" y="2267356"/>
                  </a:lnTo>
                  <a:lnTo>
                    <a:pt x="1007351" y="2288946"/>
                  </a:lnTo>
                  <a:lnTo>
                    <a:pt x="1007338" y="2290216"/>
                  </a:lnTo>
                  <a:lnTo>
                    <a:pt x="1007783" y="2294026"/>
                  </a:lnTo>
                  <a:lnTo>
                    <a:pt x="995108" y="2292756"/>
                  </a:lnTo>
                  <a:lnTo>
                    <a:pt x="982395" y="2292756"/>
                  </a:lnTo>
                  <a:lnTo>
                    <a:pt x="969683" y="2291486"/>
                  </a:lnTo>
                  <a:lnTo>
                    <a:pt x="956995" y="2291486"/>
                  </a:lnTo>
                  <a:lnTo>
                    <a:pt x="947877" y="2290216"/>
                  </a:lnTo>
                  <a:lnTo>
                    <a:pt x="938771" y="2291486"/>
                  </a:lnTo>
                  <a:lnTo>
                    <a:pt x="929741" y="2291486"/>
                  </a:lnTo>
                  <a:lnTo>
                    <a:pt x="920864" y="2292756"/>
                  </a:lnTo>
                  <a:lnTo>
                    <a:pt x="923302" y="2286406"/>
                  </a:lnTo>
                  <a:lnTo>
                    <a:pt x="924433" y="2280056"/>
                  </a:lnTo>
                  <a:lnTo>
                    <a:pt x="924458" y="2255926"/>
                  </a:lnTo>
                  <a:lnTo>
                    <a:pt x="937806" y="2258466"/>
                  </a:lnTo>
                  <a:lnTo>
                    <a:pt x="944537" y="2258466"/>
                  </a:lnTo>
                  <a:lnTo>
                    <a:pt x="944702" y="2259736"/>
                  </a:lnTo>
                  <a:lnTo>
                    <a:pt x="947534" y="2267356"/>
                  </a:lnTo>
                  <a:lnTo>
                    <a:pt x="958824" y="2267356"/>
                  </a:lnTo>
                  <a:lnTo>
                    <a:pt x="962139" y="2259736"/>
                  </a:lnTo>
                  <a:lnTo>
                    <a:pt x="967206" y="2259736"/>
                  </a:lnTo>
                  <a:lnTo>
                    <a:pt x="977480" y="2261006"/>
                  </a:lnTo>
                  <a:lnTo>
                    <a:pt x="998105" y="2261006"/>
                  </a:lnTo>
                  <a:lnTo>
                    <a:pt x="1008100" y="2258466"/>
                  </a:lnTo>
                  <a:lnTo>
                    <a:pt x="1008100" y="2234717"/>
                  </a:lnTo>
                  <a:lnTo>
                    <a:pt x="1007262" y="2234336"/>
                  </a:lnTo>
                  <a:lnTo>
                    <a:pt x="994930" y="2231796"/>
                  </a:lnTo>
                  <a:lnTo>
                    <a:pt x="969619" y="2229256"/>
                  </a:lnTo>
                  <a:lnTo>
                    <a:pt x="974001" y="2179726"/>
                  </a:lnTo>
                  <a:lnTo>
                    <a:pt x="972781" y="2127656"/>
                  </a:lnTo>
                  <a:lnTo>
                    <a:pt x="969403" y="2075586"/>
                  </a:lnTo>
                  <a:lnTo>
                    <a:pt x="967308" y="2026056"/>
                  </a:lnTo>
                  <a:lnTo>
                    <a:pt x="968959" y="1970176"/>
                  </a:lnTo>
                  <a:lnTo>
                    <a:pt x="970280" y="1952396"/>
                  </a:lnTo>
                  <a:lnTo>
                    <a:pt x="970419" y="1952396"/>
                  </a:lnTo>
                  <a:lnTo>
                    <a:pt x="1020838" y="1958746"/>
                  </a:lnTo>
                  <a:lnTo>
                    <a:pt x="1072654" y="1958746"/>
                  </a:lnTo>
                  <a:lnTo>
                    <a:pt x="1124673" y="1956206"/>
                  </a:lnTo>
                  <a:lnTo>
                    <a:pt x="1175689" y="1952396"/>
                  </a:lnTo>
                  <a:lnTo>
                    <a:pt x="1267371" y="1949856"/>
                  </a:lnTo>
                  <a:lnTo>
                    <a:pt x="1313192" y="1947316"/>
                  </a:lnTo>
                  <a:lnTo>
                    <a:pt x="1358646" y="1942236"/>
                  </a:lnTo>
                  <a:lnTo>
                    <a:pt x="1366227" y="1942236"/>
                  </a:lnTo>
                  <a:lnTo>
                    <a:pt x="1367955" y="1932076"/>
                  </a:lnTo>
                  <a:lnTo>
                    <a:pt x="1363853" y="1925726"/>
                  </a:lnTo>
                  <a:lnTo>
                    <a:pt x="1364716" y="1925726"/>
                  </a:lnTo>
                  <a:lnTo>
                    <a:pt x="1375143" y="1873656"/>
                  </a:lnTo>
                  <a:lnTo>
                    <a:pt x="1375168" y="1871116"/>
                  </a:lnTo>
                  <a:lnTo>
                    <a:pt x="1375283" y="1860956"/>
                  </a:lnTo>
                  <a:lnTo>
                    <a:pt x="1375384" y="1852066"/>
                  </a:lnTo>
                  <a:lnTo>
                    <a:pt x="1375511" y="1813966"/>
                  </a:lnTo>
                  <a:lnTo>
                    <a:pt x="1375638" y="1799996"/>
                  </a:lnTo>
                  <a:close/>
                </a:path>
              </a:pathLst>
            </a:custGeom>
            <a:solidFill>
              <a:srgbClr val="4B4A6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87260" y="6755535"/>
              <a:ext cx="115456" cy="17329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987943" y="5297614"/>
              <a:ext cx="742315" cy="2173605"/>
            </a:xfrm>
            <a:custGeom>
              <a:avLst/>
              <a:gdLst/>
              <a:ahLst/>
              <a:cxnLst/>
              <a:rect l="l" t="t" r="r" b="b"/>
              <a:pathLst>
                <a:path w="742314" h="2173604">
                  <a:moveTo>
                    <a:pt x="62839" y="381101"/>
                  </a:moveTo>
                  <a:lnTo>
                    <a:pt x="62052" y="379310"/>
                  </a:lnTo>
                  <a:lnTo>
                    <a:pt x="57912" y="375132"/>
                  </a:lnTo>
                  <a:lnTo>
                    <a:pt x="52946" y="375132"/>
                  </a:lnTo>
                  <a:lnTo>
                    <a:pt x="48768" y="379310"/>
                  </a:lnTo>
                  <a:lnTo>
                    <a:pt x="47967" y="381101"/>
                  </a:lnTo>
                  <a:lnTo>
                    <a:pt x="47967" y="385279"/>
                  </a:lnTo>
                  <a:lnTo>
                    <a:pt x="48768" y="387070"/>
                  </a:lnTo>
                  <a:lnTo>
                    <a:pt x="51523" y="389864"/>
                  </a:lnTo>
                  <a:lnTo>
                    <a:pt x="53530" y="390626"/>
                  </a:lnTo>
                  <a:lnTo>
                    <a:pt x="55499" y="390626"/>
                  </a:lnTo>
                  <a:lnTo>
                    <a:pt x="57492" y="390626"/>
                  </a:lnTo>
                  <a:lnTo>
                    <a:pt x="59296" y="389864"/>
                  </a:lnTo>
                  <a:lnTo>
                    <a:pt x="62052" y="387070"/>
                  </a:lnTo>
                  <a:lnTo>
                    <a:pt x="62839" y="385279"/>
                  </a:lnTo>
                  <a:lnTo>
                    <a:pt x="62839" y="381101"/>
                  </a:lnTo>
                  <a:close/>
                </a:path>
                <a:path w="742314" h="2173604">
                  <a:moveTo>
                    <a:pt x="120154" y="451993"/>
                  </a:moveTo>
                  <a:lnTo>
                    <a:pt x="119646" y="450811"/>
                  </a:lnTo>
                  <a:lnTo>
                    <a:pt x="116814" y="447992"/>
                  </a:lnTo>
                  <a:lnTo>
                    <a:pt x="113499" y="447992"/>
                  </a:lnTo>
                  <a:lnTo>
                    <a:pt x="111633" y="449846"/>
                  </a:lnTo>
                  <a:lnTo>
                    <a:pt x="110705" y="450811"/>
                  </a:lnTo>
                  <a:lnTo>
                    <a:pt x="110185" y="451993"/>
                  </a:lnTo>
                  <a:lnTo>
                    <a:pt x="110185" y="454787"/>
                  </a:lnTo>
                  <a:lnTo>
                    <a:pt x="110705" y="455993"/>
                  </a:lnTo>
                  <a:lnTo>
                    <a:pt x="112572" y="457847"/>
                  </a:lnTo>
                  <a:lnTo>
                    <a:pt x="113919" y="458368"/>
                  </a:lnTo>
                  <a:lnTo>
                    <a:pt x="116573" y="458368"/>
                  </a:lnTo>
                  <a:lnTo>
                    <a:pt x="117741" y="457847"/>
                  </a:lnTo>
                  <a:lnTo>
                    <a:pt x="118668" y="456920"/>
                  </a:lnTo>
                  <a:lnTo>
                    <a:pt x="119646" y="455993"/>
                  </a:lnTo>
                  <a:lnTo>
                    <a:pt x="120154" y="454787"/>
                  </a:lnTo>
                  <a:lnTo>
                    <a:pt x="120154" y="453301"/>
                  </a:lnTo>
                  <a:lnTo>
                    <a:pt x="120154" y="451993"/>
                  </a:lnTo>
                  <a:close/>
                </a:path>
                <a:path w="742314" h="2173604">
                  <a:moveTo>
                    <a:pt x="123850" y="186829"/>
                  </a:moveTo>
                  <a:lnTo>
                    <a:pt x="123431" y="185864"/>
                  </a:lnTo>
                  <a:lnTo>
                    <a:pt x="122682" y="185140"/>
                  </a:lnTo>
                  <a:lnTo>
                    <a:pt x="121234" y="183654"/>
                  </a:lnTo>
                  <a:lnTo>
                    <a:pt x="118605" y="183654"/>
                  </a:lnTo>
                  <a:lnTo>
                    <a:pt x="116357" y="185864"/>
                  </a:lnTo>
                  <a:lnTo>
                    <a:pt x="115951" y="186829"/>
                  </a:lnTo>
                  <a:lnTo>
                    <a:pt x="115951" y="189039"/>
                  </a:lnTo>
                  <a:lnTo>
                    <a:pt x="116357" y="190004"/>
                  </a:lnTo>
                  <a:lnTo>
                    <a:pt x="117094" y="190728"/>
                  </a:lnTo>
                  <a:lnTo>
                    <a:pt x="117843" y="191452"/>
                  </a:lnTo>
                  <a:lnTo>
                    <a:pt x="118884" y="191858"/>
                  </a:lnTo>
                  <a:lnTo>
                    <a:pt x="120992" y="191858"/>
                  </a:lnTo>
                  <a:lnTo>
                    <a:pt x="121958" y="191452"/>
                  </a:lnTo>
                  <a:lnTo>
                    <a:pt x="122682" y="190728"/>
                  </a:lnTo>
                  <a:lnTo>
                    <a:pt x="123431" y="190004"/>
                  </a:lnTo>
                  <a:lnTo>
                    <a:pt x="123850" y="189039"/>
                  </a:lnTo>
                  <a:lnTo>
                    <a:pt x="123850" y="186829"/>
                  </a:lnTo>
                  <a:close/>
                </a:path>
                <a:path w="742314" h="2173604">
                  <a:moveTo>
                    <a:pt x="142862" y="535190"/>
                  </a:moveTo>
                  <a:lnTo>
                    <a:pt x="142240" y="533844"/>
                  </a:lnTo>
                  <a:lnTo>
                    <a:pt x="141173" y="532777"/>
                  </a:lnTo>
                  <a:lnTo>
                    <a:pt x="139039" y="530631"/>
                  </a:lnTo>
                  <a:lnTo>
                    <a:pt x="135242" y="530631"/>
                  </a:lnTo>
                  <a:lnTo>
                    <a:pt x="133057" y="532777"/>
                  </a:lnTo>
                  <a:lnTo>
                    <a:pt x="132029" y="533844"/>
                  </a:lnTo>
                  <a:lnTo>
                    <a:pt x="131406" y="535190"/>
                  </a:lnTo>
                  <a:lnTo>
                    <a:pt x="131406" y="538403"/>
                  </a:lnTo>
                  <a:lnTo>
                    <a:pt x="132029" y="539775"/>
                  </a:lnTo>
                  <a:lnTo>
                    <a:pt x="134162" y="541921"/>
                  </a:lnTo>
                  <a:lnTo>
                    <a:pt x="135686" y="542505"/>
                  </a:lnTo>
                  <a:lnTo>
                    <a:pt x="138722" y="542505"/>
                  </a:lnTo>
                  <a:lnTo>
                    <a:pt x="140106" y="541921"/>
                  </a:lnTo>
                  <a:lnTo>
                    <a:pt x="141173" y="540816"/>
                  </a:lnTo>
                  <a:lnTo>
                    <a:pt x="142240" y="539775"/>
                  </a:lnTo>
                  <a:lnTo>
                    <a:pt x="142862" y="538403"/>
                  </a:lnTo>
                  <a:lnTo>
                    <a:pt x="142862" y="535190"/>
                  </a:lnTo>
                  <a:close/>
                </a:path>
                <a:path w="742314" h="2173604">
                  <a:moveTo>
                    <a:pt x="205384" y="145567"/>
                  </a:moveTo>
                  <a:lnTo>
                    <a:pt x="204762" y="144195"/>
                  </a:lnTo>
                  <a:lnTo>
                    <a:pt x="203695" y="143090"/>
                  </a:lnTo>
                  <a:lnTo>
                    <a:pt x="201523" y="140919"/>
                  </a:lnTo>
                  <a:lnTo>
                    <a:pt x="197688" y="140919"/>
                  </a:lnTo>
                  <a:lnTo>
                    <a:pt x="194449" y="144157"/>
                  </a:lnTo>
                  <a:lnTo>
                    <a:pt x="193827" y="145567"/>
                  </a:lnTo>
                  <a:lnTo>
                    <a:pt x="193827" y="148818"/>
                  </a:lnTo>
                  <a:lnTo>
                    <a:pt x="194449" y="150190"/>
                  </a:lnTo>
                  <a:lnTo>
                    <a:pt x="195516" y="151257"/>
                  </a:lnTo>
                  <a:lnTo>
                    <a:pt x="196583" y="152361"/>
                  </a:lnTo>
                  <a:lnTo>
                    <a:pt x="198145" y="152958"/>
                  </a:lnTo>
                  <a:lnTo>
                    <a:pt x="199694" y="152958"/>
                  </a:lnTo>
                  <a:lnTo>
                    <a:pt x="201218" y="152958"/>
                  </a:lnTo>
                  <a:lnTo>
                    <a:pt x="202590" y="152336"/>
                  </a:lnTo>
                  <a:lnTo>
                    <a:pt x="203695" y="151257"/>
                  </a:lnTo>
                  <a:lnTo>
                    <a:pt x="204762" y="150190"/>
                  </a:lnTo>
                  <a:lnTo>
                    <a:pt x="205384" y="148818"/>
                  </a:lnTo>
                  <a:lnTo>
                    <a:pt x="205384" y="145567"/>
                  </a:lnTo>
                  <a:close/>
                </a:path>
                <a:path w="742314" h="2173604">
                  <a:moveTo>
                    <a:pt x="210667" y="589661"/>
                  </a:moveTo>
                  <a:lnTo>
                    <a:pt x="210007" y="588238"/>
                  </a:lnTo>
                  <a:lnTo>
                    <a:pt x="208902" y="587133"/>
                  </a:lnTo>
                  <a:lnTo>
                    <a:pt x="206705" y="584898"/>
                  </a:lnTo>
                  <a:lnTo>
                    <a:pt x="202730" y="584898"/>
                  </a:lnTo>
                  <a:lnTo>
                    <a:pt x="199390" y="588238"/>
                  </a:lnTo>
                  <a:lnTo>
                    <a:pt x="198767" y="589661"/>
                  </a:lnTo>
                  <a:lnTo>
                    <a:pt x="198767" y="593001"/>
                  </a:lnTo>
                  <a:lnTo>
                    <a:pt x="199390" y="594448"/>
                  </a:lnTo>
                  <a:lnTo>
                    <a:pt x="200494" y="595528"/>
                  </a:lnTo>
                  <a:lnTo>
                    <a:pt x="201587" y="596658"/>
                  </a:lnTo>
                  <a:lnTo>
                    <a:pt x="203174" y="597281"/>
                  </a:lnTo>
                  <a:lnTo>
                    <a:pt x="206349" y="597281"/>
                  </a:lnTo>
                  <a:lnTo>
                    <a:pt x="207810" y="596658"/>
                  </a:lnTo>
                  <a:lnTo>
                    <a:pt x="208902" y="595528"/>
                  </a:lnTo>
                  <a:lnTo>
                    <a:pt x="210007" y="594448"/>
                  </a:lnTo>
                  <a:lnTo>
                    <a:pt x="210667" y="593001"/>
                  </a:lnTo>
                  <a:lnTo>
                    <a:pt x="210667" y="589661"/>
                  </a:lnTo>
                  <a:close/>
                </a:path>
                <a:path w="742314" h="2173604">
                  <a:moveTo>
                    <a:pt x="261696" y="79133"/>
                  </a:moveTo>
                  <a:lnTo>
                    <a:pt x="261188" y="77990"/>
                  </a:lnTo>
                  <a:lnTo>
                    <a:pt x="260286" y="77101"/>
                  </a:lnTo>
                  <a:lnTo>
                    <a:pt x="258533" y="75336"/>
                  </a:lnTo>
                  <a:lnTo>
                    <a:pt x="255358" y="75336"/>
                  </a:lnTo>
                  <a:lnTo>
                    <a:pt x="252691" y="77990"/>
                  </a:lnTo>
                  <a:lnTo>
                    <a:pt x="252209" y="79133"/>
                  </a:lnTo>
                  <a:lnTo>
                    <a:pt x="252209" y="81788"/>
                  </a:lnTo>
                  <a:lnTo>
                    <a:pt x="252691" y="82931"/>
                  </a:lnTo>
                  <a:lnTo>
                    <a:pt x="253593" y="83794"/>
                  </a:lnTo>
                  <a:lnTo>
                    <a:pt x="254495" y="84721"/>
                  </a:lnTo>
                  <a:lnTo>
                    <a:pt x="255727" y="85204"/>
                  </a:lnTo>
                  <a:lnTo>
                    <a:pt x="258279" y="85204"/>
                  </a:lnTo>
                  <a:lnTo>
                    <a:pt x="259422" y="84721"/>
                  </a:lnTo>
                  <a:lnTo>
                    <a:pt x="260286" y="83794"/>
                  </a:lnTo>
                  <a:lnTo>
                    <a:pt x="261188" y="82931"/>
                  </a:lnTo>
                  <a:lnTo>
                    <a:pt x="261696" y="81788"/>
                  </a:lnTo>
                  <a:lnTo>
                    <a:pt x="261696" y="79133"/>
                  </a:lnTo>
                  <a:close/>
                </a:path>
                <a:path w="742314" h="2173604">
                  <a:moveTo>
                    <a:pt x="278053" y="645541"/>
                  </a:moveTo>
                  <a:lnTo>
                    <a:pt x="277228" y="643648"/>
                  </a:lnTo>
                  <a:lnTo>
                    <a:pt x="275742" y="642162"/>
                  </a:lnTo>
                  <a:lnTo>
                    <a:pt x="272783" y="639152"/>
                  </a:lnTo>
                  <a:lnTo>
                    <a:pt x="267462" y="639152"/>
                  </a:lnTo>
                  <a:lnTo>
                    <a:pt x="263042" y="643648"/>
                  </a:lnTo>
                  <a:lnTo>
                    <a:pt x="262191" y="645541"/>
                  </a:lnTo>
                  <a:lnTo>
                    <a:pt x="262191" y="649986"/>
                  </a:lnTo>
                  <a:lnTo>
                    <a:pt x="263042" y="651891"/>
                  </a:lnTo>
                  <a:lnTo>
                    <a:pt x="265976" y="654850"/>
                  </a:lnTo>
                  <a:lnTo>
                    <a:pt x="268122" y="655675"/>
                  </a:lnTo>
                  <a:lnTo>
                    <a:pt x="272364" y="655675"/>
                  </a:lnTo>
                  <a:lnTo>
                    <a:pt x="274256" y="654850"/>
                  </a:lnTo>
                  <a:lnTo>
                    <a:pt x="277228" y="651891"/>
                  </a:lnTo>
                  <a:lnTo>
                    <a:pt x="278053" y="649986"/>
                  </a:lnTo>
                  <a:lnTo>
                    <a:pt x="278053" y="645541"/>
                  </a:lnTo>
                  <a:close/>
                </a:path>
                <a:path w="742314" h="2173604">
                  <a:moveTo>
                    <a:pt x="348005" y="723049"/>
                  </a:moveTo>
                  <a:lnTo>
                    <a:pt x="347484" y="721842"/>
                  </a:lnTo>
                  <a:lnTo>
                    <a:pt x="346557" y="720915"/>
                  </a:lnTo>
                  <a:lnTo>
                    <a:pt x="344690" y="719086"/>
                  </a:lnTo>
                  <a:lnTo>
                    <a:pt x="341376" y="719086"/>
                  </a:lnTo>
                  <a:lnTo>
                    <a:pt x="339509" y="720915"/>
                  </a:lnTo>
                  <a:lnTo>
                    <a:pt x="338620" y="721842"/>
                  </a:lnTo>
                  <a:lnTo>
                    <a:pt x="338061" y="723049"/>
                  </a:lnTo>
                  <a:lnTo>
                    <a:pt x="338061" y="725843"/>
                  </a:lnTo>
                  <a:lnTo>
                    <a:pt x="338620" y="727011"/>
                  </a:lnTo>
                  <a:lnTo>
                    <a:pt x="339509" y="727951"/>
                  </a:lnTo>
                  <a:lnTo>
                    <a:pt x="340474" y="728878"/>
                  </a:lnTo>
                  <a:lnTo>
                    <a:pt x="341795" y="729399"/>
                  </a:lnTo>
                  <a:lnTo>
                    <a:pt x="344411" y="729399"/>
                  </a:lnTo>
                  <a:lnTo>
                    <a:pt x="345617" y="728878"/>
                  </a:lnTo>
                  <a:lnTo>
                    <a:pt x="347484" y="727011"/>
                  </a:lnTo>
                  <a:lnTo>
                    <a:pt x="348005" y="725843"/>
                  </a:lnTo>
                  <a:lnTo>
                    <a:pt x="348005" y="723049"/>
                  </a:lnTo>
                  <a:close/>
                </a:path>
                <a:path w="742314" h="2173604">
                  <a:moveTo>
                    <a:pt x="360324" y="80619"/>
                  </a:moveTo>
                  <a:lnTo>
                    <a:pt x="359867" y="79616"/>
                  </a:lnTo>
                  <a:lnTo>
                    <a:pt x="359117" y="78854"/>
                  </a:lnTo>
                  <a:lnTo>
                    <a:pt x="357555" y="77343"/>
                  </a:lnTo>
                  <a:lnTo>
                    <a:pt x="354838" y="77343"/>
                  </a:lnTo>
                  <a:lnTo>
                    <a:pt x="353275" y="78854"/>
                  </a:lnTo>
                  <a:lnTo>
                    <a:pt x="352526" y="79654"/>
                  </a:lnTo>
                  <a:lnTo>
                    <a:pt x="352069" y="80619"/>
                  </a:lnTo>
                  <a:lnTo>
                    <a:pt x="352069" y="82931"/>
                  </a:lnTo>
                  <a:lnTo>
                    <a:pt x="352526" y="83934"/>
                  </a:lnTo>
                  <a:lnTo>
                    <a:pt x="354076" y="85483"/>
                  </a:lnTo>
                  <a:lnTo>
                    <a:pt x="355142" y="85890"/>
                  </a:lnTo>
                  <a:lnTo>
                    <a:pt x="357352" y="85890"/>
                  </a:lnTo>
                  <a:lnTo>
                    <a:pt x="358355" y="85445"/>
                  </a:lnTo>
                  <a:lnTo>
                    <a:pt x="359867" y="83934"/>
                  </a:lnTo>
                  <a:lnTo>
                    <a:pt x="360324" y="82931"/>
                  </a:lnTo>
                  <a:lnTo>
                    <a:pt x="360324" y="80619"/>
                  </a:lnTo>
                  <a:close/>
                </a:path>
                <a:path w="742314" h="2173604">
                  <a:moveTo>
                    <a:pt x="435305" y="729462"/>
                  </a:moveTo>
                  <a:lnTo>
                    <a:pt x="434644" y="728014"/>
                  </a:lnTo>
                  <a:lnTo>
                    <a:pt x="433501" y="726884"/>
                  </a:lnTo>
                  <a:lnTo>
                    <a:pt x="431266" y="724598"/>
                  </a:lnTo>
                  <a:lnTo>
                    <a:pt x="427189" y="724598"/>
                  </a:lnTo>
                  <a:lnTo>
                    <a:pt x="424916" y="726884"/>
                  </a:lnTo>
                  <a:lnTo>
                    <a:pt x="423811" y="728014"/>
                  </a:lnTo>
                  <a:lnTo>
                    <a:pt x="423151" y="729462"/>
                  </a:lnTo>
                  <a:lnTo>
                    <a:pt x="423151" y="732878"/>
                  </a:lnTo>
                  <a:lnTo>
                    <a:pt x="423811" y="734326"/>
                  </a:lnTo>
                  <a:lnTo>
                    <a:pt x="426059" y="736600"/>
                  </a:lnTo>
                  <a:lnTo>
                    <a:pt x="427672" y="737222"/>
                  </a:lnTo>
                  <a:lnTo>
                    <a:pt x="430923" y="737222"/>
                  </a:lnTo>
                  <a:lnTo>
                    <a:pt x="432371" y="736600"/>
                  </a:lnTo>
                  <a:lnTo>
                    <a:pt x="433501" y="735431"/>
                  </a:lnTo>
                  <a:lnTo>
                    <a:pt x="434644" y="734326"/>
                  </a:lnTo>
                  <a:lnTo>
                    <a:pt x="435305" y="732878"/>
                  </a:lnTo>
                  <a:lnTo>
                    <a:pt x="435305" y="729462"/>
                  </a:lnTo>
                  <a:close/>
                </a:path>
                <a:path w="742314" h="2173604">
                  <a:moveTo>
                    <a:pt x="452691" y="6527"/>
                  </a:moveTo>
                  <a:lnTo>
                    <a:pt x="451827" y="4584"/>
                  </a:lnTo>
                  <a:lnTo>
                    <a:pt x="450316" y="3073"/>
                  </a:lnTo>
                  <a:lnTo>
                    <a:pt x="447281" y="0"/>
                  </a:lnTo>
                  <a:lnTo>
                    <a:pt x="441858" y="0"/>
                  </a:lnTo>
                  <a:lnTo>
                    <a:pt x="437299" y="4584"/>
                  </a:lnTo>
                  <a:lnTo>
                    <a:pt x="436410" y="6527"/>
                  </a:lnTo>
                  <a:lnTo>
                    <a:pt x="436410" y="11112"/>
                  </a:lnTo>
                  <a:lnTo>
                    <a:pt x="437299" y="13042"/>
                  </a:lnTo>
                  <a:lnTo>
                    <a:pt x="440309" y="16116"/>
                  </a:lnTo>
                  <a:lnTo>
                    <a:pt x="442480" y="16941"/>
                  </a:lnTo>
                  <a:lnTo>
                    <a:pt x="446824" y="16941"/>
                  </a:lnTo>
                  <a:lnTo>
                    <a:pt x="448792" y="16078"/>
                  </a:lnTo>
                  <a:lnTo>
                    <a:pt x="451827" y="13042"/>
                  </a:lnTo>
                  <a:lnTo>
                    <a:pt x="452691" y="11112"/>
                  </a:lnTo>
                  <a:lnTo>
                    <a:pt x="452691" y="6527"/>
                  </a:lnTo>
                  <a:close/>
                </a:path>
                <a:path w="742314" h="2173604">
                  <a:moveTo>
                    <a:pt x="514629" y="65887"/>
                  </a:moveTo>
                  <a:lnTo>
                    <a:pt x="513969" y="64477"/>
                  </a:lnTo>
                  <a:lnTo>
                    <a:pt x="512838" y="63334"/>
                  </a:lnTo>
                  <a:lnTo>
                    <a:pt x="510628" y="61099"/>
                  </a:lnTo>
                  <a:lnTo>
                    <a:pt x="506628" y="61099"/>
                  </a:lnTo>
                  <a:lnTo>
                    <a:pt x="504380" y="63334"/>
                  </a:lnTo>
                  <a:lnTo>
                    <a:pt x="503275" y="64477"/>
                  </a:lnTo>
                  <a:lnTo>
                    <a:pt x="502653" y="65887"/>
                  </a:lnTo>
                  <a:lnTo>
                    <a:pt x="502653" y="69265"/>
                  </a:lnTo>
                  <a:lnTo>
                    <a:pt x="503275" y="70688"/>
                  </a:lnTo>
                  <a:lnTo>
                    <a:pt x="505523" y="72923"/>
                  </a:lnTo>
                  <a:lnTo>
                    <a:pt x="507111" y="73545"/>
                  </a:lnTo>
                  <a:lnTo>
                    <a:pt x="510286" y="73545"/>
                  </a:lnTo>
                  <a:lnTo>
                    <a:pt x="511733" y="72923"/>
                  </a:lnTo>
                  <a:lnTo>
                    <a:pt x="512838" y="71793"/>
                  </a:lnTo>
                  <a:lnTo>
                    <a:pt x="513969" y="70688"/>
                  </a:lnTo>
                  <a:lnTo>
                    <a:pt x="514629" y="69265"/>
                  </a:lnTo>
                  <a:lnTo>
                    <a:pt x="514629" y="65887"/>
                  </a:lnTo>
                  <a:close/>
                </a:path>
                <a:path w="742314" h="2173604">
                  <a:moveTo>
                    <a:pt x="523494" y="728497"/>
                  </a:moveTo>
                  <a:lnTo>
                    <a:pt x="522846" y="727087"/>
                  </a:lnTo>
                  <a:lnTo>
                    <a:pt x="519531" y="723734"/>
                  </a:lnTo>
                  <a:lnTo>
                    <a:pt x="515556" y="723734"/>
                  </a:lnTo>
                  <a:lnTo>
                    <a:pt x="512254" y="727087"/>
                  </a:lnTo>
                  <a:lnTo>
                    <a:pt x="511632" y="728497"/>
                  </a:lnTo>
                  <a:lnTo>
                    <a:pt x="511632" y="731850"/>
                  </a:lnTo>
                  <a:lnTo>
                    <a:pt x="512254" y="733259"/>
                  </a:lnTo>
                  <a:lnTo>
                    <a:pt x="513359" y="734364"/>
                  </a:lnTo>
                  <a:lnTo>
                    <a:pt x="514464" y="735469"/>
                  </a:lnTo>
                  <a:lnTo>
                    <a:pt x="516051" y="736092"/>
                  </a:lnTo>
                  <a:lnTo>
                    <a:pt x="519214" y="736092"/>
                  </a:lnTo>
                  <a:lnTo>
                    <a:pt x="520636" y="735469"/>
                  </a:lnTo>
                  <a:lnTo>
                    <a:pt x="522846" y="733259"/>
                  </a:lnTo>
                  <a:lnTo>
                    <a:pt x="523494" y="731850"/>
                  </a:lnTo>
                  <a:lnTo>
                    <a:pt x="523494" y="728497"/>
                  </a:lnTo>
                  <a:close/>
                </a:path>
                <a:path w="742314" h="2173604">
                  <a:moveTo>
                    <a:pt x="597001" y="674141"/>
                  </a:moveTo>
                  <a:lnTo>
                    <a:pt x="596163" y="672274"/>
                  </a:lnTo>
                  <a:lnTo>
                    <a:pt x="591781" y="667893"/>
                  </a:lnTo>
                  <a:lnTo>
                    <a:pt x="586574" y="667893"/>
                  </a:lnTo>
                  <a:lnTo>
                    <a:pt x="583641" y="670788"/>
                  </a:lnTo>
                  <a:lnTo>
                    <a:pt x="582193" y="672274"/>
                  </a:lnTo>
                  <a:lnTo>
                    <a:pt x="581367" y="674141"/>
                  </a:lnTo>
                  <a:lnTo>
                    <a:pt x="581367" y="678548"/>
                  </a:lnTo>
                  <a:lnTo>
                    <a:pt x="582193" y="680415"/>
                  </a:lnTo>
                  <a:lnTo>
                    <a:pt x="583641" y="681863"/>
                  </a:lnTo>
                  <a:lnTo>
                    <a:pt x="585089" y="683348"/>
                  </a:lnTo>
                  <a:lnTo>
                    <a:pt x="587197" y="684174"/>
                  </a:lnTo>
                  <a:lnTo>
                    <a:pt x="591375" y="684174"/>
                  </a:lnTo>
                  <a:lnTo>
                    <a:pt x="593229" y="683348"/>
                  </a:lnTo>
                  <a:lnTo>
                    <a:pt x="594690" y="681863"/>
                  </a:lnTo>
                  <a:lnTo>
                    <a:pt x="596163" y="680415"/>
                  </a:lnTo>
                  <a:lnTo>
                    <a:pt x="597001" y="678548"/>
                  </a:lnTo>
                  <a:lnTo>
                    <a:pt x="597001" y="674141"/>
                  </a:lnTo>
                  <a:close/>
                </a:path>
                <a:path w="742314" h="2173604">
                  <a:moveTo>
                    <a:pt x="632193" y="2139099"/>
                  </a:moveTo>
                  <a:lnTo>
                    <a:pt x="614210" y="2085213"/>
                  </a:lnTo>
                  <a:lnTo>
                    <a:pt x="602068" y="2035378"/>
                  </a:lnTo>
                  <a:lnTo>
                    <a:pt x="592620" y="1984857"/>
                  </a:lnTo>
                  <a:lnTo>
                    <a:pt x="584631" y="1933981"/>
                  </a:lnTo>
                  <a:lnTo>
                    <a:pt x="576884" y="1883105"/>
                  </a:lnTo>
                  <a:lnTo>
                    <a:pt x="570141" y="1833041"/>
                  </a:lnTo>
                  <a:lnTo>
                    <a:pt x="562533" y="1778114"/>
                  </a:lnTo>
                  <a:lnTo>
                    <a:pt x="551027" y="1722932"/>
                  </a:lnTo>
                  <a:lnTo>
                    <a:pt x="532574" y="1672158"/>
                  </a:lnTo>
                  <a:lnTo>
                    <a:pt x="504139" y="1630400"/>
                  </a:lnTo>
                  <a:lnTo>
                    <a:pt x="468337" y="1610410"/>
                  </a:lnTo>
                  <a:lnTo>
                    <a:pt x="427609" y="1603146"/>
                  </a:lnTo>
                  <a:lnTo>
                    <a:pt x="385394" y="1600009"/>
                  </a:lnTo>
                  <a:lnTo>
                    <a:pt x="343179" y="1598383"/>
                  </a:lnTo>
                  <a:lnTo>
                    <a:pt x="258635" y="1596910"/>
                  </a:lnTo>
                  <a:lnTo>
                    <a:pt x="223761" y="1596783"/>
                  </a:lnTo>
                  <a:lnTo>
                    <a:pt x="188861" y="1597952"/>
                  </a:lnTo>
                  <a:lnTo>
                    <a:pt x="154038" y="1600593"/>
                  </a:lnTo>
                  <a:lnTo>
                    <a:pt x="84493" y="1609140"/>
                  </a:lnTo>
                  <a:lnTo>
                    <a:pt x="65201" y="1612493"/>
                  </a:lnTo>
                  <a:lnTo>
                    <a:pt x="46837" y="1617916"/>
                  </a:lnTo>
                  <a:lnTo>
                    <a:pt x="58839" y="1590014"/>
                  </a:lnTo>
                  <a:lnTo>
                    <a:pt x="70637" y="1561909"/>
                  </a:lnTo>
                  <a:lnTo>
                    <a:pt x="82931" y="1534058"/>
                  </a:lnTo>
                  <a:lnTo>
                    <a:pt x="96456" y="1506905"/>
                  </a:lnTo>
                  <a:lnTo>
                    <a:pt x="119519" y="1468043"/>
                  </a:lnTo>
                  <a:lnTo>
                    <a:pt x="129552" y="1446758"/>
                  </a:lnTo>
                  <a:lnTo>
                    <a:pt x="133997" y="1426057"/>
                  </a:lnTo>
                  <a:lnTo>
                    <a:pt x="134162" y="1419529"/>
                  </a:lnTo>
                  <a:lnTo>
                    <a:pt x="126339" y="1414843"/>
                  </a:lnTo>
                  <a:lnTo>
                    <a:pt x="120751" y="1418424"/>
                  </a:lnTo>
                  <a:lnTo>
                    <a:pt x="101981" y="1436687"/>
                  </a:lnTo>
                  <a:lnTo>
                    <a:pt x="86220" y="1461668"/>
                  </a:lnTo>
                  <a:lnTo>
                    <a:pt x="60807" y="1512112"/>
                  </a:lnTo>
                  <a:lnTo>
                    <a:pt x="41643" y="1545958"/>
                  </a:lnTo>
                  <a:lnTo>
                    <a:pt x="23533" y="1581899"/>
                  </a:lnTo>
                  <a:lnTo>
                    <a:pt x="11023" y="1619338"/>
                  </a:lnTo>
                  <a:lnTo>
                    <a:pt x="8597" y="1657692"/>
                  </a:lnTo>
                  <a:lnTo>
                    <a:pt x="0" y="1704962"/>
                  </a:lnTo>
                  <a:lnTo>
                    <a:pt x="6223" y="1755711"/>
                  </a:lnTo>
                  <a:lnTo>
                    <a:pt x="20726" y="1805533"/>
                  </a:lnTo>
                  <a:lnTo>
                    <a:pt x="36931" y="1849996"/>
                  </a:lnTo>
                  <a:lnTo>
                    <a:pt x="53060" y="1896516"/>
                  </a:lnTo>
                  <a:lnTo>
                    <a:pt x="83769" y="1991829"/>
                  </a:lnTo>
                  <a:lnTo>
                    <a:pt x="100444" y="2039073"/>
                  </a:lnTo>
                  <a:lnTo>
                    <a:pt x="119418" y="2084997"/>
                  </a:lnTo>
                  <a:lnTo>
                    <a:pt x="141719" y="2128850"/>
                  </a:lnTo>
                  <a:lnTo>
                    <a:pt x="180289" y="2158555"/>
                  </a:lnTo>
                  <a:lnTo>
                    <a:pt x="204419" y="2161349"/>
                  </a:lnTo>
                  <a:lnTo>
                    <a:pt x="234378" y="2165400"/>
                  </a:lnTo>
                  <a:lnTo>
                    <a:pt x="264401" y="2169147"/>
                  </a:lnTo>
                  <a:lnTo>
                    <a:pt x="294513" y="2171954"/>
                  </a:lnTo>
                  <a:lnTo>
                    <a:pt x="324713" y="2173173"/>
                  </a:lnTo>
                  <a:lnTo>
                    <a:pt x="366547" y="2172601"/>
                  </a:lnTo>
                  <a:lnTo>
                    <a:pt x="408292" y="2170671"/>
                  </a:lnTo>
                  <a:lnTo>
                    <a:pt x="450011" y="2167979"/>
                  </a:lnTo>
                  <a:lnTo>
                    <a:pt x="491756" y="2165108"/>
                  </a:lnTo>
                  <a:lnTo>
                    <a:pt x="525538" y="2163140"/>
                  </a:lnTo>
                  <a:lnTo>
                    <a:pt x="558977" y="2160435"/>
                  </a:lnTo>
                  <a:lnTo>
                    <a:pt x="591883" y="2155012"/>
                  </a:lnTo>
                  <a:lnTo>
                    <a:pt x="624560" y="2144649"/>
                  </a:lnTo>
                  <a:lnTo>
                    <a:pt x="625297" y="2144026"/>
                  </a:lnTo>
                  <a:lnTo>
                    <a:pt x="629259" y="2142718"/>
                  </a:lnTo>
                  <a:lnTo>
                    <a:pt x="632193" y="2139099"/>
                  </a:lnTo>
                  <a:close/>
                </a:path>
                <a:path w="742314" h="2173604">
                  <a:moveTo>
                    <a:pt x="659828" y="628332"/>
                  </a:moveTo>
                  <a:lnTo>
                    <a:pt x="659066" y="626630"/>
                  </a:lnTo>
                  <a:lnTo>
                    <a:pt x="657758" y="625297"/>
                  </a:lnTo>
                  <a:lnTo>
                    <a:pt x="655142" y="622668"/>
                  </a:lnTo>
                  <a:lnTo>
                    <a:pt x="650417" y="622668"/>
                  </a:lnTo>
                  <a:lnTo>
                    <a:pt x="647750" y="625297"/>
                  </a:lnTo>
                  <a:lnTo>
                    <a:pt x="646442" y="626630"/>
                  </a:lnTo>
                  <a:lnTo>
                    <a:pt x="645680" y="628332"/>
                  </a:lnTo>
                  <a:lnTo>
                    <a:pt x="645680" y="632294"/>
                  </a:lnTo>
                  <a:lnTo>
                    <a:pt x="646442" y="633984"/>
                  </a:lnTo>
                  <a:lnTo>
                    <a:pt x="649071" y="636638"/>
                  </a:lnTo>
                  <a:lnTo>
                    <a:pt x="650963" y="637400"/>
                  </a:lnTo>
                  <a:lnTo>
                    <a:pt x="654761" y="637400"/>
                  </a:lnTo>
                  <a:lnTo>
                    <a:pt x="656450" y="636638"/>
                  </a:lnTo>
                  <a:lnTo>
                    <a:pt x="659066" y="633984"/>
                  </a:lnTo>
                  <a:lnTo>
                    <a:pt x="659828" y="632294"/>
                  </a:lnTo>
                  <a:lnTo>
                    <a:pt x="659828" y="628332"/>
                  </a:lnTo>
                  <a:close/>
                </a:path>
                <a:path w="742314" h="2173604">
                  <a:moveTo>
                    <a:pt x="688822" y="407428"/>
                  </a:moveTo>
                  <a:lnTo>
                    <a:pt x="686396" y="360438"/>
                  </a:lnTo>
                  <a:lnTo>
                    <a:pt x="678243" y="315988"/>
                  </a:lnTo>
                  <a:lnTo>
                    <a:pt x="664692" y="271538"/>
                  </a:lnTo>
                  <a:lnTo>
                    <a:pt x="660577" y="262394"/>
                  </a:lnTo>
                  <a:lnTo>
                    <a:pt x="660577" y="366788"/>
                  </a:lnTo>
                  <a:lnTo>
                    <a:pt x="660095" y="376948"/>
                  </a:lnTo>
                  <a:lnTo>
                    <a:pt x="659968" y="379488"/>
                  </a:lnTo>
                  <a:lnTo>
                    <a:pt x="658342" y="392188"/>
                  </a:lnTo>
                  <a:lnTo>
                    <a:pt x="657758" y="393128"/>
                  </a:lnTo>
                  <a:lnTo>
                    <a:pt x="657758" y="463308"/>
                  </a:lnTo>
                  <a:lnTo>
                    <a:pt x="644867" y="498868"/>
                  </a:lnTo>
                  <a:lnTo>
                    <a:pt x="638098" y="497598"/>
                  </a:lnTo>
                  <a:lnTo>
                    <a:pt x="632853" y="493788"/>
                  </a:lnTo>
                  <a:lnTo>
                    <a:pt x="631990" y="486168"/>
                  </a:lnTo>
                  <a:lnTo>
                    <a:pt x="634060" y="478548"/>
                  </a:lnTo>
                  <a:lnTo>
                    <a:pt x="635647" y="470928"/>
                  </a:lnTo>
                  <a:lnTo>
                    <a:pt x="635533" y="463308"/>
                  </a:lnTo>
                  <a:lnTo>
                    <a:pt x="639013" y="455688"/>
                  </a:lnTo>
                  <a:lnTo>
                    <a:pt x="646823" y="453148"/>
                  </a:lnTo>
                  <a:lnTo>
                    <a:pt x="654545" y="455688"/>
                  </a:lnTo>
                  <a:lnTo>
                    <a:pt x="657758" y="463308"/>
                  </a:lnTo>
                  <a:lnTo>
                    <a:pt x="657758" y="393128"/>
                  </a:lnTo>
                  <a:lnTo>
                    <a:pt x="654342" y="398538"/>
                  </a:lnTo>
                  <a:lnTo>
                    <a:pt x="647255" y="401078"/>
                  </a:lnTo>
                  <a:lnTo>
                    <a:pt x="640689" y="399808"/>
                  </a:lnTo>
                  <a:lnTo>
                    <a:pt x="638302" y="392188"/>
                  </a:lnTo>
                  <a:lnTo>
                    <a:pt x="638848" y="385838"/>
                  </a:lnTo>
                  <a:lnTo>
                    <a:pt x="639343" y="379488"/>
                  </a:lnTo>
                  <a:lnTo>
                    <a:pt x="639470" y="362978"/>
                  </a:lnTo>
                  <a:lnTo>
                    <a:pt x="637578" y="355358"/>
                  </a:lnTo>
                  <a:lnTo>
                    <a:pt x="639305" y="342658"/>
                  </a:lnTo>
                  <a:lnTo>
                    <a:pt x="647166" y="336308"/>
                  </a:lnTo>
                  <a:lnTo>
                    <a:pt x="652411" y="342658"/>
                  </a:lnTo>
                  <a:lnTo>
                    <a:pt x="658596" y="354088"/>
                  </a:lnTo>
                  <a:lnTo>
                    <a:pt x="660577" y="366788"/>
                  </a:lnTo>
                  <a:lnTo>
                    <a:pt x="660577" y="262394"/>
                  </a:lnTo>
                  <a:lnTo>
                    <a:pt x="645845" y="229628"/>
                  </a:lnTo>
                  <a:lnTo>
                    <a:pt x="643928" y="226491"/>
                  </a:lnTo>
                  <a:lnTo>
                    <a:pt x="643928" y="302018"/>
                  </a:lnTo>
                  <a:lnTo>
                    <a:pt x="641845" y="308368"/>
                  </a:lnTo>
                  <a:lnTo>
                    <a:pt x="636092" y="310908"/>
                  </a:lnTo>
                  <a:lnTo>
                    <a:pt x="629869" y="309638"/>
                  </a:lnTo>
                  <a:lnTo>
                    <a:pt x="626325" y="304558"/>
                  </a:lnTo>
                  <a:lnTo>
                    <a:pt x="625081" y="295668"/>
                  </a:lnTo>
                  <a:lnTo>
                    <a:pt x="623087" y="291084"/>
                  </a:lnTo>
                  <a:lnTo>
                    <a:pt x="623087" y="543318"/>
                  </a:lnTo>
                  <a:lnTo>
                    <a:pt x="620699" y="550938"/>
                  </a:lnTo>
                  <a:lnTo>
                    <a:pt x="592594" y="583958"/>
                  </a:lnTo>
                  <a:lnTo>
                    <a:pt x="585241" y="586498"/>
                  </a:lnTo>
                  <a:lnTo>
                    <a:pt x="577875" y="586498"/>
                  </a:lnTo>
                  <a:lnTo>
                    <a:pt x="574636" y="585228"/>
                  </a:lnTo>
                  <a:lnTo>
                    <a:pt x="572122" y="582688"/>
                  </a:lnTo>
                  <a:lnTo>
                    <a:pt x="572185" y="578878"/>
                  </a:lnTo>
                  <a:lnTo>
                    <a:pt x="575360" y="568718"/>
                  </a:lnTo>
                  <a:lnTo>
                    <a:pt x="582358" y="561098"/>
                  </a:lnTo>
                  <a:lnTo>
                    <a:pt x="590169" y="552208"/>
                  </a:lnTo>
                  <a:lnTo>
                    <a:pt x="595858" y="543318"/>
                  </a:lnTo>
                  <a:lnTo>
                    <a:pt x="598233" y="536968"/>
                  </a:lnTo>
                  <a:lnTo>
                    <a:pt x="604558" y="533158"/>
                  </a:lnTo>
                  <a:lnTo>
                    <a:pt x="611695" y="534428"/>
                  </a:lnTo>
                  <a:lnTo>
                    <a:pt x="618083" y="536968"/>
                  </a:lnTo>
                  <a:lnTo>
                    <a:pt x="623087" y="543318"/>
                  </a:lnTo>
                  <a:lnTo>
                    <a:pt x="623087" y="291084"/>
                  </a:lnTo>
                  <a:lnTo>
                    <a:pt x="622325" y="289318"/>
                  </a:lnTo>
                  <a:lnTo>
                    <a:pt x="618324" y="281698"/>
                  </a:lnTo>
                  <a:lnTo>
                    <a:pt x="614934" y="276618"/>
                  </a:lnTo>
                  <a:lnTo>
                    <a:pt x="611416" y="270268"/>
                  </a:lnTo>
                  <a:lnTo>
                    <a:pt x="608190" y="265188"/>
                  </a:lnTo>
                  <a:lnTo>
                    <a:pt x="605688" y="258838"/>
                  </a:lnTo>
                  <a:lnTo>
                    <a:pt x="603694" y="252488"/>
                  </a:lnTo>
                  <a:lnTo>
                    <a:pt x="611517" y="246138"/>
                  </a:lnTo>
                  <a:lnTo>
                    <a:pt x="641146" y="288048"/>
                  </a:lnTo>
                  <a:lnTo>
                    <a:pt x="643928" y="302018"/>
                  </a:lnTo>
                  <a:lnTo>
                    <a:pt x="643928" y="226491"/>
                  </a:lnTo>
                  <a:lnTo>
                    <a:pt x="621804" y="190258"/>
                  </a:lnTo>
                  <a:lnTo>
                    <a:pt x="593267" y="156679"/>
                  </a:lnTo>
                  <a:lnTo>
                    <a:pt x="593267" y="206768"/>
                  </a:lnTo>
                  <a:lnTo>
                    <a:pt x="589762" y="214388"/>
                  </a:lnTo>
                  <a:lnTo>
                    <a:pt x="583158" y="218198"/>
                  </a:lnTo>
                  <a:lnTo>
                    <a:pt x="575881" y="216928"/>
                  </a:lnTo>
                  <a:lnTo>
                    <a:pt x="570357" y="210578"/>
                  </a:lnTo>
                  <a:lnTo>
                    <a:pt x="564235" y="201688"/>
                  </a:lnTo>
                  <a:lnTo>
                    <a:pt x="555739" y="195338"/>
                  </a:lnTo>
                  <a:lnTo>
                    <a:pt x="546633" y="190258"/>
                  </a:lnTo>
                  <a:lnTo>
                    <a:pt x="538683" y="182638"/>
                  </a:lnTo>
                  <a:lnTo>
                    <a:pt x="536028" y="177558"/>
                  </a:lnTo>
                  <a:lnTo>
                    <a:pt x="536435" y="172478"/>
                  </a:lnTo>
                  <a:lnTo>
                    <a:pt x="536536" y="171208"/>
                  </a:lnTo>
                  <a:lnTo>
                    <a:pt x="540080" y="166128"/>
                  </a:lnTo>
                  <a:lnTo>
                    <a:pt x="546544" y="163588"/>
                  </a:lnTo>
                  <a:lnTo>
                    <a:pt x="562686" y="167398"/>
                  </a:lnTo>
                  <a:lnTo>
                    <a:pt x="578396" y="177558"/>
                  </a:lnTo>
                  <a:lnTo>
                    <a:pt x="589876" y="190258"/>
                  </a:lnTo>
                  <a:lnTo>
                    <a:pt x="593267" y="206768"/>
                  </a:lnTo>
                  <a:lnTo>
                    <a:pt x="593267" y="156679"/>
                  </a:lnTo>
                  <a:lnTo>
                    <a:pt x="592670" y="155968"/>
                  </a:lnTo>
                  <a:lnTo>
                    <a:pt x="558533" y="129298"/>
                  </a:lnTo>
                  <a:lnTo>
                    <a:pt x="531698" y="116205"/>
                  </a:lnTo>
                  <a:lnTo>
                    <a:pt x="531698" y="590308"/>
                  </a:lnTo>
                  <a:lnTo>
                    <a:pt x="527367" y="601738"/>
                  </a:lnTo>
                  <a:lnTo>
                    <a:pt x="510908" y="613168"/>
                  </a:lnTo>
                  <a:lnTo>
                    <a:pt x="489737" y="619518"/>
                  </a:lnTo>
                  <a:lnTo>
                    <a:pt x="467868" y="620788"/>
                  </a:lnTo>
                  <a:lnTo>
                    <a:pt x="449275" y="613168"/>
                  </a:lnTo>
                  <a:lnTo>
                    <a:pt x="444792" y="609358"/>
                  </a:lnTo>
                  <a:lnTo>
                    <a:pt x="445858" y="601738"/>
                  </a:lnTo>
                  <a:lnTo>
                    <a:pt x="449275" y="597928"/>
                  </a:lnTo>
                  <a:lnTo>
                    <a:pt x="462203" y="590308"/>
                  </a:lnTo>
                  <a:lnTo>
                    <a:pt x="477405" y="589038"/>
                  </a:lnTo>
                  <a:lnTo>
                    <a:pt x="492645" y="586498"/>
                  </a:lnTo>
                  <a:lnTo>
                    <a:pt x="505688" y="580148"/>
                  </a:lnTo>
                  <a:lnTo>
                    <a:pt x="516966" y="575068"/>
                  </a:lnTo>
                  <a:lnTo>
                    <a:pt x="526935" y="580148"/>
                  </a:lnTo>
                  <a:lnTo>
                    <a:pt x="529907" y="586498"/>
                  </a:lnTo>
                  <a:lnTo>
                    <a:pt x="531698" y="590308"/>
                  </a:lnTo>
                  <a:lnTo>
                    <a:pt x="531698" y="116205"/>
                  </a:lnTo>
                  <a:lnTo>
                    <a:pt x="519493" y="110248"/>
                  </a:lnTo>
                  <a:lnTo>
                    <a:pt x="497065" y="105702"/>
                  </a:lnTo>
                  <a:lnTo>
                    <a:pt x="497065" y="152158"/>
                  </a:lnTo>
                  <a:lnTo>
                    <a:pt x="495808" y="158508"/>
                  </a:lnTo>
                  <a:lnTo>
                    <a:pt x="491731" y="162318"/>
                  </a:lnTo>
                  <a:lnTo>
                    <a:pt x="485749" y="162318"/>
                  </a:lnTo>
                  <a:lnTo>
                    <a:pt x="479298" y="159778"/>
                  </a:lnTo>
                  <a:lnTo>
                    <a:pt x="472846" y="159778"/>
                  </a:lnTo>
                  <a:lnTo>
                    <a:pt x="459384" y="157238"/>
                  </a:lnTo>
                  <a:lnTo>
                    <a:pt x="453250" y="157238"/>
                  </a:lnTo>
                  <a:lnTo>
                    <a:pt x="447065" y="154698"/>
                  </a:lnTo>
                  <a:lnTo>
                    <a:pt x="442302" y="152158"/>
                  </a:lnTo>
                  <a:lnTo>
                    <a:pt x="441274" y="144538"/>
                  </a:lnTo>
                  <a:lnTo>
                    <a:pt x="445338" y="140728"/>
                  </a:lnTo>
                  <a:lnTo>
                    <a:pt x="457098" y="134378"/>
                  </a:lnTo>
                  <a:lnTo>
                    <a:pt x="470662" y="134378"/>
                  </a:lnTo>
                  <a:lnTo>
                    <a:pt x="483870" y="139458"/>
                  </a:lnTo>
                  <a:lnTo>
                    <a:pt x="494588" y="147078"/>
                  </a:lnTo>
                  <a:lnTo>
                    <a:pt x="497065" y="152158"/>
                  </a:lnTo>
                  <a:lnTo>
                    <a:pt x="497065" y="105702"/>
                  </a:lnTo>
                  <a:lnTo>
                    <a:pt x="475640" y="101358"/>
                  </a:lnTo>
                  <a:lnTo>
                    <a:pt x="427088" y="103898"/>
                  </a:lnTo>
                  <a:lnTo>
                    <a:pt x="424205" y="100812"/>
                  </a:lnTo>
                  <a:lnTo>
                    <a:pt x="424205" y="614438"/>
                  </a:lnTo>
                  <a:lnTo>
                    <a:pt x="421970" y="620788"/>
                  </a:lnTo>
                  <a:lnTo>
                    <a:pt x="420192" y="625868"/>
                  </a:lnTo>
                  <a:lnTo>
                    <a:pt x="408076" y="630948"/>
                  </a:lnTo>
                  <a:lnTo>
                    <a:pt x="391693" y="628408"/>
                  </a:lnTo>
                  <a:lnTo>
                    <a:pt x="374865" y="623328"/>
                  </a:lnTo>
                  <a:lnTo>
                    <a:pt x="359651" y="615708"/>
                  </a:lnTo>
                  <a:lnTo>
                    <a:pt x="348107" y="604278"/>
                  </a:lnTo>
                  <a:lnTo>
                    <a:pt x="345973" y="596658"/>
                  </a:lnTo>
                  <a:lnTo>
                    <a:pt x="348094" y="590308"/>
                  </a:lnTo>
                  <a:lnTo>
                    <a:pt x="353123" y="586498"/>
                  </a:lnTo>
                  <a:lnTo>
                    <a:pt x="359702" y="583958"/>
                  </a:lnTo>
                  <a:lnTo>
                    <a:pt x="372084" y="585228"/>
                  </a:lnTo>
                  <a:lnTo>
                    <a:pt x="383908" y="589038"/>
                  </a:lnTo>
                  <a:lnTo>
                    <a:pt x="395732" y="594118"/>
                  </a:lnTo>
                  <a:lnTo>
                    <a:pt x="408076" y="596658"/>
                  </a:lnTo>
                  <a:lnTo>
                    <a:pt x="420141" y="603008"/>
                  </a:lnTo>
                  <a:lnTo>
                    <a:pt x="424205" y="614438"/>
                  </a:lnTo>
                  <a:lnTo>
                    <a:pt x="424205" y="100812"/>
                  </a:lnTo>
                  <a:lnTo>
                    <a:pt x="423532" y="100088"/>
                  </a:lnTo>
                  <a:lnTo>
                    <a:pt x="418426" y="96278"/>
                  </a:lnTo>
                  <a:lnTo>
                    <a:pt x="404812" y="96278"/>
                  </a:lnTo>
                  <a:lnTo>
                    <a:pt x="404812" y="138188"/>
                  </a:lnTo>
                  <a:lnTo>
                    <a:pt x="404444" y="143268"/>
                  </a:lnTo>
                  <a:lnTo>
                    <a:pt x="404342" y="144538"/>
                  </a:lnTo>
                  <a:lnTo>
                    <a:pt x="404253" y="145808"/>
                  </a:lnTo>
                  <a:lnTo>
                    <a:pt x="404164" y="147078"/>
                  </a:lnTo>
                  <a:lnTo>
                    <a:pt x="404063" y="148348"/>
                  </a:lnTo>
                  <a:lnTo>
                    <a:pt x="395173" y="155968"/>
                  </a:lnTo>
                  <a:lnTo>
                    <a:pt x="383413" y="158508"/>
                  </a:lnTo>
                  <a:lnTo>
                    <a:pt x="371462" y="162318"/>
                  </a:lnTo>
                  <a:lnTo>
                    <a:pt x="367436" y="163588"/>
                  </a:lnTo>
                  <a:lnTo>
                    <a:pt x="359384" y="166128"/>
                  </a:lnTo>
                  <a:lnTo>
                    <a:pt x="347281" y="166128"/>
                  </a:lnTo>
                  <a:lnTo>
                    <a:pt x="342582" y="164858"/>
                  </a:lnTo>
                  <a:lnTo>
                    <a:pt x="339445" y="158508"/>
                  </a:lnTo>
                  <a:lnTo>
                    <a:pt x="340931" y="154698"/>
                  </a:lnTo>
                  <a:lnTo>
                    <a:pt x="348589" y="143268"/>
                  </a:lnTo>
                  <a:lnTo>
                    <a:pt x="360248" y="135648"/>
                  </a:lnTo>
                  <a:lnTo>
                    <a:pt x="373913" y="130568"/>
                  </a:lnTo>
                  <a:lnTo>
                    <a:pt x="387616" y="128028"/>
                  </a:lnTo>
                  <a:lnTo>
                    <a:pt x="398843" y="130568"/>
                  </a:lnTo>
                  <a:lnTo>
                    <a:pt x="401828" y="134378"/>
                  </a:lnTo>
                  <a:lnTo>
                    <a:pt x="404812" y="138188"/>
                  </a:lnTo>
                  <a:lnTo>
                    <a:pt x="404812" y="96278"/>
                  </a:lnTo>
                  <a:lnTo>
                    <a:pt x="364756" y="96278"/>
                  </a:lnTo>
                  <a:lnTo>
                    <a:pt x="325958" y="103898"/>
                  </a:lnTo>
                  <a:lnTo>
                    <a:pt x="319493" y="105168"/>
                  </a:lnTo>
                  <a:lnTo>
                    <a:pt x="291820" y="115951"/>
                  </a:lnTo>
                  <a:lnTo>
                    <a:pt x="291820" y="553478"/>
                  </a:lnTo>
                  <a:lnTo>
                    <a:pt x="284302" y="566178"/>
                  </a:lnTo>
                  <a:lnTo>
                    <a:pt x="244132" y="544588"/>
                  </a:lnTo>
                  <a:lnTo>
                    <a:pt x="237490" y="530618"/>
                  </a:lnTo>
                  <a:lnTo>
                    <a:pt x="239141" y="522998"/>
                  </a:lnTo>
                  <a:lnTo>
                    <a:pt x="241719" y="519188"/>
                  </a:lnTo>
                  <a:lnTo>
                    <a:pt x="247624" y="517918"/>
                  </a:lnTo>
                  <a:lnTo>
                    <a:pt x="256489" y="520458"/>
                  </a:lnTo>
                  <a:lnTo>
                    <a:pt x="259943" y="522998"/>
                  </a:lnTo>
                  <a:lnTo>
                    <a:pt x="268363" y="529348"/>
                  </a:lnTo>
                  <a:lnTo>
                    <a:pt x="272491" y="533158"/>
                  </a:lnTo>
                  <a:lnTo>
                    <a:pt x="277990" y="538238"/>
                  </a:lnTo>
                  <a:lnTo>
                    <a:pt x="283057" y="542048"/>
                  </a:lnTo>
                  <a:lnTo>
                    <a:pt x="289026" y="545858"/>
                  </a:lnTo>
                  <a:lnTo>
                    <a:pt x="291820" y="553478"/>
                  </a:lnTo>
                  <a:lnTo>
                    <a:pt x="291820" y="115951"/>
                  </a:lnTo>
                  <a:lnTo>
                    <a:pt x="283108" y="119341"/>
                  </a:lnTo>
                  <a:lnTo>
                    <a:pt x="283108" y="180098"/>
                  </a:lnTo>
                  <a:lnTo>
                    <a:pt x="277571" y="187718"/>
                  </a:lnTo>
                  <a:lnTo>
                    <a:pt x="271703" y="191528"/>
                  </a:lnTo>
                  <a:lnTo>
                    <a:pt x="266357" y="195338"/>
                  </a:lnTo>
                  <a:lnTo>
                    <a:pt x="254558" y="202958"/>
                  </a:lnTo>
                  <a:lnTo>
                    <a:pt x="249796" y="206768"/>
                  </a:lnTo>
                  <a:lnTo>
                    <a:pt x="235851" y="209308"/>
                  </a:lnTo>
                  <a:lnTo>
                    <a:pt x="231127" y="206514"/>
                  </a:lnTo>
                  <a:lnTo>
                    <a:pt x="231127" y="491248"/>
                  </a:lnTo>
                  <a:lnTo>
                    <a:pt x="229857" y="498868"/>
                  </a:lnTo>
                  <a:lnTo>
                    <a:pt x="229641" y="500138"/>
                  </a:lnTo>
                  <a:lnTo>
                    <a:pt x="215328" y="509028"/>
                  </a:lnTo>
                  <a:lnTo>
                    <a:pt x="205384" y="506488"/>
                  </a:lnTo>
                  <a:lnTo>
                    <a:pt x="189382" y="463308"/>
                  </a:lnTo>
                  <a:lnTo>
                    <a:pt x="189725" y="456958"/>
                  </a:lnTo>
                  <a:lnTo>
                    <a:pt x="197904" y="450608"/>
                  </a:lnTo>
                  <a:lnTo>
                    <a:pt x="202412" y="453148"/>
                  </a:lnTo>
                  <a:lnTo>
                    <a:pt x="227545" y="484898"/>
                  </a:lnTo>
                  <a:lnTo>
                    <a:pt x="231127" y="491248"/>
                  </a:lnTo>
                  <a:lnTo>
                    <a:pt x="231127" y="206514"/>
                  </a:lnTo>
                  <a:lnTo>
                    <a:pt x="229438" y="205498"/>
                  </a:lnTo>
                  <a:lnTo>
                    <a:pt x="229400" y="199148"/>
                  </a:lnTo>
                  <a:lnTo>
                    <a:pt x="233146" y="185178"/>
                  </a:lnTo>
                  <a:lnTo>
                    <a:pt x="242608" y="176288"/>
                  </a:lnTo>
                  <a:lnTo>
                    <a:pt x="255117" y="169938"/>
                  </a:lnTo>
                  <a:lnTo>
                    <a:pt x="267982" y="164858"/>
                  </a:lnTo>
                  <a:lnTo>
                    <a:pt x="276961" y="166128"/>
                  </a:lnTo>
                  <a:lnTo>
                    <a:pt x="282460" y="172478"/>
                  </a:lnTo>
                  <a:lnTo>
                    <a:pt x="283108" y="180098"/>
                  </a:lnTo>
                  <a:lnTo>
                    <a:pt x="283108" y="119341"/>
                  </a:lnTo>
                  <a:lnTo>
                    <a:pt x="238366" y="145808"/>
                  </a:lnTo>
                  <a:lnTo>
                    <a:pt x="212090" y="169189"/>
                  </a:lnTo>
                  <a:lnTo>
                    <a:pt x="212090" y="249948"/>
                  </a:lnTo>
                  <a:lnTo>
                    <a:pt x="211391" y="256298"/>
                  </a:lnTo>
                  <a:lnTo>
                    <a:pt x="207162" y="266458"/>
                  </a:lnTo>
                  <a:lnTo>
                    <a:pt x="201231" y="277888"/>
                  </a:lnTo>
                  <a:lnTo>
                    <a:pt x="193001" y="285508"/>
                  </a:lnTo>
                  <a:lnTo>
                    <a:pt x="183527" y="286600"/>
                  </a:lnTo>
                  <a:lnTo>
                    <a:pt x="183527" y="388378"/>
                  </a:lnTo>
                  <a:lnTo>
                    <a:pt x="183108" y="398538"/>
                  </a:lnTo>
                  <a:lnTo>
                    <a:pt x="182994" y="401078"/>
                  </a:lnTo>
                  <a:lnTo>
                    <a:pt x="182892" y="403618"/>
                  </a:lnTo>
                  <a:lnTo>
                    <a:pt x="180416" y="409968"/>
                  </a:lnTo>
                  <a:lnTo>
                    <a:pt x="175234" y="413778"/>
                  </a:lnTo>
                  <a:lnTo>
                    <a:pt x="169202" y="412508"/>
                  </a:lnTo>
                  <a:lnTo>
                    <a:pt x="164185" y="408698"/>
                  </a:lnTo>
                  <a:lnTo>
                    <a:pt x="158026" y="393458"/>
                  </a:lnTo>
                  <a:lnTo>
                    <a:pt x="155613" y="376948"/>
                  </a:lnTo>
                  <a:lnTo>
                    <a:pt x="155511" y="366788"/>
                  </a:lnTo>
                  <a:lnTo>
                    <a:pt x="155435" y="360438"/>
                  </a:lnTo>
                  <a:lnTo>
                    <a:pt x="155981" y="343928"/>
                  </a:lnTo>
                  <a:lnTo>
                    <a:pt x="160350" y="333768"/>
                  </a:lnTo>
                  <a:lnTo>
                    <a:pt x="169595" y="329958"/>
                  </a:lnTo>
                  <a:lnTo>
                    <a:pt x="178816" y="333768"/>
                  </a:lnTo>
                  <a:lnTo>
                    <a:pt x="179870" y="336308"/>
                  </a:lnTo>
                  <a:lnTo>
                    <a:pt x="183057" y="343928"/>
                  </a:lnTo>
                  <a:lnTo>
                    <a:pt x="183248" y="354088"/>
                  </a:lnTo>
                  <a:lnTo>
                    <a:pt x="183362" y="360438"/>
                  </a:lnTo>
                  <a:lnTo>
                    <a:pt x="183476" y="366788"/>
                  </a:lnTo>
                  <a:lnTo>
                    <a:pt x="183527" y="388378"/>
                  </a:lnTo>
                  <a:lnTo>
                    <a:pt x="183527" y="286600"/>
                  </a:lnTo>
                  <a:lnTo>
                    <a:pt x="181927" y="286778"/>
                  </a:lnTo>
                  <a:lnTo>
                    <a:pt x="175882" y="284238"/>
                  </a:lnTo>
                  <a:lnTo>
                    <a:pt x="172745" y="277888"/>
                  </a:lnTo>
                  <a:lnTo>
                    <a:pt x="171907" y="271538"/>
                  </a:lnTo>
                  <a:lnTo>
                    <a:pt x="172783" y="265188"/>
                  </a:lnTo>
                  <a:lnTo>
                    <a:pt x="174472" y="257568"/>
                  </a:lnTo>
                  <a:lnTo>
                    <a:pt x="179755" y="251218"/>
                  </a:lnTo>
                  <a:lnTo>
                    <a:pt x="185343" y="237248"/>
                  </a:lnTo>
                  <a:lnTo>
                    <a:pt x="194246" y="234708"/>
                  </a:lnTo>
                  <a:lnTo>
                    <a:pt x="200380" y="237248"/>
                  </a:lnTo>
                  <a:lnTo>
                    <a:pt x="205740" y="239788"/>
                  </a:lnTo>
                  <a:lnTo>
                    <a:pt x="209931" y="243598"/>
                  </a:lnTo>
                  <a:lnTo>
                    <a:pt x="210794" y="246138"/>
                  </a:lnTo>
                  <a:lnTo>
                    <a:pt x="212090" y="249948"/>
                  </a:lnTo>
                  <a:lnTo>
                    <a:pt x="212090" y="169189"/>
                  </a:lnTo>
                  <a:lnTo>
                    <a:pt x="204101" y="176288"/>
                  </a:lnTo>
                  <a:lnTo>
                    <a:pt x="177190" y="209308"/>
                  </a:lnTo>
                  <a:lnTo>
                    <a:pt x="175120" y="211848"/>
                  </a:lnTo>
                  <a:lnTo>
                    <a:pt x="171424" y="218198"/>
                  </a:lnTo>
                  <a:lnTo>
                    <a:pt x="161823" y="234708"/>
                  </a:lnTo>
                  <a:lnTo>
                    <a:pt x="152209" y="251218"/>
                  </a:lnTo>
                  <a:lnTo>
                    <a:pt x="138620" y="286778"/>
                  </a:lnTo>
                  <a:lnTo>
                    <a:pt x="136182" y="293128"/>
                  </a:lnTo>
                  <a:lnTo>
                    <a:pt x="132943" y="310908"/>
                  </a:lnTo>
                  <a:lnTo>
                    <a:pt x="129463" y="329958"/>
                  </a:lnTo>
                  <a:lnTo>
                    <a:pt x="127850" y="338848"/>
                  </a:lnTo>
                  <a:lnTo>
                    <a:pt x="127977" y="379488"/>
                  </a:lnTo>
                  <a:lnTo>
                    <a:pt x="127990" y="385838"/>
                  </a:lnTo>
                  <a:lnTo>
                    <a:pt x="132981" y="413778"/>
                  </a:lnTo>
                  <a:lnTo>
                    <a:pt x="136385" y="432828"/>
                  </a:lnTo>
                  <a:lnTo>
                    <a:pt x="142417" y="450608"/>
                  </a:lnTo>
                  <a:lnTo>
                    <a:pt x="151460" y="477278"/>
                  </a:lnTo>
                  <a:lnTo>
                    <a:pt x="168033" y="509028"/>
                  </a:lnTo>
                  <a:lnTo>
                    <a:pt x="172681" y="517918"/>
                  </a:lnTo>
                  <a:lnTo>
                    <a:pt x="199466" y="554748"/>
                  </a:lnTo>
                  <a:lnTo>
                    <a:pt x="212928" y="568718"/>
                  </a:lnTo>
                  <a:lnTo>
                    <a:pt x="219036" y="575068"/>
                  </a:lnTo>
                  <a:lnTo>
                    <a:pt x="227596" y="583958"/>
                  </a:lnTo>
                  <a:lnTo>
                    <a:pt x="231267" y="587768"/>
                  </a:lnTo>
                  <a:lnTo>
                    <a:pt x="267538" y="614438"/>
                  </a:lnTo>
                  <a:lnTo>
                    <a:pt x="298246" y="630948"/>
                  </a:lnTo>
                  <a:lnTo>
                    <a:pt x="307695" y="636028"/>
                  </a:lnTo>
                  <a:lnTo>
                    <a:pt x="351193" y="651268"/>
                  </a:lnTo>
                  <a:lnTo>
                    <a:pt x="397471" y="660158"/>
                  </a:lnTo>
                  <a:lnTo>
                    <a:pt x="445960" y="662698"/>
                  </a:lnTo>
                  <a:lnTo>
                    <a:pt x="493153" y="657618"/>
                  </a:lnTo>
                  <a:lnTo>
                    <a:pt x="535940" y="644918"/>
                  </a:lnTo>
                  <a:lnTo>
                    <a:pt x="574052" y="625868"/>
                  </a:lnTo>
                  <a:lnTo>
                    <a:pt x="607187" y="600468"/>
                  </a:lnTo>
                  <a:lnTo>
                    <a:pt x="635101" y="569988"/>
                  </a:lnTo>
                  <a:lnTo>
                    <a:pt x="657491" y="534428"/>
                  </a:lnTo>
                  <a:lnTo>
                    <a:pt x="674090" y="495058"/>
                  </a:lnTo>
                  <a:lnTo>
                    <a:pt x="684631" y="451878"/>
                  </a:lnTo>
                  <a:lnTo>
                    <a:pt x="688594" y="409968"/>
                  </a:lnTo>
                  <a:lnTo>
                    <a:pt x="688708" y="408698"/>
                  </a:lnTo>
                  <a:lnTo>
                    <a:pt x="688822" y="407428"/>
                  </a:lnTo>
                  <a:close/>
                </a:path>
                <a:path w="742314" h="2173604">
                  <a:moveTo>
                    <a:pt x="689305" y="137401"/>
                  </a:moveTo>
                  <a:lnTo>
                    <a:pt x="688682" y="136055"/>
                  </a:lnTo>
                  <a:lnTo>
                    <a:pt x="685507" y="132842"/>
                  </a:lnTo>
                  <a:lnTo>
                    <a:pt x="681710" y="132842"/>
                  </a:lnTo>
                  <a:lnTo>
                    <a:pt x="678497" y="136055"/>
                  </a:lnTo>
                  <a:lnTo>
                    <a:pt x="677875" y="137401"/>
                  </a:lnTo>
                  <a:lnTo>
                    <a:pt x="677875" y="140601"/>
                  </a:lnTo>
                  <a:lnTo>
                    <a:pt x="678497" y="141986"/>
                  </a:lnTo>
                  <a:lnTo>
                    <a:pt x="679564" y="143014"/>
                  </a:lnTo>
                  <a:lnTo>
                    <a:pt x="680643" y="144119"/>
                  </a:lnTo>
                  <a:lnTo>
                    <a:pt x="682155" y="144703"/>
                  </a:lnTo>
                  <a:lnTo>
                    <a:pt x="683679" y="144703"/>
                  </a:lnTo>
                  <a:lnTo>
                    <a:pt x="685190" y="144703"/>
                  </a:lnTo>
                  <a:lnTo>
                    <a:pt x="686536" y="144094"/>
                  </a:lnTo>
                  <a:lnTo>
                    <a:pt x="687603" y="143014"/>
                  </a:lnTo>
                  <a:lnTo>
                    <a:pt x="688682" y="141986"/>
                  </a:lnTo>
                  <a:lnTo>
                    <a:pt x="689305" y="140601"/>
                  </a:lnTo>
                  <a:lnTo>
                    <a:pt x="689305" y="137401"/>
                  </a:lnTo>
                  <a:close/>
                </a:path>
                <a:path w="742314" h="2173604">
                  <a:moveTo>
                    <a:pt x="700201" y="227571"/>
                  </a:moveTo>
                  <a:lnTo>
                    <a:pt x="699516" y="226009"/>
                  </a:lnTo>
                  <a:lnTo>
                    <a:pt x="698309" y="224840"/>
                  </a:lnTo>
                  <a:lnTo>
                    <a:pt x="695921" y="222465"/>
                  </a:lnTo>
                  <a:lnTo>
                    <a:pt x="691680" y="222465"/>
                  </a:lnTo>
                  <a:lnTo>
                    <a:pt x="689267" y="224840"/>
                  </a:lnTo>
                  <a:lnTo>
                    <a:pt x="688086" y="226009"/>
                  </a:lnTo>
                  <a:lnTo>
                    <a:pt x="687438" y="227571"/>
                  </a:lnTo>
                  <a:lnTo>
                    <a:pt x="687400" y="229260"/>
                  </a:lnTo>
                  <a:lnTo>
                    <a:pt x="687400" y="231152"/>
                  </a:lnTo>
                  <a:lnTo>
                    <a:pt x="688086" y="232676"/>
                  </a:lnTo>
                  <a:lnTo>
                    <a:pt x="690473" y="235051"/>
                  </a:lnTo>
                  <a:lnTo>
                    <a:pt x="692162" y="235737"/>
                  </a:lnTo>
                  <a:lnTo>
                    <a:pt x="695579" y="235737"/>
                  </a:lnTo>
                  <a:lnTo>
                    <a:pt x="697128" y="235051"/>
                  </a:lnTo>
                  <a:lnTo>
                    <a:pt x="698309" y="233845"/>
                  </a:lnTo>
                  <a:lnTo>
                    <a:pt x="699516" y="232676"/>
                  </a:lnTo>
                  <a:lnTo>
                    <a:pt x="700201" y="231152"/>
                  </a:lnTo>
                  <a:lnTo>
                    <a:pt x="700201" y="227571"/>
                  </a:lnTo>
                  <a:close/>
                </a:path>
                <a:path w="742314" h="2173604">
                  <a:moveTo>
                    <a:pt x="721868" y="296519"/>
                  </a:moveTo>
                  <a:lnTo>
                    <a:pt x="721461" y="295617"/>
                  </a:lnTo>
                  <a:lnTo>
                    <a:pt x="719353" y="293522"/>
                  </a:lnTo>
                  <a:lnTo>
                    <a:pt x="716864" y="293522"/>
                  </a:lnTo>
                  <a:lnTo>
                    <a:pt x="715492" y="294932"/>
                  </a:lnTo>
                  <a:lnTo>
                    <a:pt x="714794" y="295617"/>
                  </a:lnTo>
                  <a:lnTo>
                    <a:pt x="714387" y="296519"/>
                  </a:lnTo>
                  <a:lnTo>
                    <a:pt x="714387" y="298627"/>
                  </a:lnTo>
                  <a:lnTo>
                    <a:pt x="714794" y="299516"/>
                  </a:lnTo>
                  <a:lnTo>
                    <a:pt x="716178" y="300901"/>
                  </a:lnTo>
                  <a:lnTo>
                    <a:pt x="717181" y="301320"/>
                  </a:lnTo>
                  <a:lnTo>
                    <a:pt x="718185" y="301320"/>
                  </a:lnTo>
                  <a:lnTo>
                    <a:pt x="719188" y="301320"/>
                  </a:lnTo>
                  <a:lnTo>
                    <a:pt x="720077" y="300939"/>
                  </a:lnTo>
                  <a:lnTo>
                    <a:pt x="720763" y="300215"/>
                  </a:lnTo>
                  <a:lnTo>
                    <a:pt x="721461" y="299516"/>
                  </a:lnTo>
                  <a:lnTo>
                    <a:pt x="721868" y="298627"/>
                  </a:lnTo>
                  <a:lnTo>
                    <a:pt x="721868" y="296519"/>
                  </a:lnTo>
                  <a:close/>
                </a:path>
                <a:path w="742314" h="2173604">
                  <a:moveTo>
                    <a:pt x="728738" y="573646"/>
                  </a:moveTo>
                  <a:lnTo>
                    <a:pt x="727875" y="571792"/>
                  </a:lnTo>
                  <a:lnTo>
                    <a:pt x="726427" y="570344"/>
                  </a:lnTo>
                  <a:lnTo>
                    <a:pt x="723531" y="567448"/>
                  </a:lnTo>
                  <a:lnTo>
                    <a:pt x="718350" y="567448"/>
                  </a:lnTo>
                  <a:lnTo>
                    <a:pt x="714006" y="571792"/>
                  </a:lnTo>
                  <a:lnTo>
                    <a:pt x="713181" y="573646"/>
                  </a:lnTo>
                  <a:lnTo>
                    <a:pt x="713181" y="578002"/>
                  </a:lnTo>
                  <a:lnTo>
                    <a:pt x="714006" y="579856"/>
                  </a:lnTo>
                  <a:lnTo>
                    <a:pt x="716902" y="582790"/>
                  </a:lnTo>
                  <a:lnTo>
                    <a:pt x="718972" y="583615"/>
                  </a:lnTo>
                  <a:lnTo>
                    <a:pt x="723112" y="583615"/>
                  </a:lnTo>
                  <a:lnTo>
                    <a:pt x="724979" y="582790"/>
                  </a:lnTo>
                  <a:lnTo>
                    <a:pt x="727875" y="579856"/>
                  </a:lnTo>
                  <a:lnTo>
                    <a:pt x="728738" y="578002"/>
                  </a:lnTo>
                  <a:lnTo>
                    <a:pt x="728738" y="573646"/>
                  </a:lnTo>
                  <a:close/>
                </a:path>
                <a:path w="742314" h="2173604">
                  <a:moveTo>
                    <a:pt x="742162" y="382066"/>
                  </a:moveTo>
                  <a:lnTo>
                    <a:pt x="741299" y="380098"/>
                  </a:lnTo>
                  <a:lnTo>
                    <a:pt x="739749" y="378587"/>
                  </a:lnTo>
                  <a:lnTo>
                    <a:pt x="736714" y="375513"/>
                  </a:lnTo>
                  <a:lnTo>
                    <a:pt x="731253" y="375513"/>
                  </a:lnTo>
                  <a:lnTo>
                    <a:pt x="726668" y="380098"/>
                  </a:lnTo>
                  <a:lnTo>
                    <a:pt x="725805" y="382066"/>
                  </a:lnTo>
                  <a:lnTo>
                    <a:pt x="725805" y="384238"/>
                  </a:lnTo>
                  <a:lnTo>
                    <a:pt x="725805" y="386651"/>
                  </a:lnTo>
                  <a:lnTo>
                    <a:pt x="726668" y="388620"/>
                  </a:lnTo>
                  <a:lnTo>
                    <a:pt x="729703" y="391693"/>
                  </a:lnTo>
                  <a:lnTo>
                    <a:pt x="731875" y="392557"/>
                  </a:lnTo>
                  <a:lnTo>
                    <a:pt x="736257" y="392557"/>
                  </a:lnTo>
                  <a:lnTo>
                    <a:pt x="738225" y="391693"/>
                  </a:lnTo>
                  <a:lnTo>
                    <a:pt x="739749" y="390144"/>
                  </a:lnTo>
                  <a:lnTo>
                    <a:pt x="741299" y="388620"/>
                  </a:lnTo>
                  <a:lnTo>
                    <a:pt x="742162" y="386651"/>
                  </a:lnTo>
                  <a:lnTo>
                    <a:pt x="742162" y="382066"/>
                  </a:lnTo>
                  <a:close/>
                </a:path>
              </a:pathLst>
            </a:custGeom>
            <a:solidFill>
              <a:srgbClr val="4B4A6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39161" y="3135987"/>
            <a:ext cx="123207" cy="12320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451981" y="2931083"/>
            <a:ext cx="9765665" cy="5581015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3090"/>
              </a:lnSpc>
              <a:spcBef>
                <a:spcPts val="640"/>
              </a:spcBef>
            </a:pPr>
            <a:r>
              <a:rPr dirty="0" sz="3000" spc="65">
                <a:latin typeface="Georgia"/>
                <a:cs typeface="Georgia"/>
              </a:rPr>
              <a:t>Centralizar</a:t>
            </a:r>
            <a:r>
              <a:rPr dirty="0" sz="3000" spc="95">
                <a:latin typeface="Georgia"/>
                <a:cs typeface="Georgia"/>
              </a:rPr>
              <a:t> </a:t>
            </a:r>
            <a:r>
              <a:rPr dirty="0" sz="3000" spc="100">
                <a:latin typeface="Georgia"/>
                <a:cs typeface="Georgia"/>
              </a:rPr>
              <a:t>y </a:t>
            </a:r>
            <a:r>
              <a:rPr dirty="0" sz="3000" spc="65">
                <a:latin typeface="Georgia"/>
                <a:cs typeface="Georgia"/>
              </a:rPr>
              <a:t>actualizar</a:t>
            </a:r>
            <a:r>
              <a:rPr dirty="0" sz="3000" spc="95">
                <a:latin typeface="Georgia"/>
                <a:cs typeface="Georgia"/>
              </a:rPr>
              <a:t> </a:t>
            </a:r>
            <a:r>
              <a:rPr dirty="0" sz="3000" spc="110">
                <a:latin typeface="Georgia"/>
                <a:cs typeface="Georgia"/>
              </a:rPr>
              <a:t>en</a:t>
            </a:r>
            <a:r>
              <a:rPr dirty="0" sz="3000" spc="100">
                <a:latin typeface="Georgia"/>
                <a:cs typeface="Georgia"/>
              </a:rPr>
              <a:t> </a:t>
            </a:r>
            <a:r>
              <a:rPr dirty="0" sz="3000" spc="85">
                <a:latin typeface="Georgia"/>
                <a:cs typeface="Georgia"/>
              </a:rPr>
              <a:t>tiempo</a:t>
            </a:r>
            <a:r>
              <a:rPr dirty="0" sz="3000" spc="95">
                <a:latin typeface="Georgia"/>
                <a:cs typeface="Georgia"/>
              </a:rPr>
              <a:t> </a:t>
            </a:r>
            <a:r>
              <a:rPr dirty="0" sz="3000">
                <a:latin typeface="Georgia"/>
                <a:cs typeface="Georgia"/>
              </a:rPr>
              <a:t>real</a:t>
            </a:r>
            <a:r>
              <a:rPr dirty="0" sz="3000" spc="100">
                <a:latin typeface="Georgia"/>
                <a:cs typeface="Georgia"/>
              </a:rPr>
              <a:t> </a:t>
            </a:r>
            <a:r>
              <a:rPr dirty="0" sz="3000" spc="60">
                <a:latin typeface="Georgia"/>
                <a:cs typeface="Georgia"/>
              </a:rPr>
              <a:t>el</a:t>
            </a:r>
            <a:r>
              <a:rPr dirty="0" sz="3000" spc="95">
                <a:latin typeface="Georgia"/>
                <a:cs typeface="Georgia"/>
              </a:rPr>
              <a:t> </a:t>
            </a:r>
            <a:r>
              <a:rPr dirty="0" sz="3000" spc="110">
                <a:latin typeface="Georgia"/>
                <a:cs typeface="Georgia"/>
              </a:rPr>
              <a:t>stock</a:t>
            </a:r>
            <a:r>
              <a:rPr dirty="0" sz="3000" spc="100">
                <a:latin typeface="Georgia"/>
                <a:cs typeface="Georgia"/>
              </a:rPr>
              <a:t> </a:t>
            </a:r>
            <a:r>
              <a:rPr dirty="0" sz="3000" spc="114">
                <a:latin typeface="Georgia"/>
                <a:cs typeface="Georgia"/>
              </a:rPr>
              <a:t>de</a:t>
            </a:r>
            <a:r>
              <a:rPr dirty="0" sz="3000" spc="100">
                <a:latin typeface="Georgia"/>
                <a:cs typeface="Georgia"/>
              </a:rPr>
              <a:t> </a:t>
            </a:r>
            <a:r>
              <a:rPr dirty="0" sz="3000" spc="60">
                <a:latin typeface="Georgia"/>
                <a:cs typeface="Georgia"/>
              </a:rPr>
              <a:t>telas </a:t>
            </a:r>
            <a:r>
              <a:rPr dirty="0" sz="3000" spc="190">
                <a:latin typeface="Georgia"/>
                <a:cs typeface="Georgia"/>
              </a:rPr>
              <a:t>y/o</a:t>
            </a:r>
            <a:r>
              <a:rPr dirty="0" sz="3000" spc="70">
                <a:latin typeface="Georgia"/>
                <a:cs typeface="Georgia"/>
              </a:rPr>
              <a:t> </a:t>
            </a:r>
            <a:r>
              <a:rPr dirty="0" sz="3000" spc="60">
                <a:latin typeface="Georgia"/>
                <a:cs typeface="Georgia"/>
              </a:rPr>
              <a:t>materiales</a:t>
            </a:r>
            <a:r>
              <a:rPr dirty="0" sz="3000" spc="75">
                <a:latin typeface="Georgia"/>
                <a:cs typeface="Georgia"/>
              </a:rPr>
              <a:t> </a:t>
            </a:r>
            <a:r>
              <a:rPr dirty="0" sz="3000" spc="114">
                <a:latin typeface="Georgia"/>
                <a:cs typeface="Georgia"/>
              </a:rPr>
              <a:t>de</a:t>
            </a:r>
            <a:r>
              <a:rPr dirty="0" sz="3000" spc="75">
                <a:latin typeface="Georgia"/>
                <a:cs typeface="Georgia"/>
              </a:rPr>
              <a:t> </a:t>
            </a:r>
            <a:r>
              <a:rPr dirty="0" sz="3000" spc="70">
                <a:latin typeface="Georgia"/>
                <a:cs typeface="Georgia"/>
              </a:rPr>
              <a:t>costuleria</a:t>
            </a:r>
            <a:endParaRPr sz="3000">
              <a:latin typeface="Georgia"/>
              <a:cs typeface="Georgia"/>
            </a:endParaRPr>
          </a:p>
          <a:p>
            <a:pPr marL="12700" marR="2534920">
              <a:lnSpc>
                <a:spcPts val="3090"/>
              </a:lnSpc>
              <a:spcBef>
                <a:spcPts val="3080"/>
              </a:spcBef>
            </a:pPr>
            <a:r>
              <a:rPr dirty="0" sz="3000" spc="65">
                <a:latin typeface="Georgia"/>
                <a:cs typeface="Georgia"/>
              </a:rPr>
              <a:t>Centralizar</a:t>
            </a:r>
            <a:r>
              <a:rPr dirty="0" sz="3000" spc="105">
                <a:latin typeface="Georgia"/>
                <a:cs typeface="Georgia"/>
              </a:rPr>
              <a:t> </a:t>
            </a:r>
            <a:r>
              <a:rPr dirty="0" sz="3000" spc="100">
                <a:latin typeface="Georgia"/>
                <a:cs typeface="Georgia"/>
              </a:rPr>
              <a:t>y</a:t>
            </a:r>
            <a:r>
              <a:rPr dirty="0" sz="3000" spc="110">
                <a:latin typeface="Georgia"/>
                <a:cs typeface="Georgia"/>
              </a:rPr>
              <a:t> </a:t>
            </a:r>
            <a:r>
              <a:rPr dirty="0" sz="3000" spc="65">
                <a:latin typeface="Georgia"/>
                <a:cs typeface="Georgia"/>
              </a:rPr>
              <a:t>actualizar</a:t>
            </a:r>
            <a:r>
              <a:rPr dirty="0" sz="3000" spc="105">
                <a:latin typeface="Georgia"/>
                <a:cs typeface="Georgia"/>
              </a:rPr>
              <a:t> </a:t>
            </a:r>
            <a:r>
              <a:rPr dirty="0" sz="3000" spc="110">
                <a:latin typeface="Georgia"/>
                <a:cs typeface="Georgia"/>
              </a:rPr>
              <a:t>en </a:t>
            </a:r>
            <a:r>
              <a:rPr dirty="0" sz="3000" spc="85">
                <a:latin typeface="Georgia"/>
                <a:cs typeface="Georgia"/>
              </a:rPr>
              <a:t>tiempo</a:t>
            </a:r>
            <a:r>
              <a:rPr dirty="0" sz="3000" spc="110">
                <a:latin typeface="Georgia"/>
                <a:cs typeface="Georgia"/>
              </a:rPr>
              <a:t> </a:t>
            </a:r>
            <a:r>
              <a:rPr dirty="0" sz="3000">
                <a:latin typeface="Georgia"/>
                <a:cs typeface="Georgia"/>
              </a:rPr>
              <a:t>real</a:t>
            </a:r>
            <a:r>
              <a:rPr dirty="0" sz="3000" spc="105">
                <a:latin typeface="Georgia"/>
                <a:cs typeface="Georgia"/>
              </a:rPr>
              <a:t> </a:t>
            </a:r>
            <a:r>
              <a:rPr dirty="0" sz="3000" spc="35">
                <a:latin typeface="Georgia"/>
                <a:cs typeface="Georgia"/>
              </a:rPr>
              <a:t>el </a:t>
            </a:r>
            <a:r>
              <a:rPr dirty="0" sz="3000" spc="90">
                <a:latin typeface="Georgia"/>
                <a:cs typeface="Georgia"/>
              </a:rPr>
              <a:t>procesamiento</a:t>
            </a:r>
            <a:r>
              <a:rPr dirty="0" sz="3000" spc="95">
                <a:latin typeface="Georgia"/>
                <a:cs typeface="Georgia"/>
              </a:rPr>
              <a:t> </a:t>
            </a:r>
            <a:r>
              <a:rPr dirty="0" sz="3000" spc="114">
                <a:latin typeface="Georgia"/>
                <a:cs typeface="Georgia"/>
              </a:rPr>
              <a:t>de</a:t>
            </a:r>
            <a:r>
              <a:rPr dirty="0" sz="3000" spc="95">
                <a:latin typeface="Georgia"/>
                <a:cs typeface="Georgia"/>
              </a:rPr>
              <a:t> </a:t>
            </a:r>
            <a:r>
              <a:rPr dirty="0" sz="3000" spc="65">
                <a:latin typeface="Georgia"/>
                <a:cs typeface="Georgia"/>
              </a:rPr>
              <a:t>pedidos</a:t>
            </a:r>
            <a:endParaRPr sz="3000">
              <a:latin typeface="Georgia"/>
              <a:cs typeface="Georgia"/>
            </a:endParaRPr>
          </a:p>
          <a:p>
            <a:pPr marL="12700" marR="756285">
              <a:lnSpc>
                <a:spcPts val="3090"/>
              </a:lnSpc>
              <a:spcBef>
                <a:spcPts val="3080"/>
              </a:spcBef>
            </a:pPr>
            <a:r>
              <a:rPr dirty="0" sz="3000">
                <a:latin typeface="Georgia"/>
                <a:cs typeface="Georgia"/>
              </a:rPr>
              <a:t>Anticipar</a:t>
            </a:r>
            <a:r>
              <a:rPr dirty="0" sz="3000" spc="130">
                <a:latin typeface="Georgia"/>
                <a:cs typeface="Georgia"/>
              </a:rPr>
              <a:t> </a:t>
            </a:r>
            <a:r>
              <a:rPr dirty="0" sz="3000">
                <a:latin typeface="Georgia"/>
                <a:cs typeface="Georgia"/>
              </a:rPr>
              <a:t>la</a:t>
            </a:r>
            <a:r>
              <a:rPr dirty="0" sz="3000" spc="130">
                <a:latin typeface="Georgia"/>
                <a:cs typeface="Georgia"/>
              </a:rPr>
              <a:t> </a:t>
            </a:r>
            <a:r>
              <a:rPr dirty="0" sz="3000" spc="135">
                <a:latin typeface="Georgia"/>
                <a:cs typeface="Georgia"/>
              </a:rPr>
              <a:t>escasez </a:t>
            </a:r>
            <a:r>
              <a:rPr dirty="0" sz="3000" spc="114">
                <a:latin typeface="Georgia"/>
                <a:cs typeface="Georgia"/>
              </a:rPr>
              <a:t>de</a:t>
            </a:r>
            <a:r>
              <a:rPr dirty="0" sz="3000" spc="130">
                <a:latin typeface="Georgia"/>
                <a:cs typeface="Georgia"/>
              </a:rPr>
              <a:t> </a:t>
            </a:r>
            <a:r>
              <a:rPr dirty="0" sz="3000" spc="55">
                <a:latin typeface="Georgia"/>
                <a:cs typeface="Georgia"/>
              </a:rPr>
              <a:t>materia</a:t>
            </a:r>
            <a:r>
              <a:rPr dirty="0" sz="3000" spc="135">
                <a:latin typeface="Georgia"/>
                <a:cs typeface="Georgia"/>
              </a:rPr>
              <a:t> </a:t>
            </a:r>
            <a:r>
              <a:rPr dirty="0" sz="3000">
                <a:latin typeface="Georgia"/>
                <a:cs typeface="Georgia"/>
              </a:rPr>
              <a:t>prima</a:t>
            </a:r>
            <a:r>
              <a:rPr dirty="0" sz="3000" spc="130">
                <a:latin typeface="Georgia"/>
                <a:cs typeface="Georgia"/>
              </a:rPr>
              <a:t> </a:t>
            </a:r>
            <a:r>
              <a:rPr dirty="0" sz="3000" spc="85">
                <a:latin typeface="Georgia"/>
                <a:cs typeface="Georgia"/>
              </a:rPr>
              <a:t>antes</a:t>
            </a:r>
            <a:r>
              <a:rPr dirty="0" sz="3000" spc="135">
                <a:latin typeface="Georgia"/>
                <a:cs typeface="Georgia"/>
              </a:rPr>
              <a:t> </a:t>
            </a:r>
            <a:r>
              <a:rPr dirty="0" sz="3000" spc="114">
                <a:latin typeface="Georgia"/>
                <a:cs typeface="Georgia"/>
              </a:rPr>
              <a:t>de</a:t>
            </a:r>
            <a:r>
              <a:rPr dirty="0" sz="3000" spc="130">
                <a:latin typeface="Georgia"/>
                <a:cs typeface="Georgia"/>
              </a:rPr>
              <a:t> </a:t>
            </a:r>
            <a:r>
              <a:rPr dirty="0" sz="3000" spc="65">
                <a:latin typeface="Georgia"/>
                <a:cs typeface="Georgia"/>
              </a:rPr>
              <a:t>que </a:t>
            </a:r>
            <a:r>
              <a:rPr dirty="0" sz="3000" spc="114">
                <a:latin typeface="Georgia"/>
                <a:cs typeface="Georgia"/>
              </a:rPr>
              <a:t>afecte</a:t>
            </a:r>
            <a:r>
              <a:rPr dirty="0" sz="3000" spc="75">
                <a:latin typeface="Georgia"/>
                <a:cs typeface="Georgia"/>
              </a:rPr>
              <a:t> </a:t>
            </a:r>
            <a:r>
              <a:rPr dirty="0" sz="3000">
                <a:latin typeface="Georgia"/>
                <a:cs typeface="Georgia"/>
              </a:rPr>
              <a:t>la</a:t>
            </a:r>
            <a:r>
              <a:rPr dirty="0" sz="3000" spc="80">
                <a:latin typeface="Georgia"/>
                <a:cs typeface="Georgia"/>
              </a:rPr>
              <a:t> </a:t>
            </a:r>
            <a:r>
              <a:rPr dirty="0" sz="3000" spc="65">
                <a:latin typeface="Georgia"/>
                <a:cs typeface="Georgia"/>
              </a:rPr>
              <a:t>realizacion</a:t>
            </a:r>
            <a:r>
              <a:rPr dirty="0" sz="3000" spc="80">
                <a:latin typeface="Georgia"/>
                <a:cs typeface="Georgia"/>
              </a:rPr>
              <a:t> </a:t>
            </a:r>
            <a:r>
              <a:rPr dirty="0" sz="3000" spc="114">
                <a:latin typeface="Georgia"/>
                <a:cs typeface="Georgia"/>
              </a:rPr>
              <a:t>de</a:t>
            </a:r>
            <a:r>
              <a:rPr dirty="0" sz="3000" spc="80">
                <a:latin typeface="Georgia"/>
                <a:cs typeface="Georgia"/>
              </a:rPr>
              <a:t> </a:t>
            </a:r>
            <a:r>
              <a:rPr dirty="0" sz="3000" spc="75">
                <a:latin typeface="Georgia"/>
                <a:cs typeface="Georgia"/>
              </a:rPr>
              <a:t>pedidos </a:t>
            </a:r>
            <a:r>
              <a:rPr dirty="0" sz="3000">
                <a:latin typeface="Georgia"/>
                <a:cs typeface="Georgia"/>
              </a:rPr>
              <a:t>via</a:t>
            </a:r>
            <a:r>
              <a:rPr dirty="0" sz="3000" spc="80">
                <a:latin typeface="Georgia"/>
                <a:cs typeface="Georgia"/>
              </a:rPr>
              <a:t> </a:t>
            </a:r>
            <a:r>
              <a:rPr dirty="0" sz="3000" spc="70">
                <a:latin typeface="Georgia"/>
                <a:cs typeface="Georgia"/>
              </a:rPr>
              <a:t>notificacion</a:t>
            </a:r>
            <a:endParaRPr sz="3000">
              <a:latin typeface="Georgia"/>
              <a:cs typeface="Georgia"/>
            </a:endParaRPr>
          </a:p>
          <a:p>
            <a:pPr marL="12700" marR="687070">
              <a:lnSpc>
                <a:spcPts val="3090"/>
              </a:lnSpc>
              <a:spcBef>
                <a:spcPts val="3080"/>
              </a:spcBef>
            </a:pPr>
            <a:r>
              <a:rPr dirty="0" sz="3000" spc="65">
                <a:latin typeface="Georgia"/>
                <a:cs typeface="Georgia"/>
              </a:rPr>
              <a:t>Optimizar</a:t>
            </a:r>
            <a:r>
              <a:rPr dirty="0" sz="3000" spc="75">
                <a:latin typeface="Georgia"/>
                <a:cs typeface="Georgia"/>
              </a:rPr>
              <a:t> </a:t>
            </a:r>
            <a:r>
              <a:rPr dirty="0" sz="3000" spc="60">
                <a:latin typeface="Georgia"/>
                <a:cs typeface="Georgia"/>
              </a:rPr>
              <a:t>los</a:t>
            </a:r>
            <a:r>
              <a:rPr dirty="0" sz="3000" spc="75">
                <a:latin typeface="Georgia"/>
                <a:cs typeface="Georgia"/>
              </a:rPr>
              <a:t> </a:t>
            </a:r>
            <a:r>
              <a:rPr dirty="0" sz="3000" spc="130">
                <a:latin typeface="Georgia"/>
                <a:cs typeface="Georgia"/>
              </a:rPr>
              <a:t>costos</a:t>
            </a:r>
            <a:r>
              <a:rPr dirty="0" sz="3000" spc="75">
                <a:latin typeface="Georgia"/>
                <a:cs typeface="Georgia"/>
              </a:rPr>
              <a:t> </a:t>
            </a:r>
            <a:r>
              <a:rPr dirty="0" sz="3000" spc="114">
                <a:latin typeface="Georgia"/>
                <a:cs typeface="Georgia"/>
              </a:rPr>
              <a:t>de</a:t>
            </a:r>
            <a:r>
              <a:rPr dirty="0" sz="3000" spc="80">
                <a:latin typeface="Georgia"/>
                <a:cs typeface="Georgia"/>
              </a:rPr>
              <a:t> </a:t>
            </a:r>
            <a:r>
              <a:rPr dirty="0" sz="3000" spc="50">
                <a:latin typeface="Georgia"/>
                <a:cs typeface="Georgia"/>
              </a:rPr>
              <a:t>adquisición</a:t>
            </a:r>
            <a:r>
              <a:rPr dirty="0" sz="3000" spc="75">
                <a:latin typeface="Georgia"/>
                <a:cs typeface="Georgia"/>
              </a:rPr>
              <a:t> </a:t>
            </a:r>
            <a:r>
              <a:rPr dirty="0" sz="3000" spc="70">
                <a:latin typeface="Georgia"/>
                <a:cs typeface="Georgia"/>
              </a:rPr>
              <a:t>mediante</a:t>
            </a:r>
            <a:r>
              <a:rPr dirty="0" sz="3000" spc="75">
                <a:latin typeface="Georgia"/>
                <a:cs typeface="Georgia"/>
              </a:rPr>
              <a:t> </a:t>
            </a:r>
            <a:r>
              <a:rPr dirty="0" sz="3000" spc="35">
                <a:latin typeface="Georgia"/>
                <a:cs typeface="Georgia"/>
              </a:rPr>
              <a:t>el </a:t>
            </a:r>
            <a:r>
              <a:rPr dirty="0" sz="3000">
                <a:latin typeface="Georgia"/>
                <a:cs typeface="Georgia"/>
              </a:rPr>
              <a:t>análisis</a:t>
            </a:r>
            <a:r>
              <a:rPr dirty="0" sz="3000" spc="100">
                <a:latin typeface="Georgia"/>
                <a:cs typeface="Georgia"/>
              </a:rPr>
              <a:t> </a:t>
            </a:r>
            <a:r>
              <a:rPr dirty="0" sz="3000" spc="114">
                <a:latin typeface="Georgia"/>
                <a:cs typeface="Georgia"/>
              </a:rPr>
              <a:t>de</a:t>
            </a:r>
            <a:r>
              <a:rPr dirty="0" sz="3000" spc="105">
                <a:latin typeface="Georgia"/>
                <a:cs typeface="Georgia"/>
              </a:rPr>
              <a:t> </a:t>
            </a:r>
            <a:r>
              <a:rPr dirty="0" sz="3000" spc="100">
                <a:latin typeface="Georgia"/>
                <a:cs typeface="Georgia"/>
              </a:rPr>
              <a:t>precios</a:t>
            </a:r>
            <a:r>
              <a:rPr dirty="0" sz="3000" spc="105">
                <a:latin typeface="Georgia"/>
                <a:cs typeface="Georgia"/>
              </a:rPr>
              <a:t> entre </a:t>
            </a:r>
            <a:r>
              <a:rPr dirty="0" sz="3000" spc="80">
                <a:latin typeface="Georgia"/>
                <a:cs typeface="Georgia"/>
              </a:rPr>
              <a:t>diferentes</a:t>
            </a:r>
            <a:r>
              <a:rPr dirty="0" sz="3000" spc="105">
                <a:latin typeface="Georgia"/>
                <a:cs typeface="Georgia"/>
              </a:rPr>
              <a:t> </a:t>
            </a:r>
            <a:r>
              <a:rPr dirty="0" sz="3000" spc="95">
                <a:latin typeface="Georgia"/>
                <a:cs typeface="Georgia"/>
              </a:rPr>
              <a:t>proveedores</a:t>
            </a:r>
            <a:r>
              <a:rPr dirty="0" sz="3000" spc="105">
                <a:latin typeface="Georgia"/>
                <a:cs typeface="Georgia"/>
              </a:rPr>
              <a:t> </a:t>
            </a:r>
            <a:r>
              <a:rPr dirty="0" sz="3000" spc="90">
                <a:latin typeface="Georgia"/>
                <a:cs typeface="Georgia"/>
              </a:rPr>
              <a:t>de </a:t>
            </a:r>
            <a:r>
              <a:rPr dirty="0" sz="3000" spc="70">
                <a:latin typeface="Georgia"/>
                <a:cs typeface="Georgia"/>
              </a:rPr>
              <a:t>telas</a:t>
            </a:r>
            <a:r>
              <a:rPr dirty="0" sz="3000" spc="65">
                <a:latin typeface="Georgia"/>
                <a:cs typeface="Georgia"/>
              </a:rPr>
              <a:t> </a:t>
            </a:r>
            <a:r>
              <a:rPr dirty="0" sz="3000" spc="100">
                <a:latin typeface="Georgia"/>
                <a:cs typeface="Georgia"/>
              </a:rPr>
              <a:t>y</a:t>
            </a:r>
            <a:r>
              <a:rPr dirty="0" sz="3000" spc="70">
                <a:latin typeface="Georgia"/>
                <a:cs typeface="Georgia"/>
              </a:rPr>
              <a:t> </a:t>
            </a:r>
            <a:r>
              <a:rPr dirty="0" sz="3000" spc="65">
                <a:latin typeface="Georgia"/>
                <a:cs typeface="Georgia"/>
              </a:rPr>
              <a:t>inzumos</a:t>
            </a:r>
            <a:endParaRPr sz="3000">
              <a:latin typeface="Georgia"/>
              <a:cs typeface="Georgia"/>
            </a:endParaRPr>
          </a:p>
          <a:p>
            <a:pPr marL="12700">
              <a:lnSpc>
                <a:spcPts val="2805"/>
              </a:lnSpc>
            </a:pPr>
            <a:r>
              <a:rPr dirty="0" sz="3000" spc="60">
                <a:latin typeface="Georgia"/>
                <a:cs typeface="Georgia"/>
              </a:rPr>
              <a:t>Mostrar</a:t>
            </a:r>
            <a:r>
              <a:rPr dirty="0" sz="3000" spc="85">
                <a:latin typeface="Georgia"/>
                <a:cs typeface="Georgia"/>
              </a:rPr>
              <a:t> </a:t>
            </a:r>
            <a:r>
              <a:rPr dirty="0" sz="3000" spc="114">
                <a:latin typeface="Georgia"/>
                <a:cs typeface="Georgia"/>
              </a:rPr>
              <a:t>de</a:t>
            </a:r>
            <a:r>
              <a:rPr dirty="0" sz="3000" spc="90">
                <a:latin typeface="Georgia"/>
                <a:cs typeface="Georgia"/>
              </a:rPr>
              <a:t> </a:t>
            </a:r>
            <a:r>
              <a:rPr dirty="0" sz="3000" spc="60">
                <a:latin typeface="Georgia"/>
                <a:cs typeface="Georgia"/>
              </a:rPr>
              <a:t>manera</a:t>
            </a:r>
            <a:r>
              <a:rPr dirty="0" sz="3000" spc="90">
                <a:latin typeface="Georgia"/>
                <a:cs typeface="Georgia"/>
              </a:rPr>
              <a:t> </a:t>
            </a:r>
            <a:r>
              <a:rPr dirty="0" sz="3000" spc="75">
                <a:latin typeface="Georgia"/>
                <a:cs typeface="Georgia"/>
              </a:rPr>
              <a:t>entendible</a:t>
            </a:r>
            <a:r>
              <a:rPr dirty="0" sz="3000" spc="85">
                <a:latin typeface="Georgia"/>
                <a:cs typeface="Georgia"/>
              </a:rPr>
              <a:t> </a:t>
            </a:r>
            <a:r>
              <a:rPr dirty="0" sz="3000" spc="65">
                <a:latin typeface="Georgia"/>
                <a:cs typeface="Georgia"/>
              </a:rPr>
              <a:t>rendimiento</a:t>
            </a:r>
            <a:r>
              <a:rPr dirty="0" sz="3000" spc="90">
                <a:latin typeface="Georgia"/>
                <a:cs typeface="Georgia"/>
              </a:rPr>
              <a:t> </a:t>
            </a:r>
            <a:r>
              <a:rPr dirty="0" sz="3000" spc="65">
                <a:latin typeface="Georgia"/>
                <a:cs typeface="Georgia"/>
              </a:rPr>
              <a:t>financiero</a:t>
            </a:r>
            <a:endParaRPr sz="3000">
              <a:latin typeface="Georgia"/>
              <a:cs typeface="Georgia"/>
            </a:endParaRPr>
          </a:p>
          <a:p>
            <a:pPr marL="12700">
              <a:lnSpc>
                <a:spcPts val="3345"/>
              </a:lnSpc>
            </a:pPr>
            <a:r>
              <a:rPr dirty="0" sz="3000">
                <a:latin typeface="Georgia"/>
                <a:cs typeface="Georgia"/>
              </a:rPr>
              <a:t>ultimo</a:t>
            </a:r>
            <a:r>
              <a:rPr dirty="0" sz="3000" spc="350">
                <a:latin typeface="Georgia"/>
                <a:cs typeface="Georgia"/>
              </a:rPr>
              <a:t> </a:t>
            </a:r>
            <a:r>
              <a:rPr dirty="0" sz="3000" spc="75">
                <a:latin typeface="Georgia"/>
                <a:cs typeface="Georgia"/>
              </a:rPr>
              <a:t>mes</a:t>
            </a:r>
            <a:endParaRPr sz="3000">
              <a:latin typeface="Georgia"/>
              <a:cs typeface="Georgi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39161" y="4312060"/>
            <a:ext cx="123207" cy="12320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39161" y="5488134"/>
            <a:ext cx="123207" cy="12320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39161" y="6664207"/>
            <a:ext cx="123207" cy="12320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39161" y="7840280"/>
            <a:ext cx="123207" cy="1232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9085" rIns="0" bIns="0" rtlCol="0" vert="horz">
            <a:spAutoFit/>
          </a:bodyPr>
          <a:lstStyle/>
          <a:p>
            <a:pPr marL="65405">
              <a:lnSpc>
                <a:spcPct val="100000"/>
              </a:lnSpc>
              <a:spcBef>
                <a:spcPts val="2355"/>
              </a:spcBef>
            </a:pPr>
            <a:r>
              <a:rPr dirty="0" sz="8550" spc="180"/>
              <a:t>Solucíon</a:t>
            </a:r>
            <a:endParaRPr sz="8550"/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3250" spc="65"/>
              <a:t>Desarrollo</a:t>
            </a:r>
            <a:r>
              <a:rPr dirty="0" sz="3250" spc="105"/>
              <a:t> </a:t>
            </a:r>
            <a:r>
              <a:rPr dirty="0" sz="3250" spc="135"/>
              <a:t>de</a:t>
            </a:r>
            <a:r>
              <a:rPr dirty="0" sz="3250" spc="114"/>
              <a:t> </a:t>
            </a:r>
            <a:r>
              <a:rPr dirty="0" sz="3250" spc="75"/>
              <a:t>aplicación</a:t>
            </a:r>
            <a:r>
              <a:rPr dirty="0" sz="3250" spc="114"/>
              <a:t> </a:t>
            </a:r>
            <a:r>
              <a:rPr dirty="0" sz="3250"/>
              <a:t>móvil</a:t>
            </a:r>
            <a:r>
              <a:rPr dirty="0" sz="3250" spc="114"/>
              <a:t> </a:t>
            </a:r>
            <a:r>
              <a:rPr dirty="0" sz="3250" spc="-10"/>
              <a:t>Manami</a:t>
            </a:r>
            <a:endParaRPr sz="3250"/>
          </a:p>
        </p:txBody>
      </p:sp>
      <p:grpSp>
        <p:nvGrpSpPr>
          <p:cNvPr id="3" name="object 3"/>
          <p:cNvGrpSpPr/>
          <p:nvPr/>
        </p:nvGrpSpPr>
        <p:grpSpPr>
          <a:xfrm>
            <a:off x="8599531" y="338811"/>
            <a:ext cx="9688830" cy="9948545"/>
            <a:chOff x="8599531" y="338811"/>
            <a:chExt cx="9688830" cy="99485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94905" y="338811"/>
              <a:ext cx="6393093" cy="994818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9531" y="2700378"/>
              <a:ext cx="3295649" cy="7586621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7921" y="4103132"/>
            <a:ext cx="103697" cy="10369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502876" y="3932152"/>
            <a:ext cx="7766684" cy="3707129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12700" marR="1226185">
              <a:lnSpc>
                <a:spcPts val="2600"/>
              </a:lnSpc>
              <a:spcBef>
                <a:spcPts val="525"/>
              </a:spcBef>
            </a:pPr>
            <a:r>
              <a:rPr dirty="0" sz="2500" spc="55">
                <a:latin typeface="Georgia"/>
                <a:cs typeface="Georgia"/>
              </a:rPr>
              <a:t>Organizador</a:t>
            </a:r>
            <a:r>
              <a:rPr dirty="0" sz="2500" spc="70">
                <a:latin typeface="Georgia"/>
                <a:cs typeface="Georgia"/>
              </a:rPr>
              <a:t> </a:t>
            </a:r>
            <a:r>
              <a:rPr dirty="0" sz="2500" spc="50">
                <a:latin typeface="Georgia"/>
                <a:cs typeface="Georgia"/>
              </a:rPr>
              <a:t>del</a:t>
            </a:r>
            <a:r>
              <a:rPr dirty="0" sz="2500" spc="65">
                <a:latin typeface="Georgia"/>
                <a:cs typeface="Georgia"/>
              </a:rPr>
              <a:t> </a:t>
            </a:r>
            <a:r>
              <a:rPr dirty="0" sz="2500" spc="90">
                <a:latin typeface="Georgia"/>
                <a:cs typeface="Georgia"/>
              </a:rPr>
              <a:t>stock</a:t>
            </a:r>
            <a:r>
              <a:rPr dirty="0" sz="2500" spc="70">
                <a:latin typeface="Georgia"/>
                <a:cs typeface="Georgia"/>
              </a:rPr>
              <a:t> </a:t>
            </a:r>
            <a:r>
              <a:rPr dirty="0" sz="2500" spc="95">
                <a:latin typeface="Georgia"/>
                <a:cs typeface="Georgia"/>
              </a:rPr>
              <a:t>de</a:t>
            </a:r>
            <a:r>
              <a:rPr dirty="0" sz="2500" spc="70">
                <a:latin typeface="Georgia"/>
                <a:cs typeface="Georgia"/>
              </a:rPr>
              <a:t> </a:t>
            </a:r>
            <a:r>
              <a:rPr dirty="0" sz="2500" spc="60">
                <a:latin typeface="Georgia"/>
                <a:cs typeface="Georgia"/>
              </a:rPr>
              <a:t>telas</a:t>
            </a:r>
            <a:r>
              <a:rPr dirty="0" sz="2500" spc="70">
                <a:latin typeface="Georgia"/>
                <a:cs typeface="Georgia"/>
              </a:rPr>
              <a:t> </a:t>
            </a:r>
            <a:r>
              <a:rPr dirty="0" sz="2500" spc="145">
                <a:latin typeface="Georgia"/>
                <a:cs typeface="Georgia"/>
              </a:rPr>
              <a:t>e</a:t>
            </a:r>
            <a:r>
              <a:rPr dirty="0" sz="2500" spc="70">
                <a:latin typeface="Georgia"/>
                <a:cs typeface="Georgia"/>
              </a:rPr>
              <a:t> </a:t>
            </a:r>
            <a:r>
              <a:rPr dirty="0" sz="2500" spc="45">
                <a:latin typeface="Georgia"/>
                <a:cs typeface="Georgia"/>
              </a:rPr>
              <a:t>insumos</a:t>
            </a:r>
            <a:r>
              <a:rPr dirty="0" sz="2500" spc="70">
                <a:latin typeface="Georgia"/>
                <a:cs typeface="Georgia"/>
              </a:rPr>
              <a:t> de </a:t>
            </a:r>
            <a:r>
              <a:rPr dirty="0" sz="2500" spc="55">
                <a:latin typeface="Georgia"/>
                <a:cs typeface="Georgia"/>
              </a:rPr>
              <a:t>costuraría</a:t>
            </a:r>
            <a:r>
              <a:rPr dirty="0" sz="2500" spc="80">
                <a:latin typeface="Georgia"/>
                <a:cs typeface="Georgia"/>
              </a:rPr>
              <a:t> </a:t>
            </a:r>
            <a:r>
              <a:rPr dirty="0" sz="2500" spc="95">
                <a:latin typeface="Georgia"/>
                <a:cs typeface="Georgia"/>
              </a:rPr>
              <a:t>y</a:t>
            </a:r>
            <a:r>
              <a:rPr dirty="0" sz="2500" spc="80">
                <a:latin typeface="Georgia"/>
                <a:cs typeface="Georgia"/>
              </a:rPr>
              <a:t> </a:t>
            </a:r>
            <a:r>
              <a:rPr dirty="0" sz="2500" spc="70">
                <a:latin typeface="Georgia"/>
                <a:cs typeface="Georgia"/>
              </a:rPr>
              <a:t>procesamiento</a:t>
            </a:r>
            <a:r>
              <a:rPr dirty="0" sz="2500" spc="85">
                <a:latin typeface="Georgia"/>
                <a:cs typeface="Georgia"/>
              </a:rPr>
              <a:t> </a:t>
            </a:r>
            <a:r>
              <a:rPr dirty="0" sz="2500" spc="95">
                <a:latin typeface="Georgia"/>
                <a:cs typeface="Georgia"/>
              </a:rPr>
              <a:t>de</a:t>
            </a:r>
            <a:r>
              <a:rPr dirty="0" sz="2500" spc="80">
                <a:latin typeface="Georgia"/>
                <a:cs typeface="Georgia"/>
              </a:rPr>
              <a:t> </a:t>
            </a:r>
            <a:r>
              <a:rPr dirty="0" sz="2500" spc="50">
                <a:latin typeface="Georgia"/>
                <a:cs typeface="Georgia"/>
              </a:rPr>
              <a:t>pedidos</a:t>
            </a:r>
            <a:endParaRPr sz="2500">
              <a:latin typeface="Georgia"/>
              <a:cs typeface="Georgia"/>
            </a:endParaRPr>
          </a:p>
          <a:p>
            <a:pPr marL="12700" marR="549275">
              <a:lnSpc>
                <a:spcPts val="2600"/>
              </a:lnSpc>
              <a:spcBef>
                <a:spcPts val="2595"/>
              </a:spcBef>
            </a:pPr>
            <a:r>
              <a:rPr dirty="0" sz="2500" spc="55">
                <a:latin typeface="Georgia"/>
                <a:cs typeface="Georgia"/>
              </a:rPr>
              <a:t>Reducción</a:t>
            </a:r>
            <a:r>
              <a:rPr dirty="0" sz="2500" spc="90">
                <a:latin typeface="Georgia"/>
                <a:cs typeface="Georgia"/>
              </a:rPr>
              <a:t> </a:t>
            </a:r>
            <a:r>
              <a:rPr dirty="0" sz="2500" spc="95">
                <a:latin typeface="Georgia"/>
                <a:cs typeface="Georgia"/>
              </a:rPr>
              <a:t>de</a:t>
            </a:r>
            <a:r>
              <a:rPr dirty="0" sz="2500" spc="90">
                <a:latin typeface="Georgia"/>
                <a:cs typeface="Georgia"/>
              </a:rPr>
              <a:t> </a:t>
            </a:r>
            <a:r>
              <a:rPr dirty="0" sz="2500">
                <a:latin typeface="Georgia"/>
                <a:cs typeface="Georgia"/>
              </a:rPr>
              <a:t>los</a:t>
            </a:r>
            <a:r>
              <a:rPr dirty="0" sz="2500" spc="95">
                <a:latin typeface="Georgia"/>
                <a:cs typeface="Georgia"/>
              </a:rPr>
              <a:t> </a:t>
            </a:r>
            <a:r>
              <a:rPr dirty="0" sz="2500" spc="85">
                <a:latin typeface="Georgia"/>
                <a:cs typeface="Georgia"/>
              </a:rPr>
              <a:t>costos,</a:t>
            </a:r>
            <a:r>
              <a:rPr dirty="0" sz="2500" spc="90">
                <a:latin typeface="Georgia"/>
                <a:cs typeface="Georgia"/>
              </a:rPr>
              <a:t> </a:t>
            </a:r>
            <a:r>
              <a:rPr dirty="0" sz="2500" spc="60">
                <a:latin typeface="Georgia"/>
                <a:cs typeface="Georgia"/>
              </a:rPr>
              <a:t>comparando</a:t>
            </a:r>
            <a:r>
              <a:rPr dirty="0" sz="2500" spc="95">
                <a:latin typeface="Georgia"/>
                <a:cs typeface="Georgia"/>
              </a:rPr>
              <a:t> </a:t>
            </a:r>
            <a:r>
              <a:rPr dirty="0" sz="2500" spc="80">
                <a:latin typeface="Georgia"/>
                <a:cs typeface="Georgia"/>
              </a:rPr>
              <a:t>precios</a:t>
            </a:r>
            <a:r>
              <a:rPr dirty="0" sz="2500" spc="90">
                <a:latin typeface="Georgia"/>
                <a:cs typeface="Georgia"/>
              </a:rPr>
              <a:t> </a:t>
            </a:r>
            <a:r>
              <a:rPr dirty="0" sz="2500" spc="70">
                <a:latin typeface="Georgia"/>
                <a:cs typeface="Georgia"/>
              </a:rPr>
              <a:t>de </a:t>
            </a:r>
            <a:r>
              <a:rPr dirty="0" sz="2500" spc="75">
                <a:latin typeface="Georgia"/>
                <a:cs typeface="Georgia"/>
              </a:rPr>
              <a:t>proveedores</a:t>
            </a:r>
            <a:r>
              <a:rPr dirty="0" sz="2500" spc="110">
                <a:latin typeface="Georgia"/>
                <a:cs typeface="Georgia"/>
              </a:rPr>
              <a:t> </a:t>
            </a:r>
            <a:r>
              <a:rPr dirty="0" sz="2500" spc="95">
                <a:latin typeface="Georgia"/>
                <a:cs typeface="Georgia"/>
              </a:rPr>
              <a:t>de</a:t>
            </a:r>
            <a:r>
              <a:rPr dirty="0" sz="2500" spc="110">
                <a:latin typeface="Georgia"/>
                <a:cs typeface="Georgia"/>
              </a:rPr>
              <a:t> </a:t>
            </a:r>
            <a:r>
              <a:rPr dirty="0" sz="2500" spc="60">
                <a:latin typeface="Georgia"/>
                <a:cs typeface="Georgia"/>
              </a:rPr>
              <a:t>telas</a:t>
            </a:r>
            <a:r>
              <a:rPr dirty="0" sz="2500" spc="110">
                <a:latin typeface="Georgia"/>
                <a:cs typeface="Georgia"/>
              </a:rPr>
              <a:t> </a:t>
            </a:r>
            <a:r>
              <a:rPr dirty="0" sz="2500" spc="95">
                <a:latin typeface="Georgia"/>
                <a:cs typeface="Georgia"/>
              </a:rPr>
              <a:t>de</a:t>
            </a:r>
            <a:r>
              <a:rPr dirty="0" sz="2500" spc="110">
                <a:latin typeface="Georgia"/>
                <a:cs typeface="Georgia"/>
              </a:rPr>
              <a:t> </a:t>
            </a:r>
            <a:r>
              <a:rPr dirty="0" sz="2500">
                <a:latin typeface="Georgia"/>
                <a:cs typeface="Georgia"/>
              </a:rPr>
              <a:t>forma</a:t>
            </a:r>
            <a:r>
              <a:rPr dirty="0" sz="2500" spc="110">
                <a:latin typeface="Georgia"/>
                <a:cs typeface="Georgia"/>
              </a:rPr>
              <a:t> </a:t>
            </a:r>
            <a:r>
              <a:rPr dirty="0" sz="2500" spc="35">
                <a:latin typeface="Georgia"/>
                <a:cs typeface="Georgia"/>
              </a:rPr>
              <a:t>automatizada</a:t>
            </a:r>
            <a:endParaRPr sz="2500">
              <a:latin typeface="Georgia"/>
              <a:cs typeface="Georgia"/>
            </a:endParaRPr>
          </a:p>
          <a:p>
            <a:pPr marL="12700" marR="5080">
              <a:lnSpc>
                <a:spcPts val="2600"/>
              </a:lnSpc>
              <a:spcBef>
                <a:spcPts val="2595"/>
              </a:spcBef>
            </a:pPr>
            <a:r>
              <a:rPr dirty="0" sz="2500">
                <a:latin typeface="Georgia"/>
                <a:cs typeface="Georgia"/>
              </a:rPr>
              <a:t>Anticipación</a:t>
            </a:r>
            <a:r>
              <a:rPr dirty="0" sz="2500" spc="170">
                <a:latin typeface="Georgia"/>
                <a:cs typeface="Georgia"/>
              </a:rPr>
              <a:t> </a:t>
            </a:r>
            <a:r>
              <a:rPr dirty="0" sz="2500">
                <a:latin typeface="Georgia"/>
                <a:cs typeface="Georgia"/>
              </a:rPr>
              <a:t>a</a:t>
            </a:r>
            <a:r>
              <a:rPr dirty="0" sz="2500" spc="170">
                <a:latin typeface="Georgia"/>
                <a:cs typeface="Georgia"/>
              </a:rPr>
              <a:t> </a:t>
            </a:r>
            <a:r>
              <a:rPr dirty="0" sz="2500">
                <a:latin typeface="Georgia"/>
                <a:cs typeface="Georgia"/>
              </a:rPr>
              <a:t>la</a:t>
            </a:r>
            <a:r>
              <a:rPr dirty="0" sz="2500" spc="175">
                <a:latin typeface="Georgia"/>
                <a:cs typeface="Georgia"/>
              </a:rPr>
              <a:t> </a:t>
            </a:r>
            <a:r>
              <a:rPr dirty="0" sz="2500">
                <a:latin typeface="Georgia"/>
                <a:cs typeface="Georgia"/>
              </a:rPr>
              <a:t>falta</a:t>
            </a:r>
            <a:r>
              <a:rPr dirty="0" sz="2500" spc="170">
                <a:latin typeface="Georgia"/>
                <a:cs typeface="Georgia"/>
              </a:rPr>
              <a:t> </a:t>
            </a:r>
            <a:r>
              <a:rPr dirty="0" sz="2500" spc="95">
                <a:latin typeface="Georgia"/>
                <a:cs typeface="Georgia"/>
              </a:rPr>
              <a:t>de</a:t>
            </a:r>
            <a:r>
              <a:rPr dirty="0" sz="2500" spc="175">
                <a:latin typeface="Georgia"/>
                <a:cs typeface="Georgia"/>
              </a:rPr>
              <a:t> </a:t>
            </a:r>
            <a:r>
              <a:rPr dirty="0" sz="2500">
                <a:latin typeface="Georgia"/>
                <a:cs typeface="Georgia"/>
              </a:rPr>
              <a:t>materia</a:t>
            </a:r>
            <a:r>
              <a:rPr dirty="0" sz="2500" spc="170">
                <a:latin typeface="Georgia"/>
                <a:cs typeface="Georgia"/>
              </a:rPr>
              <a:t> </a:t>
            </a:r>
            <a:r>
              <a:rPr dirty="0" sz="2500">
                <a:latin typeface="Georgia"/>
                <a:cs typeface="Georgia"/>
              </a:rPr>
              <a:t>prima</a:t>
            </a:r>
            <a:r>
              <a:rPr dirty="0" sz="2500" spc="175">
                <a:latin typeface="Georgia"/>
                <a:cs typeface="Georgia"/>
              </a:rPr>
              <a:t> </a:t>
            </a:r>
            <a:r>
              <a:rPr dirty="0" sz="2500" spc="70">
                <a:latin typeface="Georgia"/>
                <a:cs typeface="Georgia"/>
              </a:rPr>
              <a:t>antes</a:t>
            </a:r>
            <a:r>
              <a:rPr dirty="0" sz="2500" spc="170">
                <a:latin typeface="Georgia"/>
                <a:cs typeface="Georgia"/>
              </a:rPr>
              <a:t> </a:t>
            </a:r>
            <a:r>
              <a:rPr dirty="0" sz="2500" spc="95">
                <a:latin typeface="Georgia"/>
                <a:cs typeface="Georgia"/>
              </a:rPr>
              <a:t>de</a:t>
            </a:r>
            <a:r>
              <a:rPr dirty="0" sz="2500" spc="175">
                <a:latin typeface="Georgia"/>
                <a:cs typeface="Georgia"/>
              </a:rPr>
              <a:t> </a:t>
            </a:r>
            <a:r>
              <a:rPr dirty="0" sz="2500" spc="50">
                <a:latin typeface="Georgia"/>
                <a:cs typeface="Georgia"/>
              </a:rPr>
              <a:t>que </a:t>
            </a:r>
            <a:r>
              <a:rPr dirty="0" sz="2500" spc="95">
                <a:latin typeface="Georgia"/>
                <a:cs typeface="Georgia"/>
              </a:rPr>
              <a:t>afecte</a:t>
            </a:r>
            <a:r>
              <a:rPr dirty="0" sz="2500" spc="105">
                <a:latin typeface="Georgia"/>
                <a:cs typeface="Georgia"/>
              </a:rPr>
              <a:t> </a:t>
            </a:r>
            <a:r>
              <a:rPr dirty="0" sz="2500">
                <a:latin typeface="Georgia"/>
                <a:cs typeface="Georgia"/>
              </a:rPr>
              <a:t>los</a:t>
            </a:r>
            <a:r>
              <a:rPr dirty="0" sz="2500" spc="105">
                <a:latin typeface="Georgia"/>
                <a:cs typeface="Georgia"/>
              </a:rPr>
              <a:t> </a:t>
            </a:r>
            <a:r>
              <a:rPr dirty="0" sz="2500" spc="65">
                <a:latin typeface="Georgia"/>
                <a:cs typeface="Georgia"/>
              </a:rPr>
              <a:t>compromisos</a:t>
            </a:r>
            <a:r>
              <a:rPr dirty="0" sz="2500" spc="105">
                <a:latin typeface="Georgia"/>
                <a:cs typeface="Georgia"/>
              </a:rPr>
              <a:t> </a:t>
            </a:r>
            <a:r>
              <a:rPr dirty="0" sz="2500" spc="95">
                <a:latin typeface="Georgia"/>
                <a:cs typeface="Georgia"/>
              </a:rPr>
              <a:t>de</a:t>
            </a:r>
            <a:r>
              <a:rPr dirty="0" sz="2500" spc="110">
                <a:latin typeface="Georgia"/>
                <a:cs typeface="Georgia"/>
              </a:rPr>
              <a:t> </a:t>
            </a:r>
            <a:r>
              <a:rPr dirty="0" sz="2500" spc="65">
                <a:latin typeface="Georgia"/>
                <a:cs typeface="Georgia"/>
              </a:rPr>
              <a:t>entrega</a:t>
            </a:r>
            <a:endParaRPr sz="2500">
              <a:latin typeface="Georgia"/>
              <a:cs typeface="Georgia"/>
            </a:endParaRPr>
          </a:p>
          <a:p>
            <a:pPr marL="12700" marR="668020">
              <a:lnSpc>
                <a:spcPts val="2600"/>
              </a:lnSpc>
              <a:spcBef>
                <a:spcPts val="2595"/>
              </a:spcBef>
            </a:pPr>
            <a:r>
              <a:rPr dirty="0" sz="2500">
                <a:latin typeface="Georgia"/>
                <a:cs typeface="Georgia"/>
              </a:rPr>
              <a:t>Visibilidad</a:t>
            </a:r>
            <a:r>
              <a:rPr dirty="0" sz="2500" spc="100">
                <a:latin typeface="Georgia"/>
                <a:cs typeface="Georgia"/>
              </a:rPr>
              <a:t> </a:t>
            </a:r>
            <a:r>
              <a:rPr dirty="0" sz="2500">
                <a:latin typeface="Georgia"/>
                <a:cs typeface="Georgia"/>
              </a:rPr>
              <a:t>clara</a:t>
            </a:r>
            <a:r>
              <a:rPr dirty="0" sz="2500" spc="105">
                <a:latin typeface="Georgia"/>
                <a:cs typeface="Georgia"/>
              </a:rPr>
              <a:t> </a:t>
            </a:r>
            <a:r>
              <a:rPr dirty="0" sz="2500" spc="95">
                <a:latin typeface="Georgia"/>
                <a:cs typeface="Georgia"/>
              </a:rPr>
              <a:t>y</a:t>
            </a:r>
            <a:r>
              <a:rPr dirty="0" sz="2500" spc="105">
                <a:latin typeface="Georgia"/>
                <a:cs typeface="Georgia"/>
              </a:rPr>
              <a:t> </a:t>
            </a:r>
            <a:r>
              <a:rPr dirty="0" sz="2500" spc="80">
                <a:latin typeface="Georgia"/>
                <a:cs typeface="Georgia"/>
              </a:rPr>
              <a:t>accesible</a:t>
            </a:r>
            <a:r>
              <a:rPr dirty="0" sz="2500" spc="105">
                <a:latin typeface="Georgia"/>
                <a:cs typeface="Georgia"/>
              </a:rPr>
              <a:t> </a:t>
            </a:r>
            <a:r>
              <a:rPr dirty="0" sz="2500" spc="80">
                <a:latin typeface="Georgia"/>
                <a:cs typeface="Georgia"/>
              </a:rPr>
              <a:t>sobre</a:t>
            </a:r>
            <a:r>
              <a:rPr dirty="0" sz="2500" spc="105">
                <a:latin typeface="Georgia"/>
                <a:cs typeface="Georgia"/>
              </a:rPr>
              <a:t> </a:t>
            </a:r>
            <a:r>
              <a:rPr dirty="0" sz="2500" spc="50">
                <a:latin typeface="Georgia"/>
                <a:cs typeface="Georgia"/>
              </a:rPr>
              <a:t>el</a:t>
            </a:r>
            <a:r>
              <a:rPr dirty="0" sz="2500" spc="105">
                <a:latin typeface="Georgia"/>
                <a:cs typeface="Georgia"/>
              </a:rPr>
              <a:t> </a:t>
            </a:r>
            <a:r>
              <a:rPr dirty="0" sz="2500" spc="75">
                <a:latin typeface="Georgia"/>
                <a:cs typeface="Georgia"/>
              </a:rPr>
              <a:t>desempeño </a:t>
            </a:r>
            <a:r>
              <a:rPr dirty="0" sz="2500" spc="55">
                <a:latin typeface="Georgia"/>
                <a:cs typeface="Georgia"/>
              </a:rPr>
              <a:t>operativo</a:t>
            </a:r>
            <a:r>
              <a:rPr dirty="0" sz="2500" spc="105">
                <a:latin typeface="Georgia"/>
                <a:cs typeface="Georgia"/>
              </a:rPr>
              <a:t> </a:t>
            </a:r>
            <a:r>
              <a:rPr dirty="0" sz="2500" spc="95">
                <a:latin typeface="Georgia"/>
                <a:cs typeface="Georgia"/>
              </a:rPr>
              <a:t>y</a:t>
            </a:r>
            <a:r>
              <a:rPr dirty="0" sz="2500" spc="105">
                <a:latin typeface="Georgia"/>
                <a:cs typeface="Georgia"/>
              </a:rPr>
              <a:t> </a:t>
            </a:r>
            <a:r>
              <a:rPr dirty="0" sz="2500" spc="55">
                <a:latin typeface="Georgia"/>
                <a:cs typeface="Georgia"/>
              </a:rPr>
              <a:t>monetario</a:t>
            </a:r>
            <a:r>
              <a:rPr dirty="0" sz="2500" spc="105">
                <a:latin typeface="Georgia"/>
                <a:cs typeface="Georgia"/>
              </a:rPr>
              <a:t> </a:t>
            </a:r>
            <a:r>
              <a:rPr dirty="0" sz="2500" spc="50">
                <a:latin typeface="Georgia"/>
                <a:cs typeface="Georgia"/>
              </a:rPr>
              <a:t>del</a:t>
            </a:r>
            <a:r>
              <a:rPr dirty="0" sz="2500" spc="105">
                <a:latin typeface="Georgia"/>
                <a:cs typeface="Georgia"/>
              </a:rPr>
              <a:t> </a:t>
            </a:r>
            <a:r>
              <a:rPr dirty="0" sz="2500">
                <a:latin typeface="Georgia"/>
                <a:cs typeface="Georgia"/>
              </a:rPr>
              <a:t>último</a:t>
            </a:r>
            <a:r>
              <a:rPr dirty="0" sz="2500" spc="105">
                <a:latin typeface="Georgia"/>
                <a:cs typeface="Georgia"/>
              </a:rPr>
              <a:t> </a:t>
            </a:r>
            <a:r>
              <a:rPr dirty="0" sz="2500" spc="55">
                <a:latin typeface="Georgia"/>
                <a:cs typeface="Georgia"/>
              </a:rPr>
              <a:t>mes</a:t>
            </a:r>
            <a:endParaRPr sz="250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7921" y="5092970"/>
            <a:ext cx="103697" cy="10369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7921" y="6082808"/>
            <a:ext cx="103697" cy="10369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7921" y="7072646"/>
            <a:ext cx="103697" cy="1036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764" y="2187526"/>
            <a:ext cx="2200274" cy="7419973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024705" y="1639919"/>
          <a:ext cx="13834744" cy="67506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8335"/>
                <a:gridCol w="3097529"/>
                <a:gridCol w="9973944"/>
              </a:tblGrid>
              <a:tr h="8007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550" spc="55" b="1">
                          <a:latin typeface="Cambria"/>
                          <a:cs typeface="Cambria"/>
                        </a:rPr>
                        <a:t>ID</a:t>
                      </a:r>
                      <a:endParaRPr sz="1550">
                        <a:latin typeface="Cambria"/>
                        <a:cs typeface="Cambria"/>
                      </a:endParaRPr>
                    </a:p>
                  </a:txBody>
                  <a:tcPr marL="0" marR="0" marB="0" marT="52705">
                    <a:lnL w="38100">
                      <a:solidFill>
                        <a:srgbClr val="2A3244"/>
                      </a:solidFill>
                      <a:prstDash val="solid"/>
                    </a:lnL>
                    <a:lnR w="38100">
                      <a:solidFill>
                        <a:srgbClr val="2A3244"/>
                      </a:solidFill>
                      <a:prstDash val="solid"/>
                    </a:lnR>
                    <a:lnT w="38100">
                      <a:solidFill>
                        <a:srgbClr val="2A3244"/>
                      </a:solidFill>
                      <a:prstDash val="solid"/>
                    </a:lnT>
                    <a:lnB w="38100">
                      <a:solidFill>
                        <a:srgbClr val="2A3244"/>
                      </a:solidFill>
                      <a:prstDash val="solid"/>
                    </a:lnB>
                    <a:solidFill>
                      <a:srgbClr val="5883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550" spc="-10" b="1">
                          <a:latin typeface="Cambria"/>
                          <a:cs typeface="Cambria"/>
                        </a:rPr>
                        <a:t>Nombre</a:t>
                      </a:r>
                      <a:endParaRPr sz="1550">
                        <a:latin typeface="Cambria"/>
                        <a:cs typeface="Cambria"/>
                      </a:endParaRPr>
                    </a:p>
                  </a:txBody>
                  <a:tcPr marL="0" marR="0" marB="0" marT="52705">
                    <a:lnL w="38100">
                      <a:solidFill>
                        <a:srgbClr val="2A3244"/>
                      </a:solidFill>
                      <a:prstDash val="solid"/>
                    </a:lnL>
                    <a:lnR w="38100">
                      <a:solidFill>
                        <a:srgbClr val="2A3244"/>
                      </a:solidFill>
                      <a:prstDash val="solid"/>
                    </a:lnR>
                    <a:lnT w="38100">
                      <a:solidFill>
                        <a:srgbClr val="2A3244"/>
                      </a:solidFill>
                      <a:prstDash val="solid"/>
                    </a:lnT>
                    <a:lnB w="38100">
                      <a:solidFill>
                        <a:srgbClr val="2A3244"/>
                      </a:solidFill>
                      <a:prstDash val="solid"/>
                    </a:lnB>
                    <a:solidFill>
                      <a:srgbClr val="5883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550" spc="-10" b="1">
                          <a:latin typeface="Cambria"/>
                          <a:cs typeface="Cambria"/>
                        </a:rPr>
                        <a:t>Descripcion</a:t>
                      </a:r>
                      <a:endParaRPr sz="1550">
                        <a:latin typeface="Cambria"/>
                        <a:cs typeface="Cambria"/>
                      </a:endParaRPr>
                    </a:p>
                  </a:txBody>
                  <a:tcPr marL="0" marR="0" marB="0" marT="52705">
                    <a:lnL w="38100">
                      <a:solidFill>
                        <a:srgbClr val="2A3244"/>
                      </a:solidFill>
                      <a:prstDash val="solid"/>
                    </a:lnL>
                    <a:lnR w="38100">
                      <a:solidFill>
                        <a:srgbClr val="2A3244"/>
                      </a:solidFill>
                      <a:prstDash val="solid"/>
                    </a:lnR>
                    <a:lnT w="38100">
                      <a:solidFill>
                        <a:srgbClr val="2A3244"/>
                      </a:solidFill>
                      <a:prstDash val="solid"/>
                    </a:lnT>
                    <a:lnB w="38100">
                      <a:solidFill>
                        <a:srgbClr val="2A3244"/>
                      </a:solidFill>
                      <a:prstDash val="solid"/>
                    </a:lnB>
                    <a:solidFill>
                      <a:srgbClr val="58837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550" spc="-50">
                          <a:latin typeface="Georgia"/>
                          <a:cs typeface="Georgia"/>
                        </a:rPr>
                        <a:t>2</a:t>
                      </a:r>
                      <a:endParaRPr sz="1550">
                        <a:latin typeface="Georgia"/>
                        <a:cs typeface="Georgia"/>
                      </a:endParaRPr>
                    </a:p>
                  </a:txBody>
                  <a:tcPr marL="0" marR="0" marB="0" marT="33655">
                    <a:lnL w="38100">
                      <a:solidFill>
                        <a:srgbClr val="2A3244"/>
                      </a:solidFill>
                      <a:prstDash val="solid"/>
                    </a:lnL>
                    <a:lnR w="38100">
                      <a:solidFill>
                        <a:srgbClr val="2A3244"/>
                      </a:solidFill>
                      <a:prstDash val="solid"/>
                    </a:lnR>
                    <a:lnT w="38100">
                      <a:solidFill>
                        <a:srgbClr val="2A3244"/>
                      </a:solidFill>
                      <a:prstDash val="solid"/>
                    </a:lnT>
                    <a:lnB w="38100">
                      <a:solidFill>
                        <a:srgbClr val="2A32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550">
                          <a:latin typeface="Georgia"/>
                          <a:cs typeface="Georgia"/>
                        </a:rPr>
                        <a:t>CRUD</a:t>
                      </a:r>
                      <a:r>
                        <a:rPr dirty="0" sz="1550" spc="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-10">
                          <a:latin typeface="Georgia"/>
                          <a:cs typeface="Georgia"/>
                        </a:rPr>
                        <a:t>PEDIDOS</a:t>
                      </a:r>
                      <a:endParaRPr sz="1550">
                        <a:latin typeface="Georgia"/>
                        <a:cs typeface="Georgia"/>
                      </a:endParaRPr>
                    </a:p>
                  </a:txBody>
                  <a:tcPr marL="0" marR="0" marB="0" marT="33655">
                    <a:lnL w="38100">
                      <a:solidFill>
                        <a:srgbClr val="2A3244"/>
                      </a:solidFill>
                      <a:prstDash val="solid"/>
                    </a:lnL>
                    <a:lnR w="38100">
                      <a:solidFill>
                        <a:srgbClr val="2A3244"/>
                      </a:solidFill>
                      <a:prstDash val="solid"/>
                    </a:lnR>
                    <a:lnT w="38100">
                      <a:solidFill>
                        <a:srgbClr val="2A3244"/>
                      </a:solidFill>
                      <a:prstDash val="solid"/>
                    </a:lnT>
                    <a:lnB w="38100">
                      <a:solidFill>
                        <a:srgbClr val="2A32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 marL="52069">
                        <a:lnSpc>
                          <a:spcPct val="100000"/>
                        </a:lnSpc>
                      </a:pPr>
                      <a:r>
                        <a:rPr dirty="0" sz="1550" spc="10">
                          <a:latin typeface="Georgia"/>
                          <a:cs typeface="Georgia"/>
                        </a:rPr>
                        <a:t>El</a:t>
                      </a:r>
                      <a:r>
                        <a:rPr dirty="0" sz="1550" spc="1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10">
                          <a:latin typeface="Georgia"/>
                          <a:cs typeface="Georgia"/>
                        </a:rPr>
                        <a:t>sistema</a:t>
                      </a:r>
                      <a:r>
                        <a:rPr dirty="0" sz="1550" spc="13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70">
                          <a:latin typeface="Georgia"/>
                          <a:cs typeface="Georgia"/>
                        </a:rPr>
                        <a:t>debe</a:t>
                      </a:r>
                      <a:r>
                        <a:rPr dirty="0" sz="1550" spc="1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10">
                          <a:latin typeface="Georgia"/>
                          <a:cs typeface="Georgia"/>
                        </a:rPr>
                        <a:t>Crear,</a:t>
                      </a:r>
                      <a:r>
                        <a:rPr dirty="0" sz="1550" spc="13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10">
                          <a:latin typeface="Georgia"/>
                          <a:cs typeface="Georgia"/>
                        </a:rPr>
                        <a:t>leer,</a:t>
                      </a:r>
                      <a:r>
                        <a:rPr dirty="0" sz="1550" spc="13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10">
                          <a:latin typeface="Georgia"/>
                          <a:cs typeface="Georgia"/>
                        </a:rPr>
                        <a:t>actualizar</a:t>
                      </a:r>
                      <a:r>
                        <a:rPr dirty="0" sz="1550" spc="1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65">
                          <a:latin typeface="Georgia"/>
                          <a:cs typeface="Georgia"/>
                        </a:rPr>
                        <a:t>y</a:t>
                      </a:r>
                      <a:r>
                        <a:rPr dirty="0" sz="1550" spc="13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10">
                          <a:latin typeface="Georgia"/>
                          <a:cs typeface="Georgia"/>
                        </a:rPr>
                        <a:t>eliminiar</a:t>
                      </a:r>
                      <a:r>
                        <a:rPr dirty="0" sz="1550" spc="1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35">
                          <a:latin typeface="Georgia"/>
                          <a:cs typeface="Georgia"/>
                        </a:rPr>
                        <a:t>pedidos</a:t>
                      </a:r>
                      <a:endParaRPr sz="1550">
                        <a:latin typeface="Georgia"/>
                        <a:cs typeface="Georgia"/>
                      </a:endParaRPr>
                    </a:p>
                  </a:txBody>
                  <a:tcPr marL="0" marR="0" marB="0" marT="33655">
                    <a:lnL w="38100">
                      <a:solidFill>
                        <a:srgbClr val="2A3244"/>
                      </a:solidFill>
                      <a:prstDash val="solid"/>
                    </a:lnL>
                    <a:lnR w="38100">
                      <a:solidFill>
                        <a:srgbClr val="2A3244"/>
                      </a:solidFill>
                      <a:prstDash val="solid"/>
                    </a:lnR>
                    <a:lnT w="38100">
                      <a:solidFill>
                        <a:srgbClr val="2A3244"/>
                      </a:solidFill>
                      <a:prstDash val="solid"/>
                    </a:lnT>
                    <a:lnB w="38100">
                      <a:solidFill>
                        <a:srgbClr val="2A3244"/>
                      </a:solidFill>
                      <a:prstDash val="solid"/>
                    </a:lnB>
                  </a:tcPr>
                </a:tc>
              </a:tr>
              <a:tr h="1037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550" spc="-50">
                          <a:latin typeface="Georgia"/>
                          <a:cs typeface="Georgia"/>
                        </a:rPr>
                        <a:t>4</a:t>
                      </a:r>
                      <a:endParaRPr sz="1550">
                        <a:latin typeface="Georgia"/>
                        <a:cs typeface="Georgia"/>
                      </a:endParaRPr>
                    </a:p>
                  </a:txBody>
                  <a:tcPr marL="0" marR="0" marB="0" marT="167005">
                    <a:lnL w="38100">
                      <a:solidFill>
                        <a:srgbClr val="2A3244"/>
                      </a:solidFill>
                      <a:prstDash val="solid"/>
                    </a:lnL>
                    <a:lnR w="38100">
                      <a:solidFill>
                        <a:srgbClr val="2A3244"/>
                      </a:solidFill>
                      <a:prstDash val="solid"/>
                    </a:lnR>
                    <a:lnT w="38100">
                      <a:solidFill>
                        <a:srgbClr val="2A3244"/>
                      </a:solidFill>
                      <a:prstDash val="solid"/>
                    </a:lnT>
                    <a:lnB w="38100">
                      <a:solidFill>
                        <a:srgbClr val="2A32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550" spc="50">
                          <a:latin typeface="Georgia"/>
                          <a:cs typeface="Georgia"/>
                        </a:rPr>
                        <a:t>Chat</a:t>
                      </a:r>
                      <a:r>
                        <a:rPr dirty="0" sz="1550" spc="4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-25">
                          <a:latin typeface="Georgia"/>
                          <a:cs typeface="Georgia"/>
                        </a:rPr>
                        <a:t>Bot</a:t>
                      </a:r>
                      <a:endParaRPr sz="1550">
                        <a:latin typeface="Georgia"/>
                        <a:cs typeface="Georgia"/>
                      </a:endParaRPr>
                    </a:p>
                  </a:txBody>
                  <a:tcPr marL="0" marR="0" marB="0" marT="167005">
                    <a:lnL w="38100">
                      <a:solidFill>
                        <a:srgbClr val="2A3244"/>
                      </a:solidFill>
                      <a:prstDash val="solid"/>
                    </a:lnL>
                    <a:lnR w="38100">
                      <a:solidFill>
                        <a:srgbClr val="2A3244"/>
                      </a:solidFill>
                      <a:prstDash val="solid"/>
                    </a:lnR>
                    <a:lnT w="38100">
                      <a:solidFill>
                        <a:srgbClr val="2A3244"/>
                      </a:solidFill>
                      <a:prstDash val="solid"/>
                    </a:lnT>
                    <a:lnB w="38100">
                      <a:solidFill>
                        <a:srgbClr val="2A32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58465" marR="436880" indent="-2514600">
                        <a:lnSpc>
                          <a:spcPct val="116900"/>
                        </a:lnSpc>
                        <a:spcBef>
                          <a:spcPts val="1735"/>
                        </a:spcBef>
                      </a:pPr>
                      <a:r>
                        <a:rPr dirty="0" sz="1550">
                          <a:latin typeface="Georgia"/>
                          <a:cs typeface="Georgia"/>
                        </a:rPr>
                        <a:t>El</a:t>
                      </a:r>
                      <a:r>
                        <a:rPr dirty="0" sz="1550" spc="8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sistema</a:t>
                      </a:r>
                      <a:r>
                        <a:rPr dirty="0" sz="1550" spc="8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70">
                          <a:latin typeface="Georgia"/>
                          <a:cs typeface="Georgia"/>
                        </a:rPr>
                        <a:t>debe</a:t>
                      </a:r>
                      <a:r>
                        <a:rPr dirty="0" sz="1550" spc="8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55">
                          <a:latin typeface="Georgia"/>
                          <a:cs typeface="Georgia"/>
                        </a:rPr>
                        <a:t>contar</a:t>
                      </a:r>
                      <a:r>
                        <a:rPr dirty="0" sz="1550" spc="8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75">
                          <a:latin typeface="Georgia"/>
                          <a:cs typeface="Georgia"/>
                        </a:rPr>
                        <a:t>con</a:t>
                      </a:r>
                      <a:r>
                        <a:rPr dirty="0" sz="1550" spc="8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un</a:t>
                      </a:r>
                      <a:r>
                        <a:rPr dirty="0" sz="1550" spc="8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60">
                          <a:latin typeface="Georgia"/>
                          <a:cs typeface="Georgia"/>
                        </a:rPr>
                        <a:t>chatbot</a:t>
                      </a:r>
                      <a:r>
                        <a:rPr dirty="0" sz="1550" spc="8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65">
                          <a:latin typeface="Georgia"/>
                          <a:cs typeface="Georgia"/>
                        </a:rPr>
                        <a:t>capaz</a:t>
                      </a:r>
                      <a:r>
                        <a:rPr dirty="0" sz="1550" spc="8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70">
                          <a:latin typeface="Georgia"/>
                          <a:cs typeface="Georgia"/>
                        </a:rPr>
                        <a:t>de</a:t>
                      </a:r>
                      <a:r>
                        <a:rPr dirty="0" sz="1550" spc="8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50">
                          <a:latin typeface="Georgia"/>
                          <a:cs typeface="Georgia"/>
                        </a:rPr>
                        <a:t>responder</a:t>
                      </a:r>
                      <a:r>
                        <a:rPr dirty="0" sz="1550" spc="8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45">
                          <a:latin typeface="Georgia"/>
                          <a:cs typeface="Georgia"/>
                        </a:rPr>
                        <a:t>consultas</a:t>
                      </a:r>
                      <a:r>
                        <a:rPr dirty="0" sz="1550" spc="8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70">
                          <a:latin typeface="Georgia"/>
                          <a:cs typeface="Georgia"/>
                        </a:rPr>
                        <a:t>de</a:t>
                      </a:r>
                      <a:r>
                        <a:rPr dirty="0" sz="1550" spc="8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usuarios</a:t>
                      </a:r>
                      <a:r>
                        <a:rPr dirty="0" sz="1550" spc="8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55">
                          <a:latin typeface="Georgia"/>
                          <a:cs typeface="Georgia"/>
                        </a:rPr>
                        <a:t>sobre</a:t>
                      </a:r>
                      <a:r>
                        <a:rPr dirty="0" sz="1550" spc="8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50">
                          <a:latin typeface="Georgia"/>
                          <a:cs typeface="Georgia"/>
                        </a:rPr>
                        <a:t>precios</a:t>
                      </a:r>
                      <a:r>
                        <a:rPr dirty="0" sz="1550" spc="8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45">
                          <a:latin typeface="Georgia"/>
                          <a:cs typeface="Georgia"/>
                        </a:rPr>
                        <a:t>de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materiales</a:t>
                      </a:r>
                      <a:r>
                        <a:rPr dirty="0" sz="1550" spc="15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65">
                          <a:latin typeface="Georgia"/>
                          <a:cs typeface="Georgia"/>
                        </a:rPr>
                        <a:t>y</a:t>
                      </a:r>
                      <a:r>
                        <a:rPr dirty="0" sz="1550" spc="15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el</a:t>
                      </a:r>
                      <a:r>
                        <a:rPr dirty="0" sz="1550" spc="15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55">
                          <a:latin typeface="Georgia"/>
                          <a:cs typeface="Georgia"/>
                        </a:rPr>
                        <a:t>estado</a:t>
                      </a:r>
                      <a:r>
                        <a:rPr dirty="0" sz="1550" spc="16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actual</a:t>
                      </a:r>
                      <a:r>
                        <a:rPr dirty="0" sz="1550" spc="15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70">
                          <a:latin typeface="Georgia"/>
                          <a:cs typeface="Georgia"/>
                        </a:rPr>
                        <a:t>de</a:t>
                      </a:r>
                      <a:r>
                        <a:rPr dirty="0" sz="1550" spc="15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los</a:t>
                      </a:r>
                      <a:r>
                        <a:rPr dirty="0" sz="1550" spc="15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-10">
                          <a:latin typeface="Georgia"/>
                          <a:cs typeface="Georgia"/>
                        </a:rPr>
                        <a:t>pedidos.</a:t>
                      </a:r>
                      <a:endParaRPr sz="1550">
                        <a:latin typeface="Georgia"/>
                        <a:cs typeface="Georgia"/>
                      </a:endParaRPr>
                    </a:p>
                  </a:txBody>
                  <a:tcPr marL="0" marR="0" marB="0" marT="220345">
                    <a:lnL w="38100">
                      <a:solidFill>
                        <a:srgbClr val="2A3244"/>
                      </a:solidFill>
                      <a:prstDash val="solid"/>
                    </a:lnL>
                    <a:lnR w="38100">
                      <a:solidFill>
                        <a:srgbClr val="2A3244"/>
                      </a:solidFill>
                      <a:prstDash val="solid"/>
                    </a:lnR>
                    <a:lnT w="38100">
                      <a:solidFill>
                        <a:srgbClr val="2A3244"/>
                      </a:solidFill>
                      <a:prstDash val="solid"/>
                    </a:lnT>
                    <a:lnB w="38100">
                      <a:solidFill>
                        <a:srgbClr val="2A3244"/>
                      </a:solidFill>
                      <a:prstDash val="solid"/>
                    </a:lnB>
                  </a:tcPr>
                </a:tc>
              </a:tr>
              <a:tr h="1037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550" spc="-50">
                          <a:latin typeface="Georgia"/>
                          <a:cs typeface="Georgia"/>
                        </a:rPr>
                        <a:t>7</a:t>
                      </a:r>
                      <a:endParaRPr sz="1550">
                        <a:latin typeface="Georgia"/>
                        <a:cs typeface="Georgia"/>
                      </a:endParaRPr>
                    </a:p>
                  </a:txBody>
                  <a:tcPr marL="0" marR="0" marB="0" marT="167005">
                    <a:lnL w="38100">
                      <a:solidFill>
                        <a:srgbClr val="2A3244"/>
                      </a:solidFill>
                      <a:prstDash val="solid"/>
                    </a:lnL>
                    <a:lnR w="38100">
                      <a:solidFill>
                        <a:srgbClr val="2A3244"/>
                      </a:solidFill>
                      <a:prstDash val="solid"/>
                    </a:lnR>
                    <a:lnT w="38100">
                      <a:solidFill>
                        <a:srgbClr val="2A3244"/>
                      </a:solidFill>
                      <a:prstDash val="solid"/>
                    </a:lnT>
                    <a:lnB w="38100">
                      <a:solidFill>
                        <a:srgbClr val="2A32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550">
                          <a:latin typeface="Georgia"/>
                          <a:cs typeface="Georgia"/>
                        </a:rPr>
                        <a:t>CRUD</a:t>
                      </a:r>
                      <a:r>
                        <a:rPr dirty="0" sz="1550" spc="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-10">
                          <a:latin typeface="Georgia"/>
                          <a:cs typeface="Georgia"/>
                        </a:rPr>
                        <a:t>Inventarios</a:t>
                      </a:r>
                      <a:endParaRPr sz="1550">
                        <a:latin typeface="Georgia"/>
                        <a:cs typeface="Georgia"/>
                      </a:endParaRPr>
                    </a:p>
                  </a:txBody>
                  <a:tcPr marL="0" marR="0" marB="0" marT="33655">
                    <a:lnL w="38100">
                      <a:solidFill>
                        <a:srgbClr val="2A3244"/>
                      </a:solidFill>
                      <a:prstDash val="solid"/>
                    </a:lnL>
                    <a:lnR w="38100">
                      <a:solidFill>
                        <a:srgbClr val="2A3244"/>
                      </a:solidFill>
                      <a:prstDash val="solid"/>
                    </a:lnR>
                    <a:lnT w="38100">
                      <a:solidFill>
                        <a:srgbClr val="2A3244"/>
                      </a:solidFill>
                      <a:prstDash val="solid"/>
                    </a:lnT>
                    <a:lnB w="38100">
                      <a:solidFill>
                        <a:srgbClr val="2A32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550" spc="10">
                          <a:latin typeface="Georgia"/>
                          <a:cs typeface="Georgia"/>
                        </a:rPr>
                        <a:t>El</a:t>
                      </a:r>
                      <a:r>
                        <a:rPr dirty="0" sz="1550" spc="1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10">
                          <a:latin typeface="Georgia"/>
                          <a:cs typeface="Georgia"/>
                        </a:rPr>
                        <a:t>sistema</a:t>
                      </a:r>
                      <a:r>
                        <a:rPr dirty="0" sz="1550" spc="13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70">
                          <a:latin typeface="Georgia"/>
                          <a:cs typeface="Georgia"/>
                        </a:rPr>
                        <a:t>debe</a:t>
                      </a:r>
                      <a:r>
                        <a:rPr dirty="0" sz="1550" spc="1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10">
                          <a:latin typeface="Georgia"/>
                          <a:cs typeface="Georgia"/>
                        </a:rPr>
                        <a:t>Crear,</a:t>
                      </a:r>
                      <a:r>
                        <a:rPr dirty="0" sz="1550" spc="13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10">
                          <a:latin typeface="Georgia"/>
                          <a:cs typeface="Georgia"/>
                        </a:rPr>
                        <a:t>leer,</a:t>
                      </a:r>
                      <a:r>
                        <a:rPr dirty="0" sz="1550" spc="13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10">
                          <a:latin typeface="Georgia"/>
                          <a:cs typeface="Georgia"/>
                        </a:rPr>
                        <a:t>actualizar</a:t>
                      </a:r>
                      <a:r>
                        <a:rPr dirty="0" sz="1550" spc="1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65">
                          <a:latin typeface="Georgia"/>
                          <a:cs typeface="Georgia"/>
                        </a:rPr>
                        <a:t>y</a:t>
                      </a:r>
                      <a:r>
                        <a:rPr dirty="0" sz="1550" spc="13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10">
                          <a:latin typeface="Georgia"/>
                          <a:cs typeface="Georgia"/>
                        </a:rPr>
                        <a:t>eliminiar</a:t>
                      </a:r>
                      <a:r>
                        <a:rPr dirty="0" sz="1550" spc="1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-10">
                          <a:latin typeface="Georgia"/>
                          <a:cs typeface="Georgia"/>
                        </a:rPr>
                        <a:t>Materiales</a:t>
                      </a:r>
                      <a:endParaRPr sz="1550">
                        <a:latin typeface="Georgia"/>
                        <a:cs typeface="Georgia"/>
                      </a:endParaRPr>
                    </a:p>
                  </a:txBody>
                  <a:tcPr marL="0" marR="0" marB="0" marT="167005">
                    <a:lnL w="38100">
                      <a:solidFill>
                        <a:srgbClr val="2A3244"/>
                      </a:solidFill>
                      <a:prstDash val="solid"/>
                    </a:lnL>
                    <a:lnR w="38100">
                      <a:solidFill>
                        <a:srgbClr val="2A3244"/>
                      </a:solidFill>
                      <a:prstDash val="solid"/>
                    </a:lnR>
                    <a:lnT w="38100">
                      <a:solidFill>
                        <a:srgbClr val="2A3244"/>
                      </a:solidFill>
                      <a:prstDash val="solid"/>
                    </a:lnT>
                    <a:lnB w="38100">
                      <a:solidFill>
                        <a:srgbClr val="2A3244"/>
                      </a:solidFill>
                      <a:prstDash val="solid"/>
                    </a:lnB>
                  </a:tcPr>
                </a:tc>
              </a:tr>
              <a:tr h="1037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550" spc="-50">
                          <a:latin typeface="Georgia"/>
                          <a:cs typeface="Georgia"/>
                        </a:rPr>
                        <a:t>9</a:t>
                      </a:r>
                      <a:endParaRPr sz="1550">
                        <a:latin typeface="Georgia"/>
                        <a:cs typeface="Georgia"/>
                      </a:endParaRPr>
                    </a:p>
                  </a:txBody>
                  <a:tcPr marL="0" marR="0" marB="0" marT="167005">
                    <a:lnL w="38100">
                      <a:solidFill>
                        <a:srgbClr val="2A3244"/>
                      </a:solidFill>
                      <a:prstDash val="solid"/>
                    </a:lnL>
                    <a:lnR w="38100">
                      <a:solidFill>
                        <a:srgbClr val="2A3244"/>
                      </a:solidFill>
                      <a:prstDash val="solid"/>
                    </a:lnR>
                    <a:lnT w="38100">
                      <a:solidFill>
                        <a:srgbClr val="2A3244"/>
                      </a:solidFill>
                      <a:prstDash val="solid"/>
                    </a:lnT>
                    <a:lnB w="38100">
                      <a:solidFill>
                        <a:srgbClr val="2A32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9510" marR="438784" indent="-713740">
                        <a:lnSpc>
                          <a:spcPct val="116900"/>
                        </a:lnSpc>
                        <a:spcBef>
                          <a:spcPts val="1735"/>
                        </a:spcBef>
                      </a:pPr>
                      <a:r>
                        <a:rPr dirty="0" sz="1550">
                          <a:latin typeface="Georgia"/>
                          <a:cs typeface="Georgia"/>
                        </a:rPr>
                        <a:t>Dashboard</a:t>
                      </a:r>
                      <a:r>
                        <a:rPr dirty="0" sz="1550" spc="34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-10">
                          <a:latin typeface="Georgia"/>
                          <a:cs typeface="Georgia"/>
                        </a:rPr>
                        <a:t>rendimiento mensual</a:t>
                      </a:r>
                      <a:endParaRPr sz="1550">
                        <a:latin typeface="Georgia"/>
                        <a:cs typeface="Georgia"/>
                      </a:endParaRPr>
                    </a:p>
                  </a:txBody>
                  <a:tcPr marL="0" marR="0" marB="0" marT="220345">
                    <a:lnL w="38100">
                      <a:solidFill>
                        <a:srgbClr val="2A3244"/>
                      </a:solidFill>
                      <a:prstDash val="solid"/>
                    </a:lnL>
                    <a:lnR w="38100">
                      <a:solidFill>
                        <a:srgbClr val="2A3244"/>
                      </a:solidFill>
                      <a:prstDash val="solid"/>
                    </a:lnR>
                    <a:lnT w="38100">
                      <a:solidFill>
                        <a:srgbClr val="2A3244"/>
                      </a:solidFill>
                      <a:prstDash val="solid"/>
                    </a:lnT>
                    <a:lnB w="38100">
                      <a:solidFill>
                        <a:srgbClr val="2A32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45740" marR="372110" indent="-2366010">
                        <a:lnSpc>
                          <a:spcPct val="116900"/>
                        </a:lnSpc>
                        <a:spcBef>
                          <a:spcPts val="1735"/>
                        </a:spcBef>
                      </a:pPr>
                      <a:r>
                        <a:rPr dirty="0" sz="1550" spc="10">
                          <a:latin typeface="Georgia"/>
                          <a:cs typeface="Georgia"/>
                        </a:rPr>
                        <a:t>El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10">
                          <a:latin typeface="Georgia"/>
                          <a:cs typeface="Georgia"/>
                        </a:rPr>
                        <a:t>sistema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70">
                          <a:latin typeface="Georgia"/>
                          <a:cs typeface="Georgia"/>
                        </a:rPr>
                        <a:t>debe</a:t>
                      </a:r>
                      <a:r>
                        <a:rPr dirty="0" sz="1550" spc="1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10">
                          <a:latin typeface="Georgia"/>
                          <a:cs typeface="Georgia"/>
                        </a:rPr>
                        <a:t>calcular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65">
                          <a:latin typeface="Georgia"/>
                          <a:cs typeface="Georgia"/>
                        </a:rPr>
                        <a:t>y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45">
                          <a:latin typeface="Georgia"/>
                          <a:cs typeface="Georgia"/>
                        </a:rPr>
                        <a:t>graficar</a:t>
                      </a:r>
                      <a:r>
                        <a:rPr dirty="0" sz="1550" spc="1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10">
                          <a:latin typeface="Georgia"/>
                          <a:cs typeface="Georgia"/>
                        </a:rPr>
                        <a:t>el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10">
                          <a:latin typeface="Georgia"/>
                          <a:cs typeface="Georgia"/>
                        </a:rPr>
                        <a:t>rendimiento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10">
                          <a:latin typeface="Georgia"/>
                          <a:cs typeface="Georgia"/>
                        </a:rPr>
                        <a:t>mensual,</a:t>
                      </a:r>
                      <a:r>
                        <a:rPr dirty="0" sz="1550" spc="1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50">
                          <a:latin typeface="Georgia"/>
                          <a:cs typeface="Georgia"/>
                        </a:rPr>
                        <a:t>restando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10">
                          <a:latin typeface="Georgia"/>
                          <a:cs typeface="Georgia"/>
                        </a:rPr>
                        <a:t>el</a:t>
                      </a:r>
                      <a:r>
                        <a:rPr dirty="0" sz="1550" spc="1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75">
                          <a:latin typeface="Georgia"/>
                          <a:cs typeface="Georgia"/>
                        </a:rPr>
                        <a:t>costo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10">
                          <a:latin typeface="Georgia"/>
                          <a:cs typeface="Georgia"/>
                        </a:rPr>
                        <a:t>total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70">
                          <a:latin typeface="Georgia"/>
                          <a:cs typeface="Georgia"/>
                        </a:rPr>
                        <a:t>de</a:t>
                      </a:r>
                      <a:r>
                        <a:rPr dirty="0" sz="1550" spc="1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10">
                          <a:latin typeface="Georgia"/>
                          <a:cs typeface="Georgia"/>
                        </a:rPr>
                        <a:t>los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-10">
                          <a:latin typeface="Georgia"/>
                          <a:cs typeface="Georgia"/>
                        </a:rPr>
                        <a:t>materiales </a:t>
                      </a:r>
                      <a:r>
                        <a:rPr dirty="0" sz="1550" spc="45">
                          <a:latin typeface="Georgia"/>
                          <a:cs typeface="Georgia"/>
                        </a:rPr>
                        <a:t>consumidos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a</a:t>
                      </a:r>
                      <a:r>
                        <a:rPr dirty="0" sz="1550" spc="1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las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ganancias</a:t>
                      </a:r>
                      <a:r>
                        <a:rPr dirty="0" sz="1550" spc="1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50">
                          <a:latin typeface="Georgia"/>
                          <a:cs typeface="Georgia"/>
                        </a:rPr>
                        <a:t>netas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70">
                          <a:latin typeface="Georgia"/>
                          <a:cs typeface="Georgia"/>
                        </a:rPr>
                        <a:t>de</a:t>
                      </a:r>
                      <a:r>
                        <a:rPr dirty="0" sz="1550" spc="1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los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35">
                          <a:latin typeface="Georgia"/>
                          <a:cs typeface="Georgia"/>
                        </a:rPr>
                        <a:t>pedidos</a:t>
                      </a:r>
                      <a:endParaRPr sz="1550">
                        <a:latin typeface="Georgia"/>
                        <a:cs typeface="Georgia"/>
                      </a:endParaRPr>
                    </a:p>
                  </a:txBody>
                  <a:tcPr marL="0" marR="0" marB="0" marT="220345">
                    <a:lnL w="38100">
                      <a:solidFill>
                        <a:srgbClr val="2A3244"/>
                      </a:solidFill>
                      <a:prstDash val="solid"/>
                    </a:lnL>
                    <a:lnR w="38100">
                      <a:solidFill>
                        <a:srgbClr val="2A3244"/>
                      </a:solidFill>
                      <a:prstDash val="solid"/>
                    </a:lnR>
                    <a:lnT w="38100">
                      <a:solidFill>
                        <a:srgbClr val="2A3244"/>
                      </a:solidFill>
                      <a:prstDash val="solid"/>
                    </a:lnT>
                    <a:lnB w="38100">
                      <a:solidFill>
                        <a:srgbClr val="2A3244"/>
                      </a:solidFill>
                      <a:prstDash val="solid"/>
                    </a:lnB>
                  </a:tcPr>
                </a:tc>
              </a:tr>
              <a:tr h="1037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550" spc="-25">
                          <a:latin typeface="Georgia"/>
                          <a:cs typeface="Georgia"/>
                        </a:rPr>
                        <a:t>12</a:t>
                      </a:r>
                      <a:endParaRPr sz="1550">
                        <a:latin typeface="Georgia"/>
                        <a:cs typeface="Georgia"/>
                      </a:endParaRPr>
                    </a:p>
                  </a:txBody>
                  <a:tcPr marL="0" marR="0" marB="0" marT="167005">
                    <a:lnL w="38100">
                      <a:solidFill>
                        <a:srgbClr val="2A3244"/>
                      </a:solidFill>
                      <a:prstDash val="solid"/>
                    </a:lnL>
                    <a:lnR w="38100">
                      <a:solidFill>
                        <a:srgbClr val="2A3244"/>
                      </a:solidFill>
                      <a:prstDash val="solid"/>
                    </a:lnR>
                    <a:lnT w="38100">
                      <a:solidFill>
                        <a:srgbClr val="2A3244"/>
                      </a:solidFill>
                      <a:prstDash val="solid"/>
                    </a:lnT>
                    <a:lnB w="38100">
                      <a:solidFill>
                        <a:srgbClr val="2A32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550" spc="50">
                          <a:latin typeface="Georgia"/>
                          <a:cs typeface="Georgia"/>
                        </a:rPr>
                        <a:t>Predicciones </a:t>
                      </a:r>
                      <a:r>
                        <a:rPr dirty="0" sz="1550" spc="-10">
                          <a:latin typeface="Georgia"/>
                          <a:cs typeface="Georgia"/>
                        </a:rPr>
                        <a:t>materiales</a:t>
                      </a:r>
                      <a:endParaRPr sz="1550">
                        <a:latin typeface="Georgia"/>
                        <a:cs typeface="Georgia"/>
                      </a:endParaRPr>
                    </a:p>
                  </a:txBody>
                  <a:tcPr marL="0" marR="0" marB="0" marT="167005">
                    <a:lnL w="38100">
                      <a:solidFill>
                        <a:srgbClr val="2A3244"/>
                      </a:solidFill>
                      <a:prstDash val="solid"/>
                    </a:lnL>
                    <a:lnR w="38100">
                      <a:solidFill>
                        <a:srgbClr val="2A3244"/>
                      </a:solidFill>
                      <a:prstDash val="solid"/>
                    </a:lnR>
                    <a:lnT w="38100">
                      <a:solidFill>
                        <a:srgbClr val="2A3244"/>
                      </a:solidFill>
                      <a:prstDash val="solid"/>
                    </a:lnT>
                    <a:lnB w="38100">
                      <a:solidFill>
                        <a:srgbClr val="2A32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2920" marR="301625" indent="-1464310">
                        <a:lnSpc>
                          <a:spcPct val="116900"/>
                        </a:lnSpc>
                        <a:spcBef>
                          <a:spcPts val="1735"/>
                        </a:spcBef>
                      </a:pPr>
                      <a:r>
                        <a:rPr dirty="0" sz="1550">
                          <a:latin typeface="Georgia"/>
                          <a:cs typeface="Georgia"/>
                        </a:rPr>
                        <a:t>El</a:t>
                      </a:r>
                      <a:r>
                        <a:rPr dirty="0" sz="1550" spc="14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sitema</a:t>
                      </a:r>
                      <a:r>
                        <a:rPr dirty="0" sz="1550" spc="14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70">
                          <a:latin typeface="Georgia"/>
                          <a:cs typeface="Georgia"/>
                        </a:rPr>
                        <a:t>debe</a:t>
                      </a:r>
                      <a:r>
                        <a:rPr dirty="0" sz="1550" spc="14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50">
                          <a:latin typeface="Georgia"/>
                          <a:cs typeface="Georgia"/>
                        </a:rPr>
                        <a:t>predecir</a:t>
                      </a:r>
                      <a:r>
                        <a:rPr dirty="0" sz="1550" spc="14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60">
                          <a:latin typeface="Georgia"/>
                          <a:cs typeface="Georgia"/>
                        </a:rPr>
                        <a:t>en</a:t>
                      </a:r>
                      <a:r>
                        <a:rPr dirty="0" sz="1550" spc="14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50">
                          <a:latin typeface="Georgia"/>
                          <a:cs typeface="Georgia"/>
                        </a:rPr>
                        <a:t>base</a:t>
                      </a:r>
                      <a:r>
                        <a:rPr dirty="0" sz="1550" spc="14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a</a:t>
                      </a:r>
                      <a:r>
                        <a:rPr dirty="0" sz="1550" spc="14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50">
                          <a:latin typeface="Georgia"/>
                          <a:cs typeface="Georgia"/>
                        </a:rPr>
                        <a:t>registros</a:t>
                      </a:r>
                      <a:r>
                        <a:rPr dirty="0" sz="1550" spc="14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65">
                          <a:latin typeface="Georgia"/>
                          <a:cs typeface="Georgia"/>
                        </a:rPr>
                        <a:t>y</a:t>
                      </a:r>
                      <a:r>
                        <a:rPr dirty="0" sz="1550" spc="14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cantidad</a:t>
                      </a:r>
                      <a:r>
                        <a:rPr dirty="0" sz="1550" spc="14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actual</a:t>
                      </a:r>
                      <a:r>
                        <a:rPr dirty="0" sz="1550" spc="14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70">
                          <a:latin typeface="Georgia"/>
                          <a:cs typeface="Georgia"/>
                        </a:rPr>
                        <a:t>de</a:t>
                      </a:r>
                      <a:r>
                        <a:rPr dirty="0" sz="1550" spc="14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materiales</a:t>
                      </a:r>
                      <a:r>
                        <a:rPr dirty="0" sz="1550" spc="14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usando</a:t>
                      </a:r>
                      <a:r>
                        <a:rPr dirty="0" sz="1550" spc="14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45">
                          <a:latin typeface="Georgia"/>
                          <a:cs typeface="Georgia"/>
                        </a:rPr>
                        <a:t>machine</a:t>
                      </a:r>
                      <a:r>
                        <a:rPr dirty="0" sz="1550" spc="14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-10">
                          <a:latin typeface="Georgia"/>
                          <a:cs typeface="Georgia"/>
                        </a:rPr>
                        <a:t>learning,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materiales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55">
                          <a:latin typeface="Georgia"/>
                          <a:cs typeface="Georgia"/>
                        </a:rPr>
                        <a:t>que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60">
                          <a:latin typeface="Georgia"/>
                          <a:cs typeface="Georgia"/>
                        </a:rPr>
                        <a:t>deben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50">
                          <a:latin typeface="Georgia"/>
                          <a:cs typeface="Georgia"/>
                        </a:rPr>
                        <a:t>comprarse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para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55">
                          <a:latin typeface="Georgia"/>
                          <a:cs typeface="Georgia"/>
                        </a:rPr>
                        <a:t>que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50">
                          <a:latin typeface="Georgia"/>
                          <a:cs typeface="Georgia"/>
                        </a:rPr>
                        <a:t>no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haya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falta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70">
                          <a:latin typeface="Georgia"/>
                          <a:cs typeface="Georgia"/>
                        </a:rPr>
                        <a:t>de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-10">
                          <a:latin typeface="Georgia"/>
                          <a:cs typeface="Georgia"/>
                        </a:rPr>
                        <a:t>materiales</a:t>
                      </a:r>
                      <a:endParaRPr sz="1550">
                        <a:latin typeface="Georgia"/>
                        <a:cs typeface="Georgia"/>
                      </a:endParaRPr>
                    </a:p>
                  </a:txBody>
                  <a:tcPr marL="0" marR="0" marB="0" marT="220345">
                    <a:lnL w="38100">
                      <a:solidFill>
                        <a:srgbClr val="2A3244"/>
                      </a:solidFill>
                      <a:prstDash val="solid"/>
                    </a:lnL>
                    <a:lnR w="38100">
                      <a:solidFill>
                        <a:srgbClr val="2A3244"/>
                      </a:solidFill>
                      <a:prstDash val="solid"/>
                    </a:lnR>
                    <a:lnT w="38100">
                      <a:solidFill>
                        <a:srgbClr val="2A3244"/>
                      </a:solidFill>
                      <a:prstDash val="solid"/>
                    </a:lnT>
                    <a:lnB w="38100">
                      <a:solidFill>
                        <a:srgbClr val="2A3244"/>
                      </a:solidFill>
                      <a:prstDash val="solid"/>
                    </a:lnB>
                  </a:tcPr>
                </a:tc>
              </a:tr>
              <a:tr h="1037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550" spc="-25">
                          <a:latin typeface="Georgia"/>
                          <a:cs typeface="Georgia"/>
                        </a:rPr>
                        <a:t>18</a:t>
                      </a:r>
                      <a:endParaRPr sz="1550">
                        <a:latin typeface="Georgia"/>
                        <a:cs typeface="Georgia"/>
                      </a:endParaRPr>
                    </a:p>
                  </a:txBody>
                  <a:tcPr marL="0" marR="0" marB="0" marT="167005">
                    <a:lnL w="38100">
                      <a:solidFill>
                        <a:srgbClr val="2A3244"/>
                      </a:solidFill>
                      <a:prstDash val="solid"/>
                    </a:lnL>
                    <a:lnR w="38100">
                      <a:solidFill>
                        <a:srgbClr val="2A3244"/>
                      </a:solidFill>
                      <a:prstDash val="solid"/>
                    </a:lnR>
                    <a:lnT w="38100">
                      <a:solidFill>
                        <a:srgbClr val="2A3244"/>
                      </a:solidFill>
                      <a:prstDash val="solid"/>
                    </a:lnT>
                    <a:lnB w="38100">
                      <a:solidFill>
                        <a:srgbClr val="2A32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2375" marR="240029" indent="-974725">
                        <a:lnSpc>
                          <a:spcPct val="116900"/>
                        </a:lnSpc>
                        <a:spcBef>
                          <a:spcPts val="1735"/>
                        </a:spcBef>
                      </a:pPr>
                      <a:r>
                        <a:rPr dirty="0" sz="1550">
                          <a:latin typeface="Georgia"/>
                          <a:cs typeface="Georgia"/>
                        </a:rPr>
                        <a:t>Vista</a:t>
                      </a:r>
                      <a:r>
                        <a:rPr dirty="0" sz="1550" spc="18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70">
                          <a:latin typeface="Georgia"/>
                          <a:cs typeface="Georgia"/>
                        </a:rPr>
                        <a:t>de</a:t>
                      </a:r>
                      <a:r>
                        <a:rPr dirty="0" sz="1550" spc="19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Pedidos</a:t>
                      </a:r>
                      <a:r>
                        <a:rPr dirty="0" sz="1550" spc="19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Próximos</a:t>
                      </a:r>
                      <a:r>
                        <a:rPr dirty="0" sz="1550" spc="19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-50">
                          <a:latin typeface="Georgia"/>
                          <a:cs typeface="Georgia"/>
                        </a:rPr>
                        <a:t>a </a:t>
                      </a:r>
                      <a:r>
                        <a:rPr dirty="0" sz="1550" spc="40">
                          <a:latin typeface="Georgia"/>
                          <a:cs typeface="Georgia"/>
                        </a:rPr>
                        <a:t>Vencer</a:t>
                      </a:r>
                      <a:endParaRPr sz="1550">
                        <a:latin typeface="Georgia"/>
                        <a:cs typeface="Georgia"/>
                      </a:endParaRPr>
                    </a:p>
                  </a:txBody>
                  <a:tcPr marL="0" marR="0" marB="0" marT="220345">
                    <a:lnL w="38100">
                      <a:solidFill>
                        <a:srgbClr val="2A3244"/>
                      </a:solidFill>
                      <a:prstDash val="solid"/>
                    </a:lnL>
                    <a:lnR w="38100">
                      <a:solidFill>
                        <a:srgbClr val="2A3244"/>
                      </a:solidFill>
                      <a:prstDash val="solid"/>
                    </a:lnR>
                    <a:lnT w="38100">
                      <a:solidFill>
                        <a:srgbClr val="2A3244"/>
                      </a:solidFill>
                      <a:prstDash val="solid"/>
                    </a:lnT>
                    <a:lnB w="38100">
                      <a:solidFill>
                        <a:srgbClr val="2A32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33065" marR="259715" indent="-2666365">
                        <a:lnSpc>
                          <a:spcPct val="116900"/>
                        </a:lnSpc>
                        <a:spcBef>
                          <a:spcPts val="1735"/>
                        </a:spcBef>
                      </a:pPr>
                      <a:r>
                        <a:rPr dirty="0" sz="1550">
                          <a:latin typeface="Georgia"/>
                          <a:cs typeface="Georgia"/>
                        </a:rPr>
                        <a:t>Al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ingresar</a:t>
                      </a:r>
                      <a:r>
                        <a:rPr dirty="0" sz="1550" spc="1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a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la</a:t>
                      </a:r>
                      <a:r>
                        <a:rPr dirty="0" sz="1550" spc="1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65">
                          <a:latin typeface="Georgia"/>
                          <a:cs typeface="Georgia"/>
                        </a:rPr>
                        <a:t>sección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70">
                          <a:latin typeface="Georgia"/>
                          <a:cs typeface="Georgia"/>
                        </a:rPr>
                        <a:t>de</a:t>
                      </a:r>
                      <a:r>
                        <a:rPr dirty="0" sz="1550" spc="1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Pedidos,</a:t>
                      </a:r>
                      <a:r>
                        <a:rPr dirty="0" sz="1550" spc="1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el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sistema</a:t>
                      </a:r>
                      <a:r>
                        <a:rPr dirty="0" sz="1550" spc="1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70">
                          <a:latin typeface="Georgia"/>
                          <a:cs typeface="Georgia"/>
                        </a:rPr>
                        <a:t>debe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45">
                          <a:latin typeface="Georgia"/>
                          <a:cs typeface="Georgia"/>
                        </a:rPr>
                        <a:t>desplegar</a:t>
                      </a:r>
                      <a:r>
                        <a:rPr dirty="0" sz="1550" spc="1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70">
                          <a:latin typeface="Georgia"/>
                          <a:cs typeface="Georgia"/>
                        </a:rPr>
                        <a:t>de</a:t>
                      </a:r>
                      <a:r>
                        <a:rPr dirty="0" sz="1550" spc="1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forma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prioritaria</a:t>
                      </a:r>
                      <a:r>
                        <a:rPr dirty="0" sz="1550" spc="1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60">
                          <a:latin typeface="Georgia"/>
                          <a:cs typeface="Georgia"/>
                        </a:rPr>
                        <a:t>en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la</a:t>
                      </a:r>
                      <a:r>
                        <a:rPr dirty="0" sz="1550" spc="1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55">
                          <a:latin typeface="Georgia"/>
                          <a:cs typeface="Georgia"/>
                        </a:rPr>
                        <a:t>parte</a:t>
                      </a:r>
                      <a:r>
                        <a:rPr dirty="0" sz="155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-10">
                          <a:latin typeface="Georgia"/>
                          <a:cs typeface="Georgia"/>
                        </a:rPr>
                        <a:t>superior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los</a:t>
                      </a:r>
                      <a:r>
                        <a:rPr dirty="0" sz="1550" spc="55">
                          <a:latin typeface="Georgia"/>
                          <a:cs typeface="Georgia"/>
                        </a:rPr>
                        <a:t> tres</a:t>
                      </a:r>
                      <a:r>
                        <a:rPr dirty="0" sz="1550" spc="6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45">
                          <a:latin typeface="Georgia"/>
                          <a:cs typeface="Georgia"/>
                        </a:rPr>
                        <a:t>pedidos</a:t>
                      </a:r>
                      <a:r>
                        <a:rPr dirty="0" sz="1550" spc="6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75">
                          <a:latin typeface="Georgia"/>
                          <a:cs typeface="Georgia"/>
                        </a:rPr>
                        <a:t>con</a:t>
                      </a:r>
                      <a:r>
                        <a:rPr dirty="0" sz="1550" spc="5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>
                          <a:latin typeface="Georgia"/>
                          <a:cs typeface="Georgia"/>
                        </a:rPr>
                        <a:t>la</a:t>
                      </a:r>
                      <a:r>
                        <a:rPr dirty="0" sz="1550" spc="6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55">
                          <a:latin typeface="Georgia"/>
                          <a:cs typeface="Georgia"/>
                        </a:rPr>
                        <a:t>fecha</a:t>
                      </a:r>
                      <a:r>
                        <a:rPr dirty="0" sz="1550" spc="6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70">
                          <a:latin typeface="Georgia"/>
                          <a:cs typeface="Georgia"/>
                        </a:rPr>
                        <a:t>de</a:t>
                      </a:r>
                      <a:r>
                        <a:rPr dirty="0" sz="1550" spc="6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550" spc="35">
                          <a:latin typeface="Georgia"/>
                          <a:cs typeface="Georgia"/>
                        </a:rPr>
                        <a:t>vencimiento</a:t>
                      </a:r>
                      <a:endParaRPr sz="1550">
                        <a:latin typeface="Georgia"/>
                        <a:cs typeface="Georgia"/>
                      </a:endParaRPr>
                    </a:p>
                  </a:txBody>
                  <a:tcPr marL="0" marR="0" marB="0" marT="220345">
                    <a:lnL w="38100">
                      <a:solidFill>
                        <a:srgbClr val="2A3244"/>
                      </a:solidFill>
                      <a:prstDash val="solid"/>
                    </a:lnL>
                    <a:lnR w="38100">
                      <a:solidFill>
                        <a:srgbClr val="2A3244"/>
                      </a:solidFill>
                      <a:prstDash val="solid"/>
                    </a:lnR>
                    <a:lnT w="38100">
                      <a:solidFill>
                        <a:srgbClr val="2A3244"/>
                      </a:solidFill>
                      <a:prstDash val="solid"/>
                    </a:lnT>
                    <a:lnB w="38100">
                      <a:solidFill>
                        <a:srgbClr val="2A324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985868" y="287980"/>
            <a:ext cx="1246822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0"/>
              <a:t>REQUERIMIENTOS</a:t>
            </a:r>
            <a:r>
              <a:rPr dirty="0" spc="-250"/>
              <a:t> </a:t>
            </a:r>
            <a:r>
              <a:rPr dirty="0" spc="-45"/>
              <a:t>FUNCIONALES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309" y="1979812"/>
            <a:ext cx="2400299" cy="7419974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027129" y="1842814"/>
          <a:ext cx="15062200" cy="7470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0720"/>
                <a:gridCol w="3095625"/>
                <a:gridCol w="8649335"/>
                <a:gridCol w="2520314"/>
              </a:tblGrid>
              <a:tr h="1116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800" spc="55" b="1">
                          <a:latin typeface="Cambria"/>
                          <a:cs typeface="Cambria"/>
                        </a:rPr>
                        <a:t>ID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146685">
                    <a:lnL w="38100">
                      <a:solidFill>
                        <a:srgbClr val="FFD599"/>
                      </a:solidFill>
                      <a:prstDash val="solid"/>
                    </a:lnL>
                    <a:lnR w="38100">
                      <a:solidFill>
                        <a:srgbClr val="FFD599"/>
                      </a:solidFill>
                      <a:prstDash val="solid"/>
                    </a:lnR>
                    <a:lnT w="38100">
                      <a:solidFill>
                        <a:srgbClr val="FFD599"/>
                      </a:solidFill>
                      <a:prstDash val="solid"/>
                    </a:lnT>
                    <a:lnB w="38100">
                      <a:solidFill>
                        <a:srgbClr val="FFD599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800" spc="-10" b="1">
                          <a:latin typeface="Cambria"/>
                          <a:cs typeface="Cambria"/>
                        </a:rPr>
                        <a:t>Nombre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146685">
                    <a:lnL w="38100">
                      <a:solidFill>
                        <a:srgbClr val="FFD599"/>
                      </a:solidFill>
                      <a:prstDash val="solid"/>
                    </a:lnL>
                    <a:lnR w="38100">
                      <a:solidFill>
                        <a:srgbClr val="FFD599"/>
                      </a:solidFill>
                      <a:prstDash val="solid"/>
                    </a:lnR>
                    <a:lnT w="38100">
                      <a:solidFill>
                        <a:srgbClr val="FFD599"/>
                      </a:solidFill>
                      <a:prstDash val="solid"/>
                    </a:lnT>
                    <a:lnB w="38100">
                      <a:solidFill>
                        <a:srgbClr val="FFD599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800" spc="-10" b="1">
                          <a:latin typeface="Cambria"/>
                          <a:cs typeface="Cambria"/>
                        </a:rPr>
                        <a:t>Descripcion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146685">
                    <a:lnL w="38100">
                      <a:solidFill>
                        <a:srgbClr val="FFD599"/>
                      </a:solidFill>
                      <a:prstDash val="solid"/>
                    </a:lnL>
                    <a:lnR w="38100">
                      <a:solidFill>
                        <a:srgbClr val="FFD599"/>
                      </a:solidFill>
                      <a:prstDash val="solid"/>
                    </a:lnR>
                    <a:lnT w="38100">
                      <a:solidFill>
                        <a:srgbClr val="FFD599"/>
                      </a:solidFill>
                      <a:prstDash val="solid"/>
                    </a:lnT>
                    <a:lnB w="38100">
                      <a:solidFill>
                        <a:srgbClr val="FFD599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800" b="1">
                          <a:latin typeface="Cambria"/>
                          <a:cs typeface="Cambria"/>
                        </a:rPr>
                        <a:t>Atributo</a:t>
                      </a:r>
                      <a:r>
                        <a:rPr dirty="0" sz="1800" spc="275" b="1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-10" b="1">
                          <a:latin typeface="Cambria"/>
                          <a:cs typeface="Cambria"/>
                        </a:rPr>
                        <a:t>calidad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146685">
                    <a:lnL w="38100">
                      <a:solidFill>
                        <a:srgbClr val="FFD599"/>
                      </a:solidFill>
                      <a:prstDash val="solid"/>
                    </a:lnL>
                    <a:lnR w="38100">
                      <a:solidFill>
                        <a:srgbClr val="FFD599"/>
                      </a:solidFill>
                      <a:prstDash val="solid"/>
                    </a:lnR>
                    <a:lnT w="38100">
                      <a:solidFill>
                        <a:srgbClr val="FFD599"/>
                      </a:solidFill>
                      <a:prstDash val="solid"/>
                    </a:lnT>
                    <a:lnB w="38100">
                      <a:solidFill>
                        <a:srgbClr val="FFD599"/>
                      </a:solidFill>
                      <a:prstDash val="solid"/>
                    </a:lnB>
                    <a:solidFill>
                      <a:srgbClr val="FFEBCC"/>
                    </a:solidFill>
                  </a:tcPr>
                </a:tc>
              </a:tr>
              <a:tr h="1123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Georgia"/>
                          <a:cs typeface="Georgia"/>
                        </a:rPr>
                        <a:t>1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B="0" marT="156210">
                    <a:lnL w="38100">
                      <a:solidFill>
                        <a:srgbClr val="FFD599"/>
                      </a:solidFill>
                      <a:prstDash val="solid"/>
                    </a:lnL>
                    <a:lnR w="38100">
                      <a:solidFill>
                        <a:srgbClr val="FFD599"/>
                      </a:solidFill>
                      <a:prstDash val="solid"/>
                    </a:lnR>
                    <a:lnT w="38100">
                      <a:solidFill>
                        <a:srgbClr val="FFD599"/>
                      </a:solidFill>
                      <a:prstDash val="solid"/>
                    </a:lnT>
                    <a:lnB w="38100">
                      <a:solidFill>
                        <a:srgbClr val="FFD5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800">
                          <a:latin typeface="Georgia"/>
                          <a:cs typeface="Georgia"/>
                        </a:rPr>
                        <a:t>Estados</a:t>
                      </a:r>
                      <a:r>
                        <a:rPr dirty="0" sz="1800" spc="15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60">
                          <a:latin typeface="Georgia"/>
                          <a:cs typeface="Georgia"/>
                        </a:rPr>
                        <a:t>de</a:t>
                      </a:r>
                      <a:r>
                        <a:rPr dirty="0" sz="1800" spc="15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-10">
                          <a:latin typeface="Georgia"/>
                          <a:cs typeface="Georgia"/>
                        </a:rPr>
                        <a:t>pedidos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B="0" marT="156210">
                    <a:lnL w="38100">
                      <a:solidFill>
                        <a:srgbClr val="FFD599"/>
                      </a:solidFill>
                      <a:prstDash val="solid"/>
                    </a:lnL>
                    <a:lnR w="38100">
                      <a:solidFill>
                        <a:srgbClr val="FFD599"/>
                      </a:solidFill>
                      <a:prstDash val="solid"/>
                    </a:lnR>
                    <a:lnT w="38100">
                      <a:solidFill>
                        <a:srgbClr val="FFD599"/>
                      </a:solidFill>
                      <a:prstDash val="solid"/>
                    </a:lnT>
                    <a:lnB w="38100">
                      <a:solidFill>
                        <a:srgbClr val="FFD5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4120" marR="302895" indent="-904240">
                        <a:lnSpc>
                          <a:spcPct val="114599"/>
                        </a:lnSpc>
                        <a:spcBef>
                          <a:spcPts val="1710"/>
                        </a:spcBef>
                      </a:pPr>
                      <a:r>
                        <a:rPr dirty="0" sz="1800">
                          <a:latin typeface="Georgia"/>
                          <a:cs typeface="Georgia"/>
                        </a:rPr>
                        <a:t>los</a:t>
                      </a:r>
                      <a:r>
                        <a:rPr dirty="0" sz="180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55">
                          <a:latin typeface="Georgia"/>
                          <a:cs typeface="Georgia"/>
                        </a:rPr>
                        <a:t>estados</a:t>
                      </a:r>
                      <a:r>
                        <a:rPr dirty="0" sz="180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60">
                          <a:latin typeface="Georgia"/>
                          <a:cs typeface="Georgia"/>
                        </a:rPr>
                        <a:t>de</a:t>
                      </a:r>
                      <a:r>
                        <a:rPr dirty="0" sz="180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los</a:t>
                      </a:r>
                      <a:r>
                        <a:rPr dirty="0" sz="180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materiales</a:t>
                      </a:r>
                      <a:r>
                        <a:rPr dirty="0" sz="1800" spc="1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55">
                          <a:latin typeface="Georgia"/>
                          <a:cs typeface="Georgia"/>
                        </a:rPr>
                        <a:t>deben</a:t>
                      </a:r>
                      <a:r>
                        <a:rPr dirty="0" sz="180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60">
                          <a:latin typeface="Georgia"/>
                          <a:cs typeface="Georgia"/>
                        </a:rPr>
                        <a:t>ser</a:t>
                      </a:r>
                      <a:r>
                        <a:rPr dirty="0" sz="180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rojo</a:t>
                      </a:r>
                      <a:r>
                        <a:rPr dirty="0" sz="180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para</a:t>
                      </a:r>
                      <a:r>
                        <a:rPr dirty="0" sz="1800" spc="12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pedido</a:t>
                      </a:r>
                      <a:r>
                        <a:rPr dirty="0" sz="180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no</a:t>
                      </a:r>
                      <a:r>
                        <a:rPr dirty="0" sz="180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50">
                          <a:latin typeface="Georgia"/>
                          <a:cs typeface="Georgia"/>
                        </a:rPr>
                        <a:t>completado</a:t>
                      </a:r>
                      <a:r>
                        <a:rPr dirty="0" sz="1800" spc="12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-20">
                          <a:latin typeface="Georgia"/>
                          <a:cs typeface="Georgia"/>
                        </a:rPr>
                        <a:t>gris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para</a:t>
                      </a:r>
                      <a:r>
                        <a:rPr dirty="0" sz="1800" spc="16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pedido</a:t>
                      </a:r>
                      <a:r>
                        <a:rPr dirty="0" sz="1800" spc="16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no</a:t>
                      </a:r>
                      <a:r>
                        <a:rPr dirty="0" sz="1800" spc="16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60">
                          <a:latin typeface="Georgia"/>
                          <a:cs typeface="Georgia"/>
                        </a:rPr>
                        <a:t>empezado</a:t>
                      </a:r>
                      <a:r>
                        <a:rPr dirty="0" sz="1800" spc="16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60">
                          <a:latin typeface="Georgia"/>
                          <a:cs typeface="Georgia"/>
                        </a:rPr>
                        <a:t>y</a:t>
                      </a:r>
                      <a:r>
                        <a:rPr dirty="0" sz="1800" spc="16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verde</a:t>
                      </a:r>
                      <a:r>
                        <a:rPr dirty="0" sz="1800" spc="16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para</a:t>
                      </a:r>
                      <a:r>
                        <a:rPr dirty="0" sz="1800" spc="16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pedido</a:t>
                      </a:r>
                      <a:r>
                        <a:rPr dirty="0" sz="1800" spc="16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40">
                          <a:latin typeface="Georgia"/>
                          <a:cs typeface="Georgia"/>
                        </a:rPr>
                        <a:t>completado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B="0" marT="217170">
                    <a:lnL w="38100">
                      <a:solidFill>
                        <a:srgbClr val="FFD599"/>
                      </a:solidFill>
                      <a:prstDash val="solid"/>
                    </a:lnL>
                    <a:lnR w="38100">
                      <a:solidFill>
                        <a:srgbClr val="FFD599"/>
                      </a:solidFill>
                      <a:prstDash val="solid"/>
                    </a:lnR>
                    <a:lnT w="38100">
                      <a:solidFill>
                        <a:srgbClr val="FFD599"/>
                      </a:solidFill>
                      <a:prstDash val="solid"/>
                    </a:lnT>
                    <a:lnB w="38100">
                      <a:solidFill>
                        <a:srgbClr val="FFD5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800" spc="-10">
                          <a:latin typeface="Georgia"/>
                          <a:cs typeface="Georgia"/>
                        </a:rPr>
                        <a:t>Usabilidad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B="0" marT="156210">
                    <a:lnL w="38100">
                      <a:solidFill>
                        <a:srgbClr val="FFD599"/>
                      </a:solidFill>
                      <a:prstDash val="solid"/>
                    </a:lnL>
                    <a:lnR w="38100">
                      <a:solidFill>
                        <a:srgbClr val="FFD599"/>
                      </a:solidFill>
                      <a:prstDash val="solid"/>
                    </a:lnR>
                    <a:lnT w="38100">
                      <a:solidFill>
                        <a:srgbClr val="FFD599"/>
                      </a:solidFill>
                      <a:prstDash val="solid"/>
                    </a:lnT>
                    <a:lnB w="38100">
                      <a:solidFill>
                        <a:srgbClr val="FFD599"/>
                      </a:solidFill>
                      <a:prstDash val="solid"/>
                    </a:lnB>
                  </a:tcPr>
                </a:tc>
              </a:tr>
              <a:tr h="1123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Georgia"/>
                          <a:cs typeface="Georgia"/>
                        </a:rPr>
                        <a:t>3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B="0" marT="156210">
                    <a:lnL w="38100">
                      <a:solidFill>
                        <a:srgbClr val="FFD599"/>
                      </a:solidFill>
                      <a:prstDash val="solid"/>
                    </a:lnL>
                    <a:lnR w="38100">
                      <a:solidFill>
                        <a:srgbClr val="FFD599"/>
                      </a:solidFill>
                      <a:prstDash val="solid"/>
                    </a:lnR>
                    <a:lnT w="38100">
                      <a:solidFill>
                        <a:srgbClr val="FFD599"/>
                      </a:solidFill>
                      <a:prstDash val="solid"/>
                    </a:lnT>
                    <a:lnB w="38100">
                      <a:solidFill>
                        <a:srgbClr val="FFD5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6480" marR="469265" indent="-569595">
                        <a:lnSpc>
                          <a:spcPct val="114599"/>
                        </a:lnSpc>
                        <a:spcBef>
                          <a:spcPts val="1710"/>
                        </a:spcBef>
                      </a:pPr>
                      <a:r>
                        <a:rPr dirty="0" sz="1800">
                          <a:latin typeface="Georgia"/>
                          <a:cs typeface="Georgia"/>
                        </a:rPr>
                        <a:t>Encriptado</a:t>
                      </a:r>
                      <a:r>
                        <a:rPr dirty="0" sz="1800" spc="21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60">
                          <a:latin typeface="Georgia"/>
                          <a:cs typeface="Georgia"/>
                        </a:rPr>
                        <a:t>de</a:t>
                      </a:r>
                      <a:r>
                        <a:rPr dirty="0" sz="1800" spc="21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-20">
                          <a:latin typeface="Georgia"/>
                          <a:cs typeface="Georgia"/>
                        </a:rPr>
                        <a:t>datos </a:t>
                      </a:r>
                      <a:r>
                        <a:rPr dirty="0" sz="1800" spc="-10">
                          <a:latin typeface="Georgia"/>
                          <a:cs typeface="Georgia"/>
                        </a:rPr>
                        <a:t>delicados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B="0" marT="217170">
                    <a:lnL w="38100">
                      <a:solidFill>
                        <a:srgbClr val="FFD599"/>
                      </a:solidFill>
                      <a:prstDash val="solid"/>
                    </a:lnL>
                    <a:lnR w="38100">
                      <a:solidFill>
                        <a:srgbClr val="FFD599"/>
                      </a:solidFill>
                      <a:prstDash val="solid"/>
                    </a:lnR>
                    <a:lnT w="38100">
                      <a:solidFill>
                        <a:srgbClr val="FFD599"/>
                      </a:solidFill>
                      <a:prstDash val="solid"/>
                    </a:lnT>
                    <a:lnB w="38100">
                      <a:solidFill>
                        <a:srgbClr val="FFD5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0830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Georgia"/>
                          <a:cs typeface="Georgia"/>
                        </a:rPr>
                        <a:t>Cifrado</a:t>
                      </a:r>
                      <a:r>
                        <a:rPr dirty="0" sz="1800" spc="16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60">
                          <a:latin typeface="Georgia"/>
                          <a:cs typeface="Georgia"/>
                        </a:rPr>
                        <a:t>de</a:t>
                      </a:r>
                      <a:r>
                        <a:rPr dirty="0" sz="1800" spc="16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datos</a:t>
                      </a:r>
                      <a:r>
                        <a:rPr dirty="0" sz="1800" spc="16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sensibles</a:t>
                      </a:r>
                      <a:r>
                        <a:rPr dirty="0" sz="1800" spc="16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tanto</a:t>
                      </a:r>
                      <a:r>
                        <a:rPr dirty="0" sz="1800" spc="16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55">
                          <a:latin typeface="Georgia"/>
                          <a:cs typeface="Georgia"/>
                        </a:rPr>
                        <a:t>en</a:t>
                      </a:r>
                      <a:r>
                        <a:rPr dirty="0" sz="1800" spc="16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60">
                          <a:latin typeface="Georgia"/>
                          <a:cs typeface="Georgia"/>
                        </a:rPr>
                        <a:t>reposo</a:t>
                      </a:r>
                      <a:r>
                        <a:rPr dirty="0" sz="1800" spc="16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-85">
                          <a:latin typeface="Georgia"/>
                          <a:cs typeface="Georgia"/>
                        </a:rPr>
                        <a:t>(BD)</a:t>
                      </a:r>
                      <a:r>
                        <a:rPr dirty="0" sz="1800" spc="16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75">
                          <a:latin typeface="Georgia"/>
                          <a:cs typeface="Georgia"/>
                        </a:rPr>
                        <a:t>como</a:t>
                      </a:r>
                      <a:r>
                        <a:rPr dirty="0" sz="1800" spc="16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55">
                          <a:latin typeface="Georgia"/>
                          <a:cs typeface="Georgia"/>
                        </a:rPr>
                        <a:t>en</a:t>
                      </a:r>
                      <a:r>
                        <a:rPr dirty="0" sz="1800" spc="16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tránsito</a:t>
                      </a:r>
                      <a:r>
                        <a:rPr dirty="0" sz="1800" spc="16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-10">
                          <a:latin typeface="Georgia"/>
                          <a:cs typeface="Georgia"/>
                        </a:rPr>
                        <a:t>(HTTPS)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B="0" marT="156210">
                    <a:lnL w="38100">
                      <a:solidFill>
                        <a:srgbClr val="FFD599"/>
                      </a:solidFill>
                      <a:prstDash val="solid"/>
                    </a:lnL>
                    <a:lnR w="38100">
                      <a:solidFill>
                        <a:srgbClr val="FFD599"/>
                      </a:solidFill>
                      <a:prstDash val="solid"/>
                    </a:lnR>
                    <a:lnT w="38100">
                      <a:solidFill>
                        <a:srgbClr val="FFD599"/>
                      </a:solidFill>
                      <a:prstDash val="solid"/>
                    </a:lnT>
                    <a:lnB w="38100">
                      <a:solidFill>
                        <a:srgbClr val="FFD5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800" spc="-10">
                          <a:latin typeface="Georgia"/>
                          <a:cs typeface="Georgia"/>
                        </a:rPr>
                        <a:t>Seguridad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B="0" marT="156210">
                    <a:lnL w="38100">
                      <a:solidFill>
                        <a:srgbClr val="FFD599"/>
                      </a:solidFill>
                      <a:prstDash val="solid"/>
                    </a:lnL>
                    <a:lnR w="38100">
                      <a:solidFill>
                        <a:srgbClr val="FFD599"/>
                      </a:solidFill>
                      <a:prstDash val="solid"/>
                    </a:lnR>
                    <a:lnT w="38100">
                      <a:solidFill>
                        <a:srgbClr val="FFD599"/>
                      </a:solidFill>
                      <a:prstDash val="solid"/>
                    </a:lnT>
                    <a:lnB w="38100">
                      <a:solidFill>
                        <a:srgbClr val="FFD599"/>
                      </a:solidFill>
                      <a:prstDash val="solid"/>
                    </a:lnB>
                  </a:tcPr>
                </a:tc>
              </a:tr>
              <a:tr h="1123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Georgia"/>
                          <a:cs typeface="Georgia"/>
                        </a:rPr>
                        <a:t>5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B="0" marT="156210">
                    <a:lnL w="38100">
                      <a:solidFill>
                        <a:srgbClr val="FFD599"/>
                      </a:solidFill>
                      <a:prstDash val="solid"/>
                    </a:lnL>
                    <a:lnR w="38100">
                      <a:solidFill>
                        <a:srgbClr val="FFD599"/>
                      </a:solidFill>
                      <a:prstDash val="solid"/>
                    </a:lnR>
                    <a:lnT w="38100">
                      <a:solidFill>
                        <a:srgbClr val="FFD599"/>
                      </a:solidFill>
                      <a:prstDash val="solid"/>
                    </a:lnT>
                    <a:lnB w="38100">
                      <a:solidFill>
                        <a:srgbClr val="FFD5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0775" marR="526415" indent="-587375">
                        <a:lnSpc>
                          <a:spcPct val="114599"/>
                        </a:lnSpc>
                        <a:spcBef>
                          <a:spcPts val="1710"/>
                        </a:spcBef>
                      </a:pPr>
                      <a:r>
                        <a:rPr dirty="0" sz="1800">
                          <a:latin typeface="Georgia"/>
                          <a:cs typeface="Georgia"/>
                        </a:rPr>
                        <a:t>Guía</a:t>
                      </a:r>
                      <a:r>
                        <a:rPr dirty="0" sz="1800" spc="9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60">
                          <a:latin typeface="Georgia"/>
                          <a:cs typeface="Georgia"/>
                        </a:rPr>
                        <a:t>de</a:t>
                      </a:r>
                      <a:r>
                        <a:rPr dirty="0" sz="1800" spc="9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Estilo</a:t>
                      </a:r>
                      <a:r>
                        <a:rPr dirty="0" sz="1800" spc="10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-20">
                          <a:latin typeface="Georgia"/>
                          <a:cs typeface="Georgia"/>
                        </a:rPr>
                        <a:t>local </a:t>
                      </a:r>
                      <a:r>
                        <a:rPr dirty="0" sz="1800" spc="-10">
                          <a:latin typeface="Georgia"/>
                          <a:cs typeface="Georgia"/>
                        </a:rPr>
                        <a:t>Manami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B="0" marT="217170">
                    <a:lnL w="38100">
                      <a:solidFill>
                        <a:srgbClr val="FFD599"/>
                      </a:solidFill>
                      <a:prstDash val="solid"/>
                    </a:lnL>
                    <a:lnR w="38100">
                      <a:solidFill>
                        <a:srgbClr val="FFD599"/>
                      </a:solidFill>
                      <a:prstDash val="solid"/>
                    </a:lnR>
                    <a:lnT w="38100">
                      <a:solidFill>
                        <a:srgbClr val="FFD599"/>
                      </a:solidFill>
                      <a:prstDash val="solid"/>
                    </a:lnT>
                    <a:lnB w="38100">
                      <a:solidFill>
                        <a:srgbClr val="FFD5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00804" marR="521334" indent="-3371850">
                        <a:lnSpc>
                          <a:spcPct val="114599"/>
                        </a:lnSpc>
                        <a:spcBef>
                          <a:spcPts val="1710"/>
                        </a:spcBef>
                      </a:pPr>
                      <a:r>
                        <a:rPr dirty="0" sz="1800">
                          <a:latin typeface="Georgia"/>
                          <a:cs typeface="Georgia"/>
                        </a:rPr>
                        <a:t>Diseño</a:t>
                      </a:r>
                      <a:r>
                        <a:rPr dirty="0" sz="1800" spc="18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responsivo</a:t>
                      </a:r>
                      <a:r>
                        <a:rPr dirty="0" sz="1800" spc="18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95">
                          <a:latin typeface="Georgia"/>
                          <a:cs typeface="Georgia"/>
                        </a:rPr>
                        <a:t>e</a:t>
                      </a:r>
                      <a:r>
                        <a:rPr dirty="0" sz="1800" spc="18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interfaz</a:t>
                      </a:r>
                      <a:r>
                        <a:rPr dirty="0" sz="1800" spc="18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construida</a:t>
                      </a:r>
                      <a:r>
                        <a:rPr dirty="0" sz="1800" spc="18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55">
                          <a:latin typeface="Georgia"/>
                          <a:cs typeface="Georgia"/>
                        </a:rPr>
                        <a:t>en</a:t>
                      </a:r>
                      <a:r>
                        <a:rPr dirty="0" sz="1800" spc="18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base</a:t>
                      </a:r>
                      <a:r>
                        <a:rPr dirty="0" sz="1800" spc="18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a</a:t>
                      </a:r>
                      <a:r>
                        <a:rPr dirty="0" sz="1800" spc="18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la</a:t>
                      </a:r>
                      <a:r>
                        <a:rPr dirty="0" sz="1800" spc="18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Guía</a:t>
                      </a:r>
                      <a:r>
                        <a:rPr dirty="0" sz="1800" spc="18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60">
                          <a:latin typeface="Georgia"/>
                          <a:cs typeface="Georgia"/>
                        </a:rPr>
                        <a:t>de</a:t>
                      </a:r>
                      <a:r>
                        <a:rPr dirty="0" sz="1800" spc="18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Estilo</a:t>
                      </a:r>
                      <a:r>
                        <a:rPr dirty="0" sz="1800" spc="18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-10">
                          <a:latin typeface="Georgia"/>
                          <a:cs typeface="Georgia"/>
                        </a:rPr>
                        <a:t>local manami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B="0" marT="217170">
                    <a:lnL w="38100">
                      <a:solidFill>
                        <a:srgbClr val="FFD599"/>
                      </a:solidFill>
                      <a:prstDash val="solid"/>
                    </a:lnL>
                    <a:lnR w="38100">
                      <a:solidFill>
                        <a:srgbClr val="FFD599"/>
                      </a:solidFill>
                      <a:prstDash val="solid"/>
                    </a:lnR>
                    <a:lnT w="38100">
                      <a:solidFill>
                        <a:srgbClr val="FFD599"/>
                      </a:solidFill>
                      <a:prstDash val="solid"/>
                    </a:lnT>
                    <a:lnB w="38100">
                      <a:solidFill>
                        <a:srgbClr val="FFD5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800" spc="-10">
                          <a:latin typeface="Georgia"/>
                          <a:cs typeface="Georgia"/>
                        </a:rPr>
                        <a:t>Usabilidad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B="0" marT="156210">
                    <a:lnL w="38100">
                      <a:solidFill>
                        <a:srgbClr val="FFD599"/>
                      </a:solidFill>
                      <a:prstDash val="solid"/>
                    </a:lnL>
                    <a:lnR w="38100">
                      <a:solidFill>
                        <a:srgbClr val="FFD599"/>
                      </a:solidFill>
                      <a:prstDash val="solid"/>
                    </a:lnR>
                    <a:lnT w="38100">
                      <a:solidFill>
                        <a:srgbClr val="FFD599"/>
                      </a:solidFill>
                      <a:prstDash val="solid"/>
                    </a:lnT>
                    <a:lnB w="38100">
                      <a:solidFill>
                        <a:srgbClr val="FFD599"/>
                      </a:solidFill>
                      <a:prstDash val="solid"/>
                    </a:lnB>
                  </a:tcPr>
                </a:tc>
              </a:tr>
              <a:tr h="1123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Georgia"/>
                          <a:cs typeface="Georgia"/>
                        </a:rPr>
                        <a:t>2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B="0" marT="156210">
                    <a:lnL w="38100">
                      <a:solidFill>
                        <a:srgbClr val="FFD599"/>
                      </a:solidFill>
                      <a:prstDash val="solid"/>
                    </a:lnL>
                    <a:lnR w="38100">
                      <a:solidFill>
                        <a:srgbClr val="FFD599"/>
                      </a:solidFill>
                      <a:prstDash val="solid"/>
                    </a:lnR>
                    <a:lnT w="38100">
                      <a:solidFill>
                        <a:srgbClr val="FFD599"/>
                      </a:solidFill>
                      <a:prstDash val="solid"/>
                    </a:lnT>
                    <a:lnB w="38100">
                      <a:solidFill>
                        <a:srgbClr val="FFD5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3790" marR="360680" indent="-746125">
                        <a:lnSpc>
                          <a:spcPct val="114599"/>
                        </a:lnSpc>
                        <a:spcBef>
                          <a:spcPts val="1710"/>
                        </a:spcBef>
                      </a:pPr>
                      <a:r>
                        <a:rPr dirty="0" sz="1800">
                          <a:latin typeface="Georgia"/>
                          <a:cs typeface="Georgia"/>
                        </a:rPr>
                        <a:t>Seguridad</a:t>
                      </a:r>
                      <a:r>
                        <a:rPr dirty="0" sz="1800" spc="19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60">
                          <a:latin typeface="Georgia"/>
                          <a:cs typeface="Georgia"/>
                        </a:rPr>
                        <a:t>de</a:t>
                      </a:r>
                      <a:r>
                        <a:rPr dirty="0" sz="1800" spc="19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inicio</a:t>
                      </a:r>
                      <a:r>
                        <a:rPr dirty="0" sz="1800" spc="19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35">
                          <a:latin typeface="Georgia"/>
                          <a:cs typeface="Georgia"/>
                        </a:rPr>
                        <a:t>de </a:t>
                      </a:r>
                      <a:r>
                        <a:rPr dirty="0" sz="1800" spc="55">
                          <a:latin typeface="Georgia"/>
                          <a:cs typeface="Georgia"/>
                        </a:rPr>
                        <a:t>sección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B="0" marT="217170">
                    <a:lnL w="38100">
                      <a:solidFill>
                        <a:srgbClr val="FFD599"/>
                      </a:solidFill>
                      <a:prstDash val="solid"/>
                    </a:lnL>
                    <a:lnR w="38100">
                      <a:solidFill>
                        <a:srgbClr val="FFD599"/>
                      </a:solidFill>
                      <a:prstDash val="solid"/>
                    </a:lnR>
                    <a:lnT w="38100">
                      <a:solidFill>
                        <a:srgbClr val="FFD599"/>
                      </a:solidFill>
                      <a:prstDash val="solid"/>
                    </a:lnT>
                    <a:lnB w="38100">
                      <a:solidFill>
                        <a:srgbClr val="FFD5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 marR="261620">
                        <a:lnSpc>
                          <a:spcPct val="100000"/>
                        </a:lnSpc>
                      </a:pPr>
                      <a:r>
                        <a:rPr dirty="0" sz="1800" spc="10">
                          <a:latin typeface="Georgia"/>
                          <a:cs typeface="Georgia"/>
                        </a:rPr>
                        <a:t>El</a:t>
                      </a:r>
                      <a:r>
                        <a:rPr dirty="0" sz="1800" spc="10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10">
                          <a:latin typeface="Georgia"/>
                          <a:cs typeface="Georgia"/>
                        </a:rPr>
                        <a:t>sistema</a:t>
                      </a:r>
                      <a:r>
                        <a:rPr dirty="0" sz="1800" spc="10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60">
                          <a:latin typeface="Georgia"/>
                          <a:cs typeface="Georgia"/>
                        </a:rPr>
                        <a:t>de</a:t>
                      </a:r>
                      <a:r>
                        <a:rPr dirty="0" sz="1800" spc="10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50">
                          <a:latin typeface="Georgia"/>
                          <a:cs typeface="Georgia"/>
                        </a:rPr>
                        <a:t>contar</a:t>
                      </a:r>
                      <a:r>
                        <a:rPr dirty="0" sz="1800" spc="10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75">
                          <a:latin typeface="Georgia"/>
                          <a:cs typeface="Georgia"/>
                        </a:rPr>
                        <a:t>con</a:t>
                      </a:r>
                      <a:r>
                        <a:rPr dirty="0" sz="1800" spc="10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10">
                          <a:latin typeface="Georgia"/>
                          <a:cs typeface="Georgia"/>
                        </a:rPr>
                        <a:t>un</a:t>
                      </a:r>
                      <a:r>
                        <a:rPr dirty="0" sz="1800" spc="10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10">
                          <a:latin typeface="Georgia"/>
                          <a:cs typeface="Georgia"/>
                        </a:rPr>
                        <a:t>auntetifacador</a:t>
                      </a:r>
                      <a:r>
                        <a:rPr dirty="0" sz="1800" spc="10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10">
                          <a:latin typeface="Georgia"/>
                          <a:cs typeface="Georgia"/>
                        </a:rPr>
                        <a:t>para</a:t>
                      </a:r>
                      <a:r>
                        <a:rPr dirty="0" sz="1800" spc="10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10">
                          <a:latin typeface="Georgia"/>
                          <a:cs typeface="Georgia"/>
                        </a:rPr>
                        <a:t>permitir</a:t>
                      </a:r>
                      <a:r>
                        <a:rPr dirty="0" sz="1800" spc="10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10">
                          <a:latin typeface="Georgia"/>
                          <a:cs typeface="Georgia"/>
                        </a:rPr>
                        <a:t>el</a:t>
                      </a:r>
                      <a:r>
                        <a:rPr dirty="0" sz="1800" spc="10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80">
                          <a:latin typeface="Georgia"/>
                          <a:cs typeface="Georgia"/>
                        </a:rPr>
                        <a:t>acceso</a:t>
                      </a:r>
                      <a:r>
                        <a:rPr dirty="0" sz="1800" spc="10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10">
                          <a:latin typeface="Georgia"/>
                          <a:cs typeface="Georgia"/>
                        </a:rPr>
                        <a:t>al</a:t>
                      </a:r>
                      <a:r>
                        <a:rPr dirty="0" sz="1800" spc="105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-10">
                          <a:latin typeface="Georgia"/>
                          <a:cs typeface="Georgia"/>
                        </a:rPr>
                        <a:t>sistema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B="0" marT="156210">
                    <a:lnL w="38100">
                      <a:solidFill>
                        <a:srgbClr val="FFD599"/>
                      </a:solidFill>
                      <a:prstDash val="solid"/>
                    </a:lnL>
                    <a:lnR w="38100">
                      <a:solidFill>
                        <a:srgbClr val="FFD599"/>
                      </a:solidFill>
                      <a:prstDash val="solid"/>
                    </a:lnR>
                    <a:lnT w="38100">
                      <a:solidFill>
                        <a:srgbClr val="FFD599"/>
                      </a:solidFill>
                      <a:prstDash val="solid"/>
                    </a:lnT>
                    <a:lnB w="38100">
                      <a:solidFill>
                        <a:srgbClr val="FFD5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800" spc="-10">
                          <a:latin typeface="Georgia"/>
                          <a:cs typeface="Georgia"/>
                        </a:rPr>
                        <a:t>Seguridad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B="0" marT="156210">
                    <a:lnL w="38100">
                      <a:solidFill>
                        <a:srgbClr val="FFD599"/>
                      </a:solidFill>
                      <a:prstDash val="solid"/>
                    </a:lnL>
                    <a:lnR w="38100">
                      <a:solidFill>
                        <a:srgbClr val="FFD599"/>
                      </a:solidFill>
                      <a:prstDash val="solid"/>
                    </a:lnR>
                    <a:lnT w="38100">
                      <a:solidFill>
                        <a:srgbClr val="FFD599"/>
                      </a:solidFill>
                      <a:prstDash val="solid"/>
                    </a:lnT>
                    <a:lnB w="38100">
                      <a:solidFill>
                        <a:srgbClr val="FFD599"/>
                      </a:solidFill>
                      <a:prstDash val="solid"/>
                    </a:lnB>
                  </a:tcPr>
                </a:tc>
              </a:tr>
              <a:tr h="1860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1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Georgia"/>
                          <a:cs typeface="Georgia"/>
                        </a:rPr>
                        <a:t>9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B="0" marT="0">
                    <a:lnL w="38100">
                      <a:solidFill>
                        <a:srgbClr val="FFD599"/>
                      </a:solidFill>
                      <a:prstDash val="solid"/>
                    </a:lnL>
                    <a:lnR w="38100">
                      <a:solidFill>
                        <a:srgbClr val="FFD599"/>
                      </a:solidFill>
                      <a:prstDash val="solid"/>
                    </a:lnR>
                    <a:lnT w="38100">
                      <a:solidFill>
                        <a:srgbClr val="FFD599"/>
                      </a:solidFill>
                      <a:prstDash val="solid"/>
                    </a:lnT>
                    <a:lnB w="38100">
                      <a:solidFill>
                        <a:srgbClr val="FFD5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120775" marR="582295" indent="-531495">
                        <a:lnSpc>
                          <a:spcPct val="114599"/>
                        </a:lnSpc>
                      </a:pPr>
                      <a:r>
                        <a:rPr dirty="0" sz="1800">
                          <a:latin typeface="Georgia"/>
                          <a:cs typeface="Georgia"/>
                        </a:rPr>
                        <a:t>Disponibilidad</a:t>
                      </a:r>
                      <a:r>
                        <a:rPr dirty="0" sz="1800" spc="229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-25">
                          <a:latin typeface="Georgia"/>
                          <a:cs typeface="Georgia"/>
                        </a:rPr>
                        <a:t>del </a:t>
                      </a:r>
                      <a:r>
                        <a:rPr dirty="0" sz="1800" spc="-10">
                          <a:latin typeface="Georgia"/>
                          <a:cs typeface="Georgia"/>
                        </a:rPr>
                        <a:t>Servicio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B="0" marT="0">
                    <a:lnL w="38100">
                      <a:solidFill>
                        <a:srgbClr val="FFD599"/>
                      </a:solidFill>
                      <a:prstDash val="solid"/>
                    </a:lnL>
                    <a:lnR w="38100">
                      <a:solidFill>
                        <a:srgbClr val="FFD599"/>
                      </a:solidFill>
                      <a:prstDash val="solid"/>
                    </a:lnR>
                    <a:lnT w="38100">
                      <a:solidFill>
                        <a:srgbClr val="FFD599"/>
                      </a:solidFill>
                      <a:prstDash val="solid"/>
                    </a:lnT>
                    <a:lnB w="38100">
                      <a:solidFill>
                        <a:srgbClr val="FFD5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1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 marR="240029">
                        <a:lnSpc>
                          <a:spcPct val="100000"/>
                        </a:lnSpc>
                      </a:pPr>
                      <a:r>
                        <a:rPr dirty="0" sz="1800">
                          <a:latin typeface="Georgia"/>
                          <a:cs typeface="Georgia"/>
                        </a:rPr>
                        <a:t>El</a:t>
                      </a:r>
                      <a:r>
                        <a:rPr dirty="0" sz="1800" spc="15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sistema</a:t>
                      </a:r>
                      <a:r>
                        <a:rPr dirty="0" sz="1800" spc="15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60">
                          <a:latin typeface="Georgia"/>
                          <a:cs typeface="Georgia"/>
                        </a:rPr>
                        <a:t>debe</a:t>
                      </a:r>
                      <a:r>
                        <a:rPr dirty="0" sz="1800" spc="15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60">
                          <a:latin typeface="Georgia"/>
                          <a:cs typeface="Georgia"/>
                        </a:rPr>
                        <a:t>tener</a:t>
                      </a:r>
                      <a:r>
                        <a:rPr dirty="0" sz="1800" spc="15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una</a:t>
                      </a:r>
                      <a:r>
                        <a:rPr dirty="0" sz="1800" spc="15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disponibilidad</a:t>
                      </a:r>
                      <a:r>
                        <a:rPr dirty="0" sz="1800" spc="15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del</a:t>
                      </a:r>
                      <a:r>
                        <a:rPr dirty="0" sz="1800" spc="15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99.5%</a:t>
                      </a:r>
                      <a:r>
                        <a:rPr dirty="0" sz="1800" spc="15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durante</a:t>
                      </a:r>
                      <a:r>
                        <a:rPr dirty="0" sz="1800" spc="15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el</a:t>
                      </a:r>
                      <a:r>
                        <a:rPr dirty="0" sz="1800" spc="15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>
                          <a:latin typeface="Georgia"/>
                          <a:cs typeface="Georgia"/>
                        </a:rPr>
                        <a:t>horario</a:t>
                      </a:r>
                      <a:r>
                        <a:rPr dirty="0" sz="1800" spc="150">
                          <a:latin typeface="Georgia"/>
                          <a:cs typeface="Georgia"/>
                        </a:rPr>
                        <a:t> </a:t>
                      </a:r>
                      <a:r>
                        <a:rPr dirty="0" sz="1800" spc="-10">
                          <a:latin typeface="Georgia"/>
                          <a:cs typeface="Georgia"/>
                        </a:rPr>
                        <a:t>laboral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B="0" marT="0">
                    <a:lnL w="38100">
                      <a:solidFill>
                        <a:srgbClr val="FFD599"/>
                      </a:solidFill>
                      <a:prstDash val="solid"/>
                    </a:lnL>
                    <a:lnR w="38100">
                      <a:solidFill>
                        <a:srgbClr val="FFD599"/>
                      </a:solidFill>
                      <a:prstDash val="solid"/>
                    </a:lnR>
                    <a:lnT w="38100">
                      <a:solidFill>
                        <a:srgbClr val="FFD599"/>
                      </a:solidFill>
                      <a:prstDash val="solid"/>
                    </a:lnT>
                    <a:lnB w="38100">
                      <a:solidFill>
                        <a:srgbClr val="FFD5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1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800" spc="-10">
                          <a:latin typeface="Georgia"/>
                          <a:cs typeface="Georgia"/>
                        </a:rPr>
                        <a:t>Accesibilidad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B="0" marT="0">
                    <a:lnL w="38100">
                      <a:solidFill>
                        <a:srgbClr val="FFD599"/>
                      </a:solidFill>
                      <a:prstDash val="solid"/>
                    </a:lnL>
                    <a:lnR w="38100">
                      <a:solidFill>
                        <a:srgbClr val="FFD599"/>
                      </a:solidFill>
                      <a:prstDash val="solid"/>
                    </a:lnR>
                    <a:lnT w="38100">
                      <a:solidFill>
                        <a:srgbClr val="FFD599"/>
                      </a:solidFill>
                      <a:prstDash val="solid"/>
                    </a:lnT>
                    <a:lnB w="38100">
                      <a:solidFill>
                        <a:srgbClr val="FFD59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143121" y="209353"/>
            <a:ext cx="1385443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90"/>
              <a:t>REQUERIMIENTOS</a:t>
            </a:r>
            <a:r>
              <a:rPr dirty="0" spc="-60"/>
              <a:t> </a:t>
            </a:r>
            <a:r>
              <a:rPr dirty="0" spc="110"/>
              <a:t>NO</a:t>
            </a:r>
            <a:r>
              <a:rPr dirty="0" spc="-60"/>
              <a:t> </a:t>
            </a:r>
            <a:r>
              <a:rPr dirty="0" spc="-40"/>
              <a:t>FUNCIONALES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68091" y="1033477"/>
            <a:ext cx="3498791" cy="387930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684587" y="4958308"/>
            <a:ext cx="1215390" cy="1215390"/>
          </a:xfrm>
          <a:custGeom>
            <a:avLst/>
            <a:gdLst/>
            <a:ahLst/>
            <a:cxnLst/>
            <a:rect l="l" t="t" r="r" b="b"/>
            <a:pathLst>
              <a:path w="1215389" h="1215389">
                <a:moveTo>
                  <a:pt x="607478" y="1214957"/>
                </a:moveTo>
                <a:lnTo>
                  <a:pt x="607478" y="911218"/>
                </a:lnTo>
                <a:lnTo>
                  <a:pt x="0" y="911218"/>
                </a:lnTo>
                <a:lnTo>
                  <a:pt x="0" y="303739"/>
                </a:lnTo>
                <a:lnTo>
                  <a:pt x="607478" y="303739"/>
                </a:lnTo>
                <a:lnTo>
                  <a:pt x="607478" y="0"/>
                </a:lnTo>
                <a:lnTo>
                  <a:pt x="1214957" y="607478"/>
                </a:lnTo>
                <a:lnTo>
                  <a:pt x="607478" y="1214957"/>
                </a:lnTo>
                <a:close/>
              </a:path>
            </a:pathLst>
          </a:custGeom>
          <a:solidFill>
            <a:srgbClr val="B65D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381275" y="4958308"/>
            <a:ext cx="1215390" cy="1215390"/>
          </a:xfrm>
          <a:custGeom>
            <a:avLst/>
            <a:gdLst/>
            <a:ahLst/>
            <a:cxnLst/>
            <a:rect l="l" t="t" r="r" b="b"/>
            <a:pathLst>
              <a:path w="1215389" h="1215389">
                <a:moveTo>
                  <a:pt x="607478" y="1214957"/>
                </a:moveTo>
                <a:lnTo>
                  <a:pt x="607478" y="911218"/>
                </a:lnTo>
                <a:lnTo>
                  <a:pt x="0" y="911218"/>
                </a:lnTo>
                <a:lnTo>
                  <a:pt x="0" y="303739"/>
                </a:lnTo>
                <a:lnTo>
                  <a:pt x="607478" y="303739"/>
                </a:lnTo>
                <a:lnTo>
                  <a:pt x="607478" y="0"/>
                </a:lnTo>
                <a:lnTo>
                  <a:pt x="1214957" y="607478"/>
                </a:lnTo>
                <a:lnTo>
                  <a:pt x="607478" y="1214957"/>
                </a:lnTo>
                <a:close/>
              </a:path>
            </a:pathLst>
          </a:custGeom>
          <a:solidFill>
            <a:srgbClr val="B65D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360298" y="4958308"/>
            <a:ext cx="1215390" cy="1215390"/>
          </a:xfrm>
          <a:custGeom>
            <a:avLst/>
            <a:gdLst/>
            <a:ahLst/>
            <a:cxnLst/>
            <a:rect l="l" t="t" r="r" b="b"/>
            <a:pathLst>
              <a:path w="1215390" h="1215389">
                <a:moveTo>
                  <a:pt x="607478" y="1214957"/>
                </a:moveTo>
                <a:lnTo>
                  <a:pt x="607478" y="911218"/>
                </a:lnTo>
                <a:lnTo>
                  <a:pt x="0" y="911218"/>
                </a:lnTo>
                <a:lnTo>
                  <a:pt x="0" y="303739"/>
                </a:lnTo>
                <a:lnTo>
                  <a:pt x="607478" y="303739"/>
                </a:lnTo>
                <a:lnTo>
                  <a:pt x="607478" y="0"/>
                </a:lnTo>
                <a:lnTo>
                  <a:pt x="1214957" y="607478"/>
                </a:lnTo>
                <a:lnTo>
                  <a:pt x="607478" y="1214957"/>
                </a:lnTo>
                <a:close/>
              </a:path>
            </a:pathLst>
          </a:custGeom>
          <a:solidFill>
            <a:srgbClr val="B65D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858369" y="4958308"/>
            <a:ext cx="1215390" cy="1215390"/>
          </a:xfrm>
          <a:custGeom>
            <a:avLst/>
            <a:gdLst/>
            <a:ahLst/>
            <a:cxnLst/>
            <a:rect l="l" t="t" r="r" b="b"/>
            <a:pathLst>
              <a:path w="1215390" h="1215389">
                <a:moveTo>
                  <a:pt x="607478" y="1214957"/>
                </a:moveTo>
                <a:lnTo>
                  <a:pt x="607478" y="911218"/>
                </a:lnTo>
                <a:lnTo>
                  <a:pt x="0" y="911218"/>
                </a:lnTo>
                <a:lnTo>
                  <a:pt x="0" y="303739"/>
                </a:lnTo>
                <a:lnTo>
                  <a:pt x="607478" y="303739"/>
                </a:lnTo>
                <a:lnTo>
                  <a:pt x="607478" y="0"/>
                </a:lnTo>
                <a:lnTo>
                  <a:pt x="1214957" y="607478"/>
                </a:lnTo>
                <a:lnTo>
                  <a:pt x="607478" y="1214957"/>
                </a:lnTo>
                <a:close/>
              </a:path>
            </a:pathLst>
          </a:custGeom>
          <a:solidFill>
            <a:srgbClr val="B65D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556215" y="4958308"/>
            <a:ext cx="1215390" cy="1215390"/>
          </a:xfrm>
          <a:custGeom>
            <a:avLst/>
            <a:gdLst/>
            <a:ahLst/>
            <a:cxnLst/>
            <a:rect l="l" t="t" r="r" b="b"/>
            <a:pathLst>
              <a:path w="1215390" h="1215389">
                <a:moveTo>
                  <a:pt x="607479" y="1214957"/>
                </a:moveTo>
                <a:lnTo>
                  <a:pt x="607479" y="911218"/>
                </a:lnTo>
                <a:lnTo>
                  <a:pt x="0" y="911218"/>
                </a:lnTo>
                <a:lnTo>
                  <a:pt x="0" y="303739"/>
                </a:lnTo>
                <a:lnTo>
                  <a:pt x="607479" y="303739"/>
                </a:lnTo>
                <a:lnTo>
                  <a:pt x="607479" y="0"/>
                </a:lnTo>
                <a:lnTo>
                  <a:pt x="1214957" y="607478"/>
                </a:lnTo>
                <a:lnTo>
                  <a:pt x="607479" y="1214957"/>
                </a:lnTo>
                <a:close/>
              </a:path>
            </a:pathLst>
          </a:custGeom>
          <a:solidFill>
            <a:srgbClr val="B65D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465113" y="4958308"/>
            <a:ext cx="1215390" cy="1215390"/>
          </a:xfrm>
          <a:custGeom>
            <a:avLst/>
            <a:gdLst/>
            <a:ahLst/>
            <a:cxnLst/>
            <a:rect l="l" t="t" r="r" b="b"/>
            <a:pathLst>
              <a:path w="1215390" h="1215389">
                <a:moveTo>
                  <a:pt x="607479" y="1214957"/>
                </a:moveTo>
                <a:lnTo>
                  <a:pt x="607479" y="911218"/>
                </a:lnTo>
                <a:lnTo>
                  <a:pt x="0" y="911218"/>
                </a:lnTo>
                <a:lnTo>
                  <a:pt x="0" y="303739"/>
                </a:lnTo>
                <a:lnTo>
                  <a:pt x="607479" y="303739"/>
                </a:lnTo>
                <a:lnTo>
                  <a:pt x="607479" y="0"/>
                </a:lnTo>
                <a:lnTo>
                  <a:pt x="1214957" y="607478"/>
                </a:lnTo>
                <a:lnTo>
                  <a:pt x="607479" y="1214957"/>
                </a:lnTo>
                <a:close/>
              </a:path>
            </a:pathLst>
          </a:custGeom>
          <a:solidFill>
            <a:srgbClr val="B65D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687220" y="6078524"/>
            <a:ext cx="1833245" cy="1562100"/>
          </a:xfrm>
          <a:custGeom>
            <a:avLst/>
            <a:gdLst/>
            <a:ahLst/>
            <a:cxnLst/>
            <a:rect l="l" t="t" r="r" b="b"/>
            <a:pathLst>
              <a:path w="1833245" h="1562100">
                <a:moveTo>
                  <a:pt x="195465" y="310908"/>
                </a:moveTo>
                <a:lnTo>
                  <a:pt x="195326" y="296443"/>
                </a:lnTo>
                <a:lnTo>
                  <a:pt x="189763" y="283083"/>
                </a:lnTo>
                <a:lnTo>
                  <a:pt x="179133" y="272516"/>
                </a:lnTo>
                <a:lnTo>
                  <a:pt x="165239" y="266903"/>
                </a:lnTo>
                <a:lnTo>
                  <a:pt x="150761" y="267042"/>
                </a:lnTo>
                <a:lnTo>
                  <a:pt x="100012" y="326974"/>
                </a:lnTo>
                <a:lnTo>
                  <a:pt x="76276" y="372198"/>
                </a:lnTo>
                <a:lnTo>
                  <a:pt x="55676" y="418807"/>
                </a:lnTo>
                <a:lnTo>
                  <a:pt x="38227" y="466750"/>
                </a:lnTo>
                <a:lnTo>
                  <a:pt x="23964" y="515950"/>
                </a:lnTo>
                <a:lnTo>
                  <a:pt x="12903" y="566318"/>
                </a:lnTo>
                <a:lnTo>
                  <a:pt x="5181" y="617308"/>
                </a:lnTo>
                <a:lnTo>
                  <a:pt x="876" y="668350"/>
                </a:lnTo>
                <a:lnTo>
                  <a:pt x="0" y="719366"/>
                </a:lnTo>
                <a:lnTo>
                  <a:pt x="2540" y="770280"/>
                </a:lnTo>
                <a:lnTo>
                  <a:pt x="8509" y="820991"/>
                </a:lnTo>
                <a:lnTo>
                  <a:pt x="17881" y="871435"/>
                </a:lnTo>
                <a:lnTo>
                  <a:pt x="54711" y="901065"/>
                </a:lnTo>
                <a:lnTo>
                  <a:pt x="57404" y="901065"/>
                </a:lnTo>
                <a:lnTo>
                  <a:pt x="91871" y="870178"/>
                </a:lnTo>
                <a:lnTo>
                  <a:pt x="81838" y="800582"/>
                </a:lnTo>
                <a:lnTo>
                  <a:pt x="76492" y="745642"/>
                </a:lnTo>
                <a:lnTo>
                  <a:pt x="75603" y="690499"/>
                </a:lnTo>
                <a:lnTo>
                  <a:pt x="79146" y="635266"/>
                </a:lnTo>
                <a:lnTo>
                  <a:pt x="87134" y="580072"/>
                </a:lnTo>
                <a:lnTo>
                  <a:pt x="99441" y="525678"/>
                </a:lnTo>
                <a:lnTo>
                  <a:pt x="115912" y="472846"/>
                </a:lnTo>
                <a:lnTo>
                  <a:pt x="136512" y="421678"/>
                </a:lnTo>
                <a:lnTo>
                  <a:pt x="161163" y="372287"/>
                </a:lnTo>
                <a:lnTo>
                  <a:pt x="189852" y="324802"/>
                </a:lnTo>
                <a:lnTo>
                  <a:pt x="195465" y="310908"/>
                </a:lnTo>
                <a:close/>
              </a:path>
              <a:path w="1833245" h="1562100">
                <a:moveTo>
                  <a:pt x="350837" y="413423"/>
                </a:moveTo>
                <a:lnTo>
                  <a:pt x="350685" y="398957"/>
                </a:lnTo>
                <a:lnTo>
                  <a:pt x="345135" y="385597"/>
                </a:lnTo>
                <a:lnTo>
                  <a:pt x="334505" y="375031"/>
                </a:lnTo>
                <a:lnTo>
                  <a:pt x="320611" y="369404"/>
                </a:lnTo>
                <a:lnTo>
                  <a:pt x="306133" y="369557"/>
                </a:lnTo>
                <a:lnTo>
                  <a:pt x="258114" y="425615"/>
                </a:lnTo>
                <a:lnTo>
                  <a:pt x="237413" y="467093"/>
                </a:lnTo>
                <a:lnTo>
                  <a:pt x="220116" y="510082"/>
                </a:lnTo>
                <a:lnTo>
                  <a:pt x="206286" y="554494"/>
                </a:lnTo>
                <a:lnTo>
                  <a:pt x="195935" y="600227"/>
                </a:lnTo>
                <a:lnTo>
                  <a:pt x="189217" y="646620"/>
                </a:lnTo>
                <a:lnTo>
                  <a:pt x="186232" y="693039"/>
                </a:lnTo>
                <a:lnTo>
                  <a:pt x="186982" y="739368"/>
                </a:lnTo>
                <a:lnTo>
                  <a:pt x="191452" y="785507"/>
                </a:lnTo>
                <a:lnTo>
                  <a:pt x="199656" y="831367"/>
                </a:lnTo>
                <a:lnTo>
                  <a:pt x="236486" y="860996"/>
                </a:lnTo>
                <a:lnTo>
                  <a:pt x="239179" y="860996"/>
                </a:lnTo>
                <a:lnTo>
                  <a:pt x="273646" y="830097"/>
                </a:lnTo>
                <a:lnTo>
                  <a:pt x="264972" y="765213"/>
                </a:lnTo>
                <a:lnTo>
                  <a:pt x="261632" y="714933"/>
                </a:lnTo>
                <a:lnTo>
                  <a:pt x="263359" y="664464"/>
                </a:lnTo>
                <a:lnTo>
                  <a:pt x="270167" y="613968"/>
                </a:lnTo>
                <a:lnTo>
                  <a:pt x="281901" y="564388"/>
                </a:lnTo>
                <a:lnTo>
                  <a:pt x="298361" y="516636"/>
                </a:lnTo>
                <a:lnTo>
                  <a:pt x="319493" y="470890"/>
                </a:lnTo>
                <a:lnTo>
                  <a:pt x="345224" y="427316"/>
                </a:lnTo>
                <a:lnTo>
                  <a:pt x="350837" y="413423"/>
                </a:lnTo>
                <a:close/>
              </a:path>
              <a:path w="1833245" h="1562100">
                <a:moveTo>
                  <a:pt x="1646821" y="693026"/>
                </a:moveTo>
                <a:lnTo>
                  <a:pt x="1643837" y="646607"/>
                </a:lnTo>
                <a:lnTo>
                  <a:pt x="1637118" y="600227"/>
                </a:lnTo>
                <a:lnTo>
                  <a:pt x="1626768" y="554494"/>
                </a:lnTo>
                <a:lnTo>
                  <a:pt x="1612938" y="510082"/>
                </a:lnTo>
                <a:lnTo>
                  <a:pt x="1595640" y="467093"/>
                </a:lnTo>
                <a:lnTo>
                  <a:pt x="1574939" y="425615"/>
                </a:lnTo>
                <a:lnTo>
                  <a:pt x="1550847" y="385737"/>
                </a:lnTo>
                <a:lnTo>
                  <a:pt x="1512455" y="369417"/>
                </a:lnTo>
                <a:lnTo>
                  <a:pt x="1498549" y="375031"/>
                </a:lnTo>
                <a:lnTo>
                  <a:pt x="1487919" y="385597"/>
                </a:lnTo>
                <a:lnTo>
                  <a:pt x="1482369" y="398957"/>
                </a:lnTo>
                <a:lnTo>
                  <a:pt x="1482217" y="413423"/>
                </a:lnTo>
                <a:lnTo>
                  <a:pt x="1487843" y="427316"/>
                </a:lnTo>
                <a:lnTo>
                  <a:pt x="1513560" y="470890"/>
                </a:lnTo>
                <a:lnTo>
                  <a:pt x="1534693" y="516636"/>
                </a:lnTo>
                <a:lnTo>
                  <a:pt x="1551152" y="564388"/>
                </a:lnTo>
                <a:lnTo>
                  <a:pt x="1562887" y="613968"/>
                </a:lnTo>
                <a:lnTo>
                  <a:pt x="1569694" y="664464"/>
                </a:lnTo>
                <a:lnTo>
                  <a:pt x="1571421" y="714933"/>
                </a:lnTo>
                <a:lnTo>
                  <a:pt x="1568081" y="765213"/>
                </a:lnTo>
                <a:lnTo>
                  <a:pt x="1559661" y="815111"/>
                </a:lnTo>
                <a:lnTo>
                  <a:pt x="1559407" y="830097"/>
                </a:lnTo>
                <a:lnTo>
                  <a:pt x="1588401" y="860107"/>
                </a:lnTo>
                <a:lnTo>
                  <a:pt x="1593875" y="860996"/>
                </a:lnTo>
                <a:lnTo>
                  <a:pt x="1596567" y="860996"/>
                </a:lnTo>
                <a:lnTo>
                  <a:pt x="1633397" y="831367"/>
                </a:lnTo>
                <a:lnTo>
                  <a:pt x="1641602" y="785507"/>
                </a:lnTo>
                <a:lnTo>
                  <a:pt x="1646072" y="739355"/>
                </a:lnTo>
                <a:lnTo>
                  <a:pt x="1646821" y="693026"/>
                </a:lnTo>
                <a:close/>
              </a:path>
              <a:path w="1833245" h="1562100">
                <a:moveTo>
                  <a:pt x="1650580" y="1320800"/>
                </a:moveTo>
                <a:lnTo>
                  <a:pt x="1643697" y="1282700"/>
                </a:lnTo>
                <a:lnTo>
                  <a:pt x="1632877" y="1257300"/>
                </a:lnTo>
                <a:lnTo>
                  <a:pt x="1627479" y="1244600"/>
                </a:lnTo>
                <a:lnTo>
                  <a:pt x="1619783" y="1231900"/>
                </a:lnTo>
                <a:lnTo>
                  <a:pt x="1604391" y="1206500"/>
                </a:lnTo>
                <a:lnTo>
                  <a:pt x="1576895" y="1168400"/>
                </a:lnTo>
                <a:lnTo>
                  <a:pt x="1557794" y="1155700"/>
                </a:lnTo>
                <a:lnTo>
                  <a:pt x="1537982" y="1117600"/>
                </a:lnTo>
                <a:lnTo>
                  <a:pt x="1524927" y="1101026"/>
                </a:lnTo>
                <a:lnTo>
                  <a:pt x="1524927" y="1231900"/>
                </a:lnTo>
                <a:lnTo>
                  <a:pt x="1504530" y="1231900"/>
                </a:lnTo>
                <a:lnTo>
                  <a:pt x="1477619" y="1219200"/>
                </a:lnTo>
                <a:lnTo>
                  <a:pt x="1447685" y="1219200"/>
                </a:lnTo>
                <a:lnTo>
                  <a:pt x="1414526" y="1206500"/>
                </a:lnTo>
                <a:lnTo>
                  <a:pt x="1329778" y="1206500"/>
                </a:lnTo>
                <a:lnTo>
                  <a:pt x="1283995" y="1193800"/>
                </a:lnTo>
                <a:lnTo>
                  <a:pt x="1186573" y="1193800"/>
                </a:lnTo>
                <a:lnTo>
                  <a:pt x="1135329" y="1181100"/>
                </a:lnTo>
                <a:lnTo>
                  <a:pt x="1069035" y="1181100"/>
                </a:lnTo>
                <a:lnTo>
                  <a:pt x="1069035" y="1257300"/>
                </a:lnTo>
                <a:lnTo>
                  <a:pt x="1069035" y="1333500"/>
                </a:lnTo>
                <a:lnTo>
                  <a:pt x="1061250" y="1384300"/>
                </a:lnTo>
                <a:lnTo>
                  <a:pt x="1039571" y="1422400"/>
                </a:lnTo>
                <a:lnTo>
                  <a:pt x="1006538" y="1460500"/>
                </a:lnTo>
                <a:lnTo>
                  <a:pt x="964679" y="1485900"/>
                </a:lnTo>
                <a:lnTo>
                  <a:pt x="868375" y="1485900"/>
                </a:lnTo>
                <a:lnTo>
                  <a:pt x="826516" y="1460500"/>
                </a:lnTo>
                <a:lnTo>
                  <a:pt x="793483" y="1422400"/>
                </a:lnTo>
                <a:lnTo>
                  <a:pt x="779030" y="1397000"/>
                </a:lnTo>
                <a:lnTo>
                  <a:pt x="771804" y="1384300"/>
                </a:lnTo>
                <a:lnTo>
                  <a:pt x="764019" y="1333500"/>
                </a:lnTo>
                <a:lnTo>
                  <a:pt x="764019" y="1257300"/>
                </a:lnTo>
                <a:lnTo>
                  <a:pt x="1069035" y="1257300"/>
                </a:lnTo>
                <a:lnTo>
                  <a:pt x="1069035" y="1181100"/>
                </a:lnTo>
                <a:lnTo>
                  <a:pt x="697725" y="1181100"/>
                </a:lnTo>
                <a:lnTo>
                  <a:pt x="695426" y="1181671"/>
                </a:lnTo>
                <a:lnTo>
                  <a:pt x="695426" y="1397000"/>
                </a:lnTo>
                <a:lnTo>
                  <a:pt x="616331" y="1384300"/>
                </a:lnTo>
                <a:lnTo>
                  <a:pt x="545858" y="1384300"/>
                </a:lnTo>
                <a:lnTo>
                  <a:pt x="483704" y="1371600"/>
                </a:lnTo>
                <a:lnTo>
                  <a:pt x="429602" y="1371600"/>
                </a:lnTo>
                <a:lnTo>
                  <a:pt x="383298" y="1358900"/>
                </a:lnTo>
                <a:lnTo>
                  <a:pt x="344500" y="1346200"/>
                </a:lnTo>
                <a:lnTo>
                  <a:pt x="312940" y="1346200"/>
                </a:lnTo>
                <a:lnTo>
                  <a:pt x="288353" y="1333500"/>
                </a:lnTo>
                <a:lnTo>
                  <a:pt x="270471" y="1333500"/>
                </a:lnTo>
                <a:lnTo>
                  <a:pt x="293357" y="1320800"/>
                </a:lnTo>
                <a:lnTo>
                  <a:pt x="330669" y="1308100"/>
                </a:lnTo>
                <a:lnTo>
                  <a:pt x="385635" y="1295400"/>
                </a:lnTo>
                <a:lnTo>
                  <a:pt x="461492" y="1282700"/>
                </a:lnTo>
                <a:lnTo>
                  <a:pt x="513524" y="1270000"/>
                </a:lnTo>
                <a:lnTo>
                  <a:pt x="627468" y="1270000"/>
                </a:lnTo>
                <a:lnTo>
                  <a:pt x="688517" y="1257300"/>
                </a:lnTo>
                <a:lnTo>
                  <a:pt x="688517" y="1333500"/>
                </a:lnTo>
                <a:lnTo>
                  <a:pt x="688975" y="1346200"/>
                </a:lnTo>
                <a:lnTo>
                  <a:pt x="690283" y="1371600"/>
                </a:lnTo>
                <a:lnTo>
                  <a:pt x="692454" y="1384300"/>
                </a:lnTo>
                <a:lnTo>
                  <a:pt x="695426" y="1397000"/>
                </a:lnTo>
                <a:lnTo>
                  <a:pt x="695426" y="1181671"/>
                </a:lnTo>
                <a:lnTo>
                  <a:pt x="646480" y="1193800"/>
                </a:lnTo>
                <a:lnTo>
                  <a:pt x="549059" y="1193800"/>
                </a:lnTo>
                <a:lnTo>
                  <a:pt x="503275" y="1206500"/>
                </a:lnTo>
                <a:lnTo>
                  <a:pt x="418515" y="1206500"/>
                </a:lnTo>
                <a:lnTo>
                  <a:pt x="385368" y="1219200"/>
                </a:lnTo>
                <a:lnTo>
                  <a:pt x="355422" y="1219200"/>
                </a:lnTo>
                <a:lnTo>
                  <a:pt x="328523" y="1231900"/>
                </a:lnTo>
                <a:lnTo>
                  <a:pt x="308127" y="1231900"/>
                </a:lnTo>
                <a:lnTo>
                  <a:pt x="315810" y="1219200"/>
                </a:lnTo>
                <a:lnTo>
                  <a:pt x="334111" y="1193800"/>
                </a:lnTo>
                <a:lnTo>
                  <a:pt x="353428" y="1168400"/>
                </a:lnTo>
                <a:lnTo>
                  <a:pt x="373253" y="1143000"/>
                </a:lnTo>
                <a:lnTo>
                  <a:pt x="393090" y="1104900"/>
                </a:lnTo>
                <a:lnTo>
                  <a:pt x="430834" y="1041400"/>
                </a:lnTo>
                <a:lnTo>
                  <a:pt x="447763" y="990600"/>
                </a:lnTo>
                <a:lnTo>
                  <a:pt x="462711" y="939800"/>
                </a:lnTo>
                <a:lnTo>
                  <a:pt x="475208" y="889000"/>
                </a:lnTo>
                <a:lnTo>
                  <a:pt x="484733" y="825500"/>
                </a:lnTo>
                <a:lnTo>
                  <a:pt x="490829" y="762000"/>
                </a:lnTo>
                <a:lnTo>
                  <a:pt x="492963" y="698500"/>
                </a:lnTo>
                <a:lnTo>
                  <a:pt x="495998" y="647700"/>
                </a:lnTo>
                <a:lnTo>
                  <a:pt x="504863" y="596900"/>
                </a:lnTo>
                <a:lnTo>
                  <a:pt x="519201" y="546100"/>
                </a:lnTo>
                <a:lnTo>
                  <a:pt x="538683" y="508000"/>
                </a:lnTo>
                <a:lnTo>
                  <a:pt x="562940" y="457200"/>
                </a:lnTo>
                <a:lnTo>
                  <a:pt x="591616" y="419100"/>
                </a:lnTo>
                <a:lnTo>
                  <a:pt x="624370" y="381000"/>
                </a:lnTo>
                <a:lnTo>
                  <a:pt x="660857" y="355600"/>
                </a:lnTo>
                <a:lnTo>
                  <a:pt x="700709" y="330200"/>
                </a:lnTo>
                <a:lnTo>
                  <a:pt x="743585" y="304800"/>
                </a:lnTo>
                <a:lnTo>
                  <a:pt x="789139" y="292100"/>
                </a:lnTo>
                <a:lnTo>
                  <a:pt x="837018" y="279400"/>
                </a:lnTo>
                <a:lnTo>
                  <a:pt x="856678" y="279400"/>
                </a:lnTo>
                <a:lnTo>
                  <a:pt x="876363" y="266700"/>
                </a:lnTo>
                <a:lnTo>
                  <a:pt x="956691" y="266700"/>
                </a:lnTo>
                <a:lnTo>
                  <a:pt x="976388" y="279400"/>
                </a:lnTo>
                <a:lnTo>
                  <a:pt x="995807" y="279400"/>
                </a:lnTo>
                <a:lnTo>
                  <a:pt x="1043914" y="292100"/>
                </a:lnTo>
                <a:lnTo>
                  <a:pt x="1089469" y="304800"/>
                </a:lnTo>
                <a:lnTo>
                  <a:pt x="1132344" y="330200"/>
                </a:lnTo>
                <a:lnTo>
                  <a:pt x="1172197" y="355600"/>
                </a:lnTo>
                <a:lnTo>
                  <a:pt x="1208684" y="381000"/>
                </a:lnTo>
                <a:lnTo>
                  <a:pt x="1241437" y="419100"/>
                </a:lnTo>
                <a:lnTo>
                  <a:pt x="1270114" y="457200"/>
                </a:lnTo>
                <a:lnTo>
                  <a:pt x="1294371" y="508000"/>
                </a:lnTo>
                <a:lnTo>
                  <a:pt x="1313853" y="546100"/>
                </a:lnTo>
                <a:lnTo>
                  <a:pt x="1328191" y="596900"/>
                </a:lnTo>
                <a:lnTo>
                  <a:pt x="1337056" y="647700"/>
                </a:lnTo>
                <a:lnTo>
                  <a:pt x="1340091" y="698500"/>
                </a:lnTo>
                <a:lnTo>
                  <a:pt x="1342224" y="762000"/>
                </a:lnTo>
                <a:lnTo>
                  <a:pt x="1348320" y="825500"/>
                </a:lnTo>
                <a:lnTo>
                  <a:pt x="1357845" y="889000"/>
                </a:lnTo>
                <a:lnTo>
                  <a:pt x="1370342" y="939800"/>
                </a:lnTo>
                <a:lnTo>
                  <a:pt x="1385290" y="990600"/>
                </a:lnTo>
                <a:lnTo>
                  <a:pt x="1402219" y="1041400"/>
                </a:lnTo>
                <a:lnTo>
                  <a:pt x="1420596" y="1079500"/>
                </a:lnTo>
                <a:lnTo>
                  <a:pt x="1439964" y="1104900"/>
                </a:lnTo>
                <a:lnTo>
                  <a:pt x="1459801" y="1143000"/>
                </a:lnTo>
                <a:lnTo>
                  <a:pt x="1479626" y="1168400"/>
                </a:lnTo>
                <a:lnTo>
                  <a:pt x="1498942" y="1193800"/>
                </a:lnTo>
                <a:lnTo>
                  <a:pt x="1517256" y="1219200"/>
                </a:lnTo>
                <a:lnTo>
                  <a:pt x="1524927" y="1231900"/>
                </a:lnTo>
                <a:lnTo>
                  <a:pt x="1524927" y="1101026"/>
                </a:lnTo>
                <a:lnTo>
                  <a:pt x="1517980" y="1092200"/>
                </a:lnTo>
                <a:lnTo>
                  <a:pt x="1498346" y="1054100"/>
                </a:lnTo>
                <a:lnTo>
                  <a:pt x="1479588" y="1028700"/>
                </a:lnTo>
                <a:lnTo>
                  <a:pt x="1462252" y="977900"/>
                </a:lnTo>
                <a:lnTo>
                  <a:pt x="1446872" y="939800"/>
                </a:lnTo>
                <a:lnTo>
                  <a:pt x="1433995" y="889000"/>
                </a:lnTo>
                <a:lnTo>
                  <a:pt x="1424127" y="825500"/>
                </a:lnTo>
                <a:lnTo>
                  <a:pt x="1417815" y="762000"/>
                </a:lnTo>
                <a:lnTo>
                  <a:pt x="1415592" y="698500"/>
                </a:lnTo>
                <a:lnTo>
                  <a:pt x="1413002" y="647700"/>
                </a:lnTo>
                <a:lnTo>
                  <a:pt x="1405407" y="596900"/>
                </a:lnTo>
                <a:lnTo>
                  <a:pt x="1393050" y="546100"/>
                </a:lnTo>
                <a:lnTo>
                  <a:pt x="1376210" y="495300"/>
                </a:lnTo>
                <a:lnTo>
                  <a:pt x="1355102" y="457200"/>
                </a:lnTo>
                <a:lnTo>
                  <a:pt x="1330020" y="419100"/>
                </a:lnTo>
                <a:lnTo>
                  <a:pt x="1301191" y="381000"/>
                </a:lnTo>
                <a:lnTo>
                  <a:pt x="1268882" y="342900"/>
                </a:lnTo>
                <a:lnTo>
                  <a:pt x="1233347" y="304800"/>
                </a:lnTo>
                <a:lnTo>
                  <a:pt x="1194828" y="279400"/>
                </a:lnTo>
                <a:lnTo>
                  <a:pt x="1174203" y="266700"/>
                </a:lnTo>
                <a:lnTo>
                  <a:pt x="1153591" y="254000"/>
                </a:lnTo>
                <a:lnTo>
                  <a:pt x="1109878" y="228600"/>
                </a:lnTo>
                <a:lnTo>
                  <a:pt x="1063955" y="215900"/>
                </a:lnTo>
                <a:lnTo>
                  <a:pt x="1069467" y="203200"/>
                </a:lnTo>
                <a:lnTo>
                  <a:pt x="1073467" y="190500"/>
                </a:lnTo>
                <a:lnTo>
                  <a:pt x="1075905" y="165100"/>
                </a:lnTo>
                <a:lnTo>
                  <a:pt x="1076718" y="152400"/>
                </a:lnTo>
                <a:lnTo>
                  <a:pt x="1073645" y="127000"/>
                </a:lnTo>
                <a:lnTo>
                  <a:pt x="1064602" y="88900"/>
                </a:lnTo>
                <a:lnTo>
                  <a:pt x="1049896" y="63500"/>
                </a:lnTo>
                <a:lnTo>
                  <a:pt x="1029804" y="38100"/>
                </a:lnTo>
                <a:lnTo>
                  <a:pt x="1005357" y="25400"/>
                </a:lnTo>
                <a:lnTo>
                  <a:pt x="1001229" y="21590"/>
                </a:lnTo>
                <a:lnTo>
                  <a:pt x="1001229" y="152400"/>
                </a:lnTo>
                <a:lnTo>
                  <a:pt x="1000353" y="165100"/>
                </a:lnTo>
                <a:lnTo>
                  <a:pt x="997775" y="177800"/>
                </a:lnTo>
                <a:lnTo>
                  <a:pt x="993559" y="190500"/>
                </a:lnTo>
                <a:lnTo>
                  <a:pt x="987780" y="203200"/>
                </a:lnTo>
                <a:lnTo>
                  <a:pt x="970229" y="203200"/>
                </a:lnTo>
                <a:lnTo>
                  <a:pt x="952487" y="190500"/>
                </a:lnTo>
                <a:lnTo>
                  <a:pt x="880554" y="190500"/>
                </a:lnTo>
                <a:lnTo>
                  <a:pt x="862825" y="203200"/>
                </a:lnTo>
                <a:lnTo>
                  <a:pt x="845273" y="203200"/>
                </a:lnTo>
                <a:lnTo>
                  <a:pt x="839495" y="190500"/>
                </a:lnTo>
                <a:lnTo>
                  <a:pt x="835279" y="177800"/>
                </a:lnTo>
                <a:lnTo>
                  <a:pt x="832700" y="165100"/>
                </a:lnTo>
                <a:lnTo>
                  <a:pt x="831824" y="152400"/>
                </a:lnTo>
                <a:lnTo>
                  <a:pt x="833450" y="139700"/>
                </a:lnTo>
                <a:lnTo>
                  <a:pt x="838238" y="127000"/>
                </a:lnTo>
                <a:lnTo>
                  <a:pt x="846010" y="101600"/>
                </a:lnTo>
                <a:lnTo>
                  <a:pt x="856640" y="88900"/>
                </a:lnTo>
                <a:lnTo>
                  <a:pt x="869569" y="88900"/>
                </a:lnTo>
                <a:lnTo>
                  <a:pt x="884097" y="76200"/>
                </a:lnTo>
                <a:lnTo>
                  <a:pt x="899871" y="76200"/>
                </a:lnTo>
                <a:lnTo>
                  <a:pt x="916520" y="63500"/>
                </a:lnTo>
                <a:lnTo>
                  <a:pt x="933170" y="76200"/>
                </a:lnTo>
                <a:lnTo>
                  <a:pt x="948956" y="76200"/>
                </a:lnTo>
                <a:lnTo>
                  <a:pt x="963485" y="88900"/>
                </a:lnTo>
                <a:lnTo>
                  <a:pt x="976414" y="88900"/>
                </a:lnTo>
                <a:lnTo>
                  <a:pt x="987044" y="101600"/>
                </a:lnTo>
                <a:lnTo>
                  <a:pt x="994816" y="127000"/>
                </a:lnTo>
                <a:lnTo>
                  <a:pt x="999591" y="139700"/>
                </a:lnTo>
                <a:lnTo>
                  <a:pt x="1001229" y="152400"/>
                </a:lnTo>
                <a:lnTo>
                  <a:pt x="1001229" y="21590"/>
                </a:lnTo>
                <a:lnTo>
                  <a:pt x="977861" y="0"/>
                </a:lnTo>
                <a:lnTo>
                  <a:pt x="855192" y="0"/>
                </a:lnTo>
                <a:lnTo>
                  <a:pt x="827697" y="25400"/>
                </a:lnTo>
                <a:lnTo>
                  <a:pt x="803249" y="38100"/>
                </a:lnTo>
                <a:lnTo>
                  <a:pt x="783158" y="63500"/>
                </a:lnTo>
                <a:lnTo>
                  <a:pt x="768451" y="88900"/>
                </a:lnTo>
                <a:lnTo>
                  <a:pt x="759409" y="127000"/>
                </a:lnTo>
                <a:lnTo>
                  <a:pt x="756335" y="152400"/>
                </a:lnTo>
                <a:lnTo>
                  <a:pt x="757148" y="165100"/>
                </a:lnTo>
                <a:lnTo>
                  <a:pt x="759587" y="190500"/>
                </a:lnTo>
                <a:lnTo>
                  <a:pt x="763574" y="203200"/>
                </a:lnTo>
                <a:lnTo>
                  <a:pt x="769099" y="215900"/>
                </a:lnTo>
                <a:lnTo>
                  <a:pt x="723176" y="228600"/>
                </a:lnTo>
                <a:lnTo>
                  <a:pt x="679462" y="254000"/>
                </a:lnTo>
                <a:lnTo>
                  <a:pt x="638225" y="279400"/>
                </a:lnTo>
                <a:lnTo>
                  <a:pt x="599706" y="304800"/>
                </a:lnTo>
                <a:lnTo>
                  <a:pt x="564172" y="342900"/>
                </a:lnTo>
                <a:lnTo>
                  <a:pt x="531850" y="381000"/>
                </a:lnTo>
                <a:lnTo>
                  <a:pt x="503034" y="419100"/>
                </a:lnTo>
                <a:lnTo>
                  <a:pt x="477939" y="457200"/>
                </a:lnTo>
                <a:lnTo>
                  <a:pt x="456844" y="495300"/>
                </a:lnTo>
                <a:lnTo>
                  <a:pt x="440004" y="546100"/>
                </a:lnTo>
                <a:lnTo>
                  <a:pt x="427647" y="596900"/>
                </a:lnTo>
                <a:lnTo>
                  <a:pt x="420052" y="647700"/>
                </a:lnTo>
                <a:lnTo>
                  <a:pt x="417461" y="698500"/>
                </a:lnTo>
                <a:lnTo>
                  <a:pt x="415239" y="762000"/>
                </a:lnTo>
                <a:lnTo>
                  <a:pt x="408927" y="825500"/>
                </a:lnTo>
                <a:lnTo>
                  <a:pt x="399059" y="889000"/>
                </a:lnTo>
                <a:lnTo>
                  <a:pt x="386168" y="939800"/>
                </a:lnTo>
                <a:lnTo>
                  <a:pt x="370801" y="977900"/>
                </a:lnTo>
                <a:lnTo>
                  <a:pt x="353466" y="1028700"/>
                </a:lnTo>
                <a:lnTo>
                  <a:pt x="334708" y="1054100"/>
                </a:lnTo>
                <a:lnTo>
                  <a:pt x="315074" y="1092200"/>
                </a:lnTo>
                <a:lnTo>
                  <a:pt x="295071" y="1117600"/>
                </a:lnTo>
                <a:lnTo>
                  <a:pt x="275259" y="1155700"/>
                </a:lnTo>
                <a:lnTo>
                  <a:pt x="256159" y="1168400"/>
                </a:lnTo>
                <a:lnTo>
                  <a:pt x="228663" y="1206500"/>
                </a:lnTo>
                <a:lnTo>
                  <a:pt x="205574" y="1244600"/>
                </a:lnTo>
                <a:lnTo>
                  <a:pt x="189357" y="1282700"/>
                </a:lnTo>
                <a:lnTo>
                  <a:pt x="182283" y="1320800"/>
                </a:lnTo>
                <a:lnTo>
                  <a:pt x="188963" y="1358900"/>
                </a:lnTo>
                <a:lnTo>
                  <a:pt x="209613" y="1371600"/>
                </a:lnTo>
                <a:lnTo>
                  <a:pt x="245122" y="1397000"/>
                </a:lnTo>
                <a:lnTo>
                  <a:pt x="296379" y="1422400"/>
                </a:lnTo>
                <a:lnTo>
                  <a:pt x="364312" y="1435100"/>
                </a:lnTo>
                <a:lnTo>
                  <a:pt x="406679" y="1435100"/>
                </a:lnTo>
                <a:lnTo>
                  <a:pt x="453059" y="1447800"/>
                </a:lnTo>
                <a:lnTo>
                  <a:pt x="503059" y="1447800"/>
                </a:lnTo>
                <a:lnTo>
                  <a:pt x="556285" y="1460500"/>
                </a:lnTo>
                <a:lnTo>
                  <a:pt x="612355" y="1460500"/>
                </a:lnTo>
                <a:lnTo>
                  <a:pt x="670877" y="1473200"/>
                </a:lnTo>
                <a:lnTo>
                  <a:pt x="731469" y="1473200"/>
                </a:lnTo>
                <a:lnTo>
                  <a:pt x="767156" y="1511300"/>
                </a:lnTo>
                <a:lnTo>
                  <a:pt x="810983" y="1536700"/>
                </a:lnTo>
                <a:lnTo>
                  <a:pt x="861314" y="1562100"/>
                </a:lnTo>
                <a:lnTo>
                  <a:pt x="962418" y="1562100"/>
                </a:lnTo>
                <a:lnTo>
                  <a:pt x="1005192" y="1549400"/>
                </a:lnTo>
                <a:lnTo>
                  <a:pt x="1043914" y="1524000"/>
                </a:lnTo>
                <a:lnTo>
                  <a:pt x="1077671" y="1498600"/>
                </a:lnTo>
                <a:lnTo>
                  <a:pt x="1086954" y="1485900"/>
                </a:lnTo>
                <a:lnTo>
                  <a:pt x="1105535" y="1460500"/>
                </a:lnTo>
                <a:lnTo>
                  <a:pt x="1126578" y="1422400"/>
                </a:lnTo>
                <a:lnTo>
                  <a:pt x="1139888" y="1384300"/>
                </a:lnTo>
                <a:lnTo>
                  <a:pt x="1144524" y="1333500"/>
                </a:lnTo>
                <a:lnTo>
                  <a:pt x="1144524" y="1257300"/>
                </a:lnTo>
                <a:lnTo>
                  <a:pt x="1205585" y="1270000"/>
                </a:lnTo>
                <a:lnTo>
                  <a:pt x="1319530" y="1270000"/>
                </a:lnTo>
                <a:lnTo>
                  <a:pt x="1371561" y="1282700"/>
                </a:lnTo>
                <a:lnTo>
                  <a:pt x="1447203" y="1295400"/>
                </a:lnTo>
                <a:lnTo>
                  <a:pt x="1502079" y="1308100"/>
                </a:lnTo>
                <a:lnTo>
                  <a:pt x="1539405" y="1320800"/>
                </a:lnTo>
                <a:lnTo>
                  <a:pt x="1562366" y="1320800"/>
                </a:lnTo>
                <a:lnTo>
                  <a:pt x="1540484" y="1333500"/>
                </a:lnTo>
                <a:lnTo>
                  <a:pt x="1507871" y="1346200"/>
                </a:lnTo>
                <a:lnTo>
                  <a:pt x="1463192" y="1358900"/>
                </a:lnTo>
                <a:lnTo>
                  <a:pt x="1405153" y="1371600"/>
                </a:lnTo>
                <a:lnTo>
                  <a:pt x="1332395" y="1371600"/>
                </a:lnTo>
                <a:lnTo>
                  <a:pt x="1243609" y="1384300"/>
                </a:lnTo>
                <a:lnTo>
                  <a:pt x="1229220" y="1384300"/>
                </a:lnTo>
                <a:lnTo>
                  <a:pt x="1217942" y="1397000"/>
                </a:lnTo>
                <a:lnTo>
                  <a:pt x="1210894" y="1409700"/>
                </a:lnTo>
                <a:lnTo>
                  <a:pt x="1209179" y="1422400"/>
                </a:lnTo>
                <a:lnTo>
                  <a:pt x="1213383" y="1435100"/>
                </a:lnTo>
                <a:lnTo>
                  <a:pt x="1222476" y="1447800"/>
                </a:lnTo>
                <a:lnTo>
                  <a:pt x="1235113" y="1460500"/>
                </a:lnTo>
                <a:lnTo>
                  <a:pt x="1314399" y="1460500"/>
                </a:lnTo>
                <a:lnTo>
                  <a:pt x="1374216" y="1447800"/>
                </a:lnTo>
                <a:lnTo>
                  <a:pt x="1428927" y="1435100"/>
                </a:lnTo>
                <a:lnTo>
                  <a:pt x="1478051" y="1435100"/>
                </a:lnTo>
                <a:lnTo>
                  <a:pt x="1521104" y="1422400"/>
                </a:lnTo>
                <a:lnTo>
                  <a:pt x="1566837" y="1409700"/>
                </a:lnTo>
                <a:lnTo>
                  <a:pt x="1608582" y="1384300"/>
                </a:lnTo>
                <a:lnTo>
                  <a:pt x="1638998" y="1358900"/>
                </a:lnTo>
                <a:lnTo>
                  <a:pt x="1650580" y="1320800"/>
                </a:lnTo>
                <a:close/>
              </a:path>
              <a:path w="1833245" h="1562100">
                <a:moveTo>
                  <a:pt x="1833054" y="719366"/>
                </a:moveTo>
                <a:lnTo>
                  <a:pt x="1832178" y="668350"/>
                </a:lnTo>
                <a:lnTo>
                  <a:pt x="1827872" y="617308"/>
                </a:lnTo>
                <a:lnTo>
                  <a:pt x="1820151" y="566318"/>
                </a:lnTo>
                <a:lnTo>
                  <a:pt x="1809102" y="515950"/>
                </a:lnTo>
                <a:lnTo>
                  <a:pt x="1794827" y="466763"/>
                </a:lnTo>
                <a:lnTo>
                  <a:pt x="1777377" y="418820"/>
                </a:lnTo>
                <a:lnTo>
                  <a:pt x="1756778" y="372198"/>
                </a:lnTo>
                <a:lnTo>
                  <a:pt x="1733042" y="326974"/>
                </a:lnTo>
                <a:lnTo>
                  <a:pt x="1706219" y="283235"/>
                </a:lnTo>
                <a:lnTo>
                  <a:pt x="1667827" y="266903"/>
                </a:lnTo>
                <a:lnTo>
                  <a:pt x="1653921" y="272516"/>
                </a:lnTo>
                <a:lnTo>
                  <a:pt x="1643291" y="283083"/>
                </a:lnTo>
                <a:lnTo>
                  <a:pt x="1637728" y="296443"/>
                </a:lnTo>
                <a:lnTo>
                  <a:pt x="1637588" y="310908"/>
                </a:lnTo>
                <a:lnTo>
                  <a:pt x="1643202" y="324802"/>
                </a:lnTo>
                <a:lnTo>
                  <a:pt x="1671891" y="372287"/>
                </a:lnTo>
                <a:lnTo>
                  <a:pt x="1696542" y="421678"/>
                </a:lnTo>
                <a:lnTo>
                  <a:pt x="1717128" y="472846"/>
                </a:lnTo>
                <a:lnTo>
                  <a:pt x="1733600" y="525678"/>
                </a:lnTo>
                <a:lnTo>
                  <a:pt x="1745919" y="580072"/>
                </a:lnTo>
                <a:lnTo>
                  <a:pt x="1753908" y="635266"/>
                </a:lnTo>
                <a:lnTo>
                  <a:pt x="1757451" y="690499"/>
                </a:lnTo>
                <a:lnTo>
                  <a:pt x="1756549" y="745642"/>
                </a:lnTo>
                <a:lnTo>
                  <a:pt x="1751215" y="800582"/>
                </a:lnTo>
                <a:lnTo>
                  <a:pt x="1741449" y="855192"/>
                </a:lnTo>
                <a:lnTo>
                  <a:pt x="1741182" y="870178"/>
                </a:lnTo>
                <a:lnTo>
                  <a:pt x="1770176" y="900176"/>
                </a:lnTo>
                <a:lnTo>
                  <a:pt x="1775650" y="901065"/>
                </a:lnTo>
                <a:lnTo>
                  <a:pt x="1778342" y="901065"/>
                </a:lnTo>
                <a:lnTo>
                  <a:pt x="1815172" y="871448"/>
                </a:lnTo>
                <a:lnTo>
                  <a:pt x="1824545" y="820991"/>
                </a:lnTo>
                <a:lnTo>
                  <a:pt x="1830514" y="770267"/>
                </a:lnTo>
                <a:lnTo>
                  <a:pt x="1833054" y="7193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79531" y="6090995"/>
            <a:ext cx="1723389" cy="1832610"/>
          </a:xfrm>
          <a:custGeom>
            <a:avLst/>
            <a:gdLst/>
            <a:ahLst/>
            <a:cxnLst/>
            <a:rect l="l" t="t" r="r" b="b"/>
            <a:pathLst>
              <a:path w="1723389" h="1832609">
                <a:moveTo>
                  <a:pt x="711936" y="1171600"/>
                </a:moveTo>
                <a:lnTo>
                  <a:pt x="423024" y="1249133"/>
                </a:lnTo>
                <a:lnTo>
                  <a:pt x="399135" y="1283347"/>
                </a:lnTo>
                <a:lnTo>
                  <a:pt x="399135" y="1463967"/>
                </a:lnTo>
                <a:lnTo>
                  <a:pt x="401002" y="1474177"/>
                </a:lnTo>
                <a:lnTo>
                  <a:pt x="406107" y="1481594"/>
                </a:lnTo>
                <a:lnTo>
                  <a:pt x="413702" y="1485506"/>
                </a:lnTo>
                <a:lnTo>
                  <a:pt x="423024" y="1485188"/>
                </a:lnTo>
                <a:lnTo>
                  <a:pt x="711644" y="1407744"/>
                </a:lnTo>
                <a:lnTo>
                  <a:pt x="711644" y="1405178"/>
                </a:lnTo>
                <a:lnTo>
                  <a:pt x="711644" y="1340866"/>
                </a:lnTo>
                <a:lnTo>
                  <a:pt x="472211" y="1405178"/>
                </a:lnTo>
                <a:lnTo>
                  <a:pt x="472211" y="1302626"/>
                </a:lnTo>
                <a:lnTo>
                  <a:pt x="711784" y="1238313"/>
                </a:lnTo>
                <a:lnTo>
                  <a:pt x="711936" y="1171600"/>
                </a:lnTo>
                <a:close/>
              </a:path>
              <a:path w="1723389" h="1832609">
                <a:moveTo>
                  <a:pt x="734479" y="1652625"/>
                </a:moveTo>
                <a:lnTo>
                  <a:pt x="723696" y="1635620"/>
                </a:lnTo>
                <a:lnTo>
                  <a:pt x="716521" y="1619605"/>
                </a:lnTo>
                <a:lnTo>
                  <a:pt x="712533" y="1603273"/>
                </a:lnTo>
                <a:lnTo>
                  <a:pt x="711301" y="1585328"/>
                </a:lnTo>
                <a:lnTo>
                  <a:pt x="175856" y="1729054"/>
                </a:lnTo>
                <a:lnTo>
                  <a:pt x="135585" y="1731924"/>
                </a:lnTo>
                <a:lnTo>
                  <a:pt x="102831" y="1718754"/>
                </a:lnTo>
                <a:lnTo>
                  <a:pt x="103009" y="1718754"/>
                </a:lnTo>
                <a:lnTo>
                  <a:pt x="81407" y="1692122"/>
                </a:lnTo>
                <a:lnTo>
                  <a:pt x="73507" y="1653984"/>
                </a:lnTo>
                <a:lnTo>
                  <a:pt x="73507" y="707821"/>
                </a:lnTo>
                <a:lnTo>
                  <a:pt x="81407" y="665492"/>
                </a:lnTo>
                <a:lnTo>
                  <a:pt x="103098" y="627151"/>
                </a:lnTo>
                <a:lnTo>
                  <a:pt x="135585" y="596646"/>
                </a:lnTo>
                <a:lnTo>
                  <a:pt x="175856" y="577837"/>
                </a:lnTo>
                <a:lnTo>
                  <a:pt x="411314" y="514769"/>
                </a:lnTo>
                <a:lnTo>
                  <a:pt x="411314" y="441083"/>
                </a:lnTo>
                <a:lnTo>
                  <a:pt x="175856" y="504355"/>
                </a:lnTo>
                <a:lnTo>
                  <a:pt x="129273" y="523138"/>
                </a:lnTo>
                <a:lnTo>
                  <a:pt x="87312" y="552157"/>
                </a:lnTo>
                <a:lnTo>
                  <a:pt x="51689" y="589254"/>
                </a:lnTo>
                <a:lnTo>
                  <a:pt x="24117" y="632282"/>
                </a:lnTo>
                <a:lnTo>
                  <a:pt x="6311" y="679107"/>
                </a:lnTo>
                <a:lnTo>
                  <a:pt x="0" y="727570"/>
                </a:lnTo>
                <a:lnTo>
                  <a:pt x="0" y="1673733"/>
                </a:lnTo>
                <a:lnTo>
                  <a:pt x="6324" y="1718754"/>
                </a:lnTo>
                <a:lnTo>
                  <a:pt x="24130" y="1756016"/>
                </a:lnTo>
                <a:lnTo>
                  <a:pt x="51701" y="1784273"/>
                </a:lnTo>
                <a:lnTo>
                  <a:pt x="87325" y="1802295"/>
                </a:lnTo>
                <a:lnTo>
                  <a:pt x="129286" y="1808835"/>
                </a:lnTo>
                <a:lnTo>
                  <a:pt x="175856" y="1802650"/>
                </a:lnTo>
                <a:lnTo>
                  <a:pt x="439178" y="1731924"/>
                </a:lnTo>
                <a:lnTo>
                  <a:pt x="734479" y="1652625"/>
                </a:lnTo>
                <a:close/>
              </a:path>
              <a:path w="1723389" h="1832609">
                <a:moveTo>
                  <a:pt x="1210259" y="267487"/>
                </a:moveTo>
                <a:lnTo>
                  <a:pt x="1205915" y="213677"/>
                </a:lnTo>
                <a:lnTo>
                  <a:pt x="1193152" y="163982"/>
                </a:lnTo>
                <a:lnTo>
                  <a:pt x="1172324" y="119240"/>
                </a:lnTo>
                <a:lnTo>
                  <a:pt x="1143825" y="80264"/>
                </a:lnTo>
                <a:lnTo>
                  <a:pt x="1108024" y="47891"/>
                </a:lnTo>
                <a:lnTo>
                  <a:pt x="1066165" y="23355"/>
                </a:lnTo>
                <a:lnTo>
                  <a:pt x="1043330" y="15506"/>
                </a:lnTo>
                <a:lnTo>
                  <a:pt x="1043330" y="479272"/>
                </a:lnTo>
                <a:lnTo>
                  <a:pt x="1030249" y="506183"/>
                </a:lnTo>
                <a:lnTo>
                  <a:pt x="972350" y="550887"/>
                </a:lnTo>
                <a:lnTo>
                  <a:pt x="928331" y="571754"/>
                </a:lnTo>
                <a:lnTo>
                  <a:pt x="884301" y="588124"/>
                </a:lnTo>
                <a:lnTo>
                  <a:pt x="840117" y="599986"/>
                </a:lnTo>
                <a:lnTo>
                  <a:pt x="795705" y="607352"/>
                </a:lnTo>
                <a:lnTo>
                  <a:pt x="750925" y="610222"/>
                </a:lnTo>
                <a:lnTo>
                  <a:pt x="716673" y="607352"/>
                </a:lnTo>
                <a:lnTo>
                  <a:pt x="717499" y="607352"/>
                </a:lnTo>
                <a:lnTo>
                  <a:pt x="692899" y="596798"/>
                </a:lnTo>
                <a:lnTo>
                  <a:pt x="679818" y="576948"/>
                </a:lnTo>
                <a:lnTo>
                  <a:pt x="681774" y="546544"/>
                </a:lnTo>
                <a:lnTo>
                  <a:pt x="695591" y="499059"/>
                </a:lnTo>
                <a:lnTo>
                  <a:pt x="727024" y="447636"/>
                </a:lnTo>
                <a:lnTo>
                  <a:pt x="779145" y="416991"/>
                </a:lnTo>
                <a:lnTo>
                  <a:pt x="944041" y="372719"/>
                </a:lnTo>
                <a:lnTo>
                  <a:pt x="971753" y="369633"/>
                </a:lnTo>
                <a:lnTo>
                  <a:pt x="996162" y="375399"/>
                </a:lnTo>
                <a:lnTo>
                  <a:pt x="1015453" y="389128"/>
                </a:lnTo>
                <a:lnTo>
                  <a:pt x="1027798" y="409943"/>
                </a:lnTo>
                <a:lnTo>
                  <a:pt x="1027861" y="410146"/>
                </a:lnTo>
                <a:lnTo>
                  <a:pt x="1041501" y="449821"/>
                </a:lnTo>
                <a:lnTo>
                  <a:pt x="1043330" y="479272"/>
                </a:lnTo>
                <a:lnTo>
                  <a:pt x="1043330" y="15506"/>
                </a:lnTo>
                <a:lnTo>
                  <a:pt x="1019644" y="7340"/>
                </a:lnTo>
                <a:lnTo>
                  <a:pt x="969403" y="0"/>
                </a:lnTo>
                <a:lnTo>
                  <a:pt x="955268" y="393"/>
                </a:lnTo>
                <a:lnTo>
                  <a:pt x="955268" y="205892"/>
                </a:lnTo>
                <a:lnTo>
                  <a:pt x="953960" y="241808"/>
                </a:lnTo>
                <a:lnTo>
                  <a:pt x="939228" y="278117"/>
                </a:lnTo>
                <a:lnTo>
                  <a:pt x="914260" y="308102"/>
                </a:lnTo>
                <a:lnTo>
                  <a:pt x="882497" y="328714"/>
                </a:lnTo>
                <a:lnTo>
                  <a:pt x="847407" y="336867"/>
                </a:lnTo>
                <a:lnTo>
                  <a:pt x="815441" y="330517"/>
                </a:lnTo>
                <a:lnTo>
                  <a:pt x="792467" y="311391"/>
                </a:lnTo>
                <a:lnTo>
                  <a:pt x="780567" y="282371"/>
                </a:lnTo>
                <a:lnTo>
                  <a:pt x="780669" y="279565"/>
                </a:lnTo>
                <a:lnTo>
                  <a:pt x="780719" y="278117"/>
                </a:lnTo>
                <a:lnTo>
                  <a:pt x="793965" y="214693"/>
                </a:lnTo>
                <a:lnTo>
                  <a:pt x="840676" y="166001"/>
                </a:lnTo>
                <a:lnTo>
                  <a:pt x="876985" y="152222"/>
                </a:lnTo>
                <a:lnTo>
                  <a:pt x="888568" y="151320"/>
                </a:lnTo>
                <a:lnTo>
                  <a:pt x="920496" y="157746"/>
                </a:lnTo>
                <a:lnTo>
                  <a:pt x="943419" y="176911"/>
                </a:lnTo>
                <a:lnTo>
                  <a:pt x="955268" y="205892"/>
                </a:lnTo>
                <a:lnTo>
                  <a:pt x="955268" y="393"/>
                </a:lnTo>
                <a:lnTo>
                  <a:pt x="916393" y="1460"/>
                </a:lnTo>
                <a:lnTo>
                  <a:pt x="861555" y="11887"/>
                </a:lnTo>
                <a:lnTo>
                  <a:pt x="817803" y="26327"/>
                </a:lnTo>
                <a:lnTo>
                  <a:pt x="775690" y="45567"/>
                </a:lnTo>
                <a:lnTo>
                  <a:pt x="735533" y="69189"/>
                </a:lnTo>
                <a:lnTo>
                  <a:pt x="697636" y="96774"/>
                </a:lnTo>
                <a:lnTo>
                  <a:pt x="662355" y="127901"/>
                </a:lnTo>
                <a:lnTo>
                  <a:pt x="629996" y="162166"/>
                </a:lnTo>
                <a:lnTo>
                  <a:pt x="600900" y="199136"/>
                </a:lnTo>
                <a:lnTo>
                  <a:pt x="575373" y="238404"/>
                </a:lnTo>
                <a:lnTo>
                  <a:pt x="553770" y="279565"/>
                </a:lnTo>
                <a:lnTo>
                  <a:pt x="536384" y="322186"/>
                </a:lnTo>
                <a:lnTo>
                  <a:pt x="523570" y="365848"/>
                </a:lnTo>
                <a:lnTo>
                  <a:pt x="515645" y="410146"/>
                </a:lnTo>
                <a:lnTo>
                  <a:pt x="512927" y="454672"/>
                </a:lnTo>
                <a:lnTo>
                  <a:pt x="517271" y="508482"/>
                </a:lnTo>
                <a:lnTo>
                  <a:pt x="530021" y="558228"/>
                </a:lnTo>
                <a:lnTo>
                  <a:pt x="550824" y="603034"/>
                </a:lnTo>
                <a:lnTo>
                  <a:pt x="579272" y="642061"/>
                </a:lnTo>
                <a:lnTo>
                  <a:pt x="614984" y="674420"/>
                </a:lnTo>
                <a:lnTo>
                  <a:pt x="656869" y="698957"/>
                </a:lnTo>
                <a:lnTo>
                  <a:pt x="703402" y="714984"/>
                </a:lnTo>
                <a:lnTo>
                  <a:pt x="753643" y="722376"/>
                </a:lnTo>
                <a:lnTo>
                  <a:pt x="806665" y="720953"/>
                </a:lnTo>
                <a:lnTo>
                  <a:pt x="861555" y="710590"/>
                </a:lnTo>
                <a:lnTo>
                  <a:pt x="907364" y="695236"/>
                </a:lnTo>
                <a:lnTo>
                  <a:pt x="952042" y="674281"/>
                </a:lnTo>
                <a:lnTo>
                  <a:pt x="995019" y="648119"/>
                </a:lnTo>
                <a:lnTo>
                  <a:pt x="1035735" y="617105"/>
                </a:lnTo>
                <a:lnTo>
                  <a:pt x="1043089" y="610222"/>
                </a:lnTo>
                <a:lnTo>
                  <a:pt x="1073645" y="581621"/>
                </a:lnTo>
                <a:lnTo>
                  <a:pt x="1108202" y="542061"/>
                </a:lnTo>
                <a:lnTo>
                  <a:pt x="1138466" y="499287"/>
                </a:lnTo>
                <a:lnTo>
                  <a:pt x="1163726" y="454533"/>
                </a:lnTo>
                <a:lnTo>
                  <a:pt x="1183754" y="408381"/>
                </a:lnTo>
                <a:lnTo>
                  <a:pt x="1195781" y="369633"/>
                </a:lnTo>
                <a:lnTo>
                  <a:pt x="1198333" y="361416"/>
                </a:lnTo>
                <a:lnTo>
                  <a:pt x="1202969" y="336867"/>
                </a:lnTo>
                <a:lnTo>
                  <a:pt x="1207236" y="314261"/>
                </a:lnTo>
                <a:lnTo>
                  <a:pt x="1210259" y="267487"/>
                </a:lnTo>
                <a:close/>
              </a:path>
              <a:path w="1723389" h="1832609">
                <a:moveTo>
                  <a:pt x="1323886" y="1035138"/>
                </a:moveTo>
                <a:lnTo>
                  <a:pt x="1306309" y="1012812"/>
                </a:lnTo>
                <a:lnTo>
                  <a:pt x="1303159" y="1012812"/>
                </a:lnTo>
                <a:lnTo>
                  <a:pt x="1299845" y="1013739"/>
                </a:lnTo>
                <a:lnTo>
                  <a:pt x="1115390" y="1063282"/>
                </a:lnTo>
                <a:lnTo>
                  <a:pt x="1192822" y="1109256"/>
                </a:lnTo>
                <a:lnTo>
                  <a:pt x="1251013" y="1093558"/>
                </a:lnTo>
                <a:lnTo>
                  <a:pt x="1251013" y="1143698"/>
                </a:lnTo>
                <a:lnTo>
                  <a:pt x="1323886" y="1187081"/>
                </a:lnTo>
                <a:lnTo>
                  <a:pt x="1323886" y="1093558"/>
                </a:lnTo>
                <a:lnTo>
                  <a:pt x="1323886" y="1035138"/>
                </a:lnTo>
                <a:close/>
              </a:path>
              <a:path w="1723389" h="1832609">
                <a:moveTo>
                  <a:pt x="1323911" y="689914"/>
                </a:moveTo>
                <a:lnTo>
                  <a:pt x="1306309" y="667626"/>
                </a:lnTo>
                <a:lnTo>
                  <a:pt x="1299845" y="668515"/>
                </a:lnTo>
                <a:lnTo>
                  <a:pt x="423049" y="903909"/>
                </a:lnTo>
                <a:lnTo>
                  <a:pt x="399161" y="938263"/>
                </a:lnTo>
                <a:lnTo>
                  <a:pt x="399161" y="1118717"/>
                </a:lnTo>
                <a:lnTo>
                  <a:pt x="401027" y="1128941"/>
                </a:lnTo>
                <a:lnTo>
                  <a:pt x="406133" y="1136357"/>
                </a:lnTo>
                <a:lnTo>
                  <a:pt x="413727" y="1140244"/>
                </a:lnTo>
                <a:lnTo>
                  <a:pt x="423049" y="1139875"/>
                </a:lnTo>
                <a:lnTo>
                  <a:pt x="720102" y="1060246"/>
                </a:lnTo>
                <a:lnTo>
                  <a:pt x="756640" y="983615"/>
                </a:lnTo>
                <a:lnTo>
                  <a:pt x="472236" y="1059954"/>
                </a:lnTo>
                <a:lnTo>
                  <a:pt x="472236" y="957529"/>
                </a:lnTo>
                <a:lnTo>
                  <a:pt x="1251038" y="748474"/>
                </a:lnTo>
                <a:lnTo>
                  <a:pt x="1251038" y="850874"/>
                </a:lnTo>
                <a:lnTo>
                  <a:pt x="911479" y="942060"/>
                </a:lnTo>
                <a:lnTo>
                  <a:pt x="988860" y="988123"/>
                </a:lnTo>
                <a:lnTo>
                  <a:pt x="1299870" y="904697"/>
                </a:lnTo>
                <a:lnTo>
                  <a:pt x="1323911" y="870483"/>
                </a:lnTo>
                <a:lnTo>
                  <a:pt x="1323911" y="689914"/>
                </a:lnTo>
                <a:close/>
              </a:path>
              <a:path w="1723389" h="1832609">
                <a:moveTo>
                  <a:pt x="1421726" y="1339316"/>
                </a:moveTo>
                <a:lnTo>
                  <a:pt x="1421015" y="1329880"/>
                </a:lnTo>
                <a:lnTo>
                  <a:pt x="1417243" y="1321168"/>
                </a:lnTo>
                <a:lnTo>
                  <a:pt x="1410589" y="1314018"/>
                </a:lnTo>
                <a:lnTo>
                  <a:pt x="1333093" y="1268006"/>
                </a:lnTo>
                <a:lnTo>
                  <a:pt x="1333093" y="1326578"/>
                </a:lnTo>
                <a:lnTo>
                  <a:pt x="1212824" y="1365440"/>
                </a:lnTo>
                <a:lnTo>
                  <a:pt x="1202016" y="1371904"/>
                </a:lnTo>
                <a:lnTo>
                  <a:pt x="1195324" y="1381963"/>
                </a:lnTo>
                <a:lnTo>
                  <a:pt x="1193431" y="1393901"/>
                </a:lnTo>
                <a:lnTo>
                  <a:pt x="1197013" y="1405953"/>
                </a:lnTo>
                <a:lnTo>
                  <a:pt x="1328127" y="1638160"/>
                </a:lnTo>
                <a:lnTo>
                  <a:pt x="1188034" y="1678419"/>
                </a:lnTo>
                <a:lnTo>
                  <a:pt x="1124559" y="1573098"/>
                </a:lnTo>
                <a:lnTo>
                  <a:pt x="1055585" y="1458645"/>
                </a:lnTo>
                <a:lnTo>
                  <a:pt x="1039685" y="1432267"/>
                </a:lnTo>
                <a:lnTo>
                  <a:pt x="1033703" y="1425244"/>
                </a:lnTo>
                <a:lnTo>
                  <a:pt x="1025956" y="1420622"/>
                </a:lnTo>
                <a:lnTo>
                  <a:pt x="1017117" y="1418691"/>
                </a:lnTo>
                <a:lnTo>
                  <a:pt x="1007910" y="1419771"/>
                </a:lnTo>
                <a:lnTo>
                  <a:pt x="880160" y="1458645"/>
                </a:lnTo>
                <a:lnTo>
                  <a:pt x="880097" y="1432267"/>
                </a:lnTo>
                <a:lnTo>
                  <a:pt x="879995" y="1393901"/>
                </a:lnTo>
                <a:lnTo>
                  <a:pt x="879881" y="1349451"/>
                </a:lnTo>
                <a:lnTo>
                  <a:pt x="879779" y="1314018"/>
                </a:lnTo>
                <a:lnTo>
                  <a:pt x="879132" y="1069606"/>
                </a:lnTo>
                <a:lnTo>
                  <a:pt x="1333093" y="1326578"/>
                </a:lnTo>
                <a:lnTo>
                  <a:pt x="1333093" y="1268006"/>
                </a:lnTo>
                <a:lnTo>
                  <a:pt x="998982" y="1069606"/>
                </a:lnTo>
                <a:lnTo>
                  <a:pt x="868565" y="992174"/>
                </a:lnTo>
                <a:lnTo>
                  <a:pt x="855192" y="987107"/>
                </a:lnTo>
                <a:lnTo>
                  <a:pt x="843267" y="987920"/>
                </a:lnTo>
                <a:lnTo>
                  <a:pt x="782154" y="1095984"/>
                </a:lnTo>
                <a:lnTo>
                  <a:pt x="779005" y="1589062"/>
                </a:lnTo>
                <a:lnTo>
                  <a:pt x="781951" y="1602105"/>
                </a:lnTo>
                <a:lnTo>
                  <a:pt x="790092" y="1611909"/>
                </a:lnTo>
                <a:lnTo>
                  <a:pt x="801674" y="1617141"/>
                </a:lnTo>
                <a:lnTo>
                  <a:pt x="814933" y="1616481"/>
                </a:lnTo>
                <a:lnTo>
                  <a:pt x="958469" y="1573098"/>
                </a:lnTo>
                <a:lnTo>
                  <a:pt x="1106868" y="1819224"/>
                </a:lnTo>
                <a:lnTo>
                  <a:pt x="1112926" y="1826209"/>
                </a:lnTo>
                <a:lnTo>
                  <a:pt x="1120724" y="1830743"/>
                </a:lnTo>
                <a:lnTo>
                  <a:pt x="1129601" y="1832571"/>
                </a:lnTo>
                <a:lnTo>
                  <a:pt x="1138885" y="1831416"/>
                </a:lnTo>
                <a:lnTo>
                  <a:pt x="1341056" y="1773097"/>
                </a:lnTo>
                <a:lnTo>
                  <a:pt x="1389697" y="1678419"/>
                </a:lnTo>
                <a:lnTo>
                  <a:pt x="1397939" y="1655102"/>
                </a:lnTo>
                <a:lnTo>
                  <a:pt x="1397012" y="1648028"/>
                </a:lnTo>
                <a:lnTo>
                  <a:pt x="1394218" y="1641284"/>
                </a:lnTo>
                <a:lnTo>
                  <a:pt x="1300734" y="1480185"/>
                </a:lnTo>
                <a:lnTo>
                  <a:pt x="1366139" y="1462405"/>
                </a:lnTo>
                <a:lnTo>
                  <a:pt x="1371561" y="1453807"/>
                </a:lnTo>
                <a:lnTo>
                  <a:pt x="1374711" y="1446695"/>
                </a:lnTo>
                <a:lnTo>
                  <a:pt x="1418729" y="1349451"/>
                </a:lnTo>
                <a:lnTo>
                  <a:pt x="1419009" y="1349133"/>
                </a:lnTo>
                <a:lnTo>
                  <a:pt x="1419009" y="1348955"/>
                </a:lnTo>
                <a:lnTo>
                  <a:pt x="1419161" y="1348701"/>
                </a:lnTo>
                <a:lnTo>
                  <a:pt x="1421726" y="1339316"/>
                </a:lnTo>
                <a:close/>
              </a:path>
              <a:path w="1723389" h="1832609">
                <a:moveTo>
                  <a:pt x="1723123" y="265036"/>
                </a:moveTo>
                <a:lnTo>
                  <a:pt x="1713852" y="211099"/>
                </a:lnTo>
                <a:lnTo>
                  <a:pt x="1688084" y="169151"/>
                </a:lnTo>
                <a:lnTo>
                  <a:pt x="1648904" y="141414"/>
                </a:lnTo>
                <a:lnTo>
                  <a:pt x="1599285" y="130060"/>
                </a:lnTo>
                <a:lnTo>
                  <a:pt x="1586852" y="130060"/>
                </a:lnTo>
                <a:lnTo>
                  <a:pt x="1573923" y="131038"/>
                </a:lnTo>
                <a:lnTo>
                  <a:pt x="1560703" y="133045"/>
                </a:lnTo>
                <a:lnTo>
                  <a:pt x="1547279" y="136118"/>
                </a:lnTo>
                <a:lnTo>
                  <a:pt x="1311884" y="199351"/>
                </a:lnTo>
                <a:lnTo>
                  <a:pt x="1311884" y="273011"/>
                </a:lnTo>
                <a:lnTo>
                  <a:pt x="1547279" y="209740"/>
                </a:lnTo>
                <a:lnTo>
                  <a:pt x="1587500" y="206908"/>
                </a:lnTo>
                <a:lnTo>
                  <a:pt x="1619999" y="219964"/>
                </a:lnTo>
                <a:lnTo>
                  <a:pt x="1641729" y="246672"/>
                </a:lnTo>
                <a:lnTo>
                  <a:pt x="1649641" y="284784"/>
                </a:lnTo>
                <a:lnTo>
                  <a:pt x="1649641" y="1230947"/>
                </a:lnTo>
                <a:lnTo>
                  <a:pt x="1641729" y="1273263"/>
                </a:lnTo>
                <a:lnTo>
                  <a:pt x="1619999" y="1311617"/>
                </a:lnTo>
                <a:lnTo>
                  <a:pt x="1587500" y="1342123"/>
                </a:lnTo>
                <a:lnTo>
                  <a:pt x="1547279" y="1360906"/>
                </a:lnTo>
                <a:lnTo>
                  <a:pt x="1477403" y="1379575"/>
                </a:lnTo>
                <a:lnTo>
                  <a:pt x="1439329" y="1463471"/>
                </a:lnTo>
                <a:lnTo>
                  <a:pt x="1547279" y="1434414"/>
                </a:lnTo>
                <a:lnTo>
                  <a:pt x="1593862" y="1415605"/>
                </a:lnTo>
                <a:lnTo>
                  <a:pt x="1635823" y="1386547"/>
                </a:lnTo>
                <a:lnTo>
                  <a:pt x="1671447" y="1349413"/>
                </a:lnTo>
                <a:lnTo>
                  <a:pt x="1699018" y="1306360"/>
                </a:lnTo>
                <a:lnTo>
                  <a:pt x="1716811" y="1259560"/>
                </a:lnTo>
                <a:lnTo>
                  <a:pt x="1723123" y="1211199"/>
                </a:lnTo>
                <a:lnTo>
                  <a:pt x="1723123" y="2650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213527" y="5880467"/>
            <a:ext cx="2317750" cy="2235200"/>
          </a:xfrm>
          <a:custGeom>
            <a:avLst/>
            <a:gdLst/>
            <a:ahLst/>
            <a:cxnLst/>
            <a:rect l="l" t="t" r="r" b="b"/>
            <a:pathLst>
              <a:path w="2317750" h="2235200">
                <a:moveTo>
                  <a:pt x="1526616" y="711199"/>
                </a:moveTo>
                <a:lnTo>
                  <a:pt x="1481987" y="711199"/>
                </a:lnTo>
                <a:lnTo>
                  <a:pt x="1478406" y="698499"/>
                </a:lnTo>
                <a:lnTo>
                  <a:pt x="1477145" y="685799"/>
                </a:lnTo>
                <a:lnTo>
                  <a:pt x="1477145" y="571499"/>
                </a:lnTo>
                <a:lnTo>
                  <a:pt x="1438371" y="558799"/>
                </a:lnTo>
                <a:lnTo>
                  <a:pt x="1408130" y="520699"/>
                </a:lnTo>
                <a:lnTo>
                  <a:pt x="1388477" y="482599"/>
                </a:lnTo>
                <a:lnTo>
                  <a:pt x="1381469" y="444499"/>
                </a:lnTo>
                <a:lnTo>
                  <a:pt x="1381469" y="126999"/>
                </a:lnTo>
                <a:lnTo>
                  <a:pt x="1388585" y="88899"/>
                </a:lnTo>
                <a:lnTo>
                  <a:pt x="1408381" y="50799"/>
                </a:lnTo>
                <a:lnTo>
                  <a:pt x="1438527" y="25399"/>
                </a:lnTo>
                <a:lnTo>
                  <a:pt x="1476693" y="0"/>
                </a:lnTo>
                <a:lnTo>
                  <a:pt x="2222888" y="0"/>
                </a:lnTo>
                <a:lnTo>
                  <a:pt x="2260938" y="25399"/>
                </a:lnTo>
                <a:lnTo>
                  <a:pt x="2275942" y="38099"/>
                </a:lnTo>
                <a:lnTo>
                  <a:pt x="1520549" y="38099"/>
                </a:lnTo>
                <a:lnTo>
                  <a:pt x="1484649" y="50799"/>
                </a:lnTo>
                <a:lnTo>
                  <a:pt x="1455268" y="63499"/>
                </a:lnTo>
                <a:lnTo>
                  <a:pt x="1435425" y="101599"/>
                </a:lnTo>
                <a:lnTo>
                  <a:pt x="1428140" y="126999"/>
                </a:lnTo>
                <a:lnTo>
                  <a:pt x="1428140" y="444499"/>
                </a:lnTo>
                <a:lnTo>
                  <a:pt x="1433792" y="469899"/>
                </a:lnTo>
                <a:lnTo>
                  <a:pt x="1449550" y="495299"/>
                </a:lnTo>
                <a:lnTo>
                  <a:pt x="1473623" y="520699"/>
                </a:lnTo>
                <a:lnTo>
                  <a:pt x="1504214" y="533399"/>
                </a:lnTo>
                <a:lnTo>
                  <a:pt x="1517982" y="533399"/>
                </a:lnTo>
                <a:lnTo>
                  <a:pt x="1521935" y="546099"/>
                </a:lnTo>
                <a:lnTo>
                  <a:pt x="1523349" y="558799"/>
                </a:lnTo>
                <a:lnTo>
                  <a:pt x="1523349" y="647699"/>
                </a:lnTo>
                <a:lnTo>
                  <a:pt x="1603857" y="647699"/>
                </a:lnTo>
                <a:lnTo>
                  <a:pt x="1526616" y="711199"/>
                </a:lnTo>
                <a:close/>
              </a:path>
              <a:path w="2317750" h="2235200">
                <a:moveTo>
                  <a:pt x="1603857" y="647699"/>
                </a:moveTo>
                <a:lnTo>
                  <a:pt x="1523349" y="647699"/>
                </a:lnTo>
                <a:lnTo>
                  <a:pt x="1656829" y="533399"/>
                </a:lnTo>
                <a:lnTo>
                  <a:pt x="2179081" y="533399"/>
                </a:lnTo>
                <a:lnTo>
                  <a:pt x="2214908" y="520699"/>
                </a:lnTo>
                <a:lnTo>
                  <a:pt x="2244129" y="507999"/>
                </a:lnTo>
                <a:lnTo>
                  <a:pt x="2263811" y="482599"/>
                </a:lnTo>
                <a:lnTo>
                  <a:pt x="2271023" y="444499"/>
                </a:lnTo>
                <a:lnTo>
                  <a:pt x="2271023" y="126999"/>
                </a:lnTo>
                <a:lnTo>
                  <a:pt x="2263811" y="101599"/>
                </a:lnTo>
                <a:lnTo>
                  <a:pt x="2244129" y="63499"/>
                </a:lnTo>
                <a:lnTo>
                  <a:pt x="2214908" y="50799"/>
                </a:lnTo>
                <a:lnTo>
                  <a:pt x="2179081" y="38099"/>
                </a:lnTo>
                <a:lnTo>
                  <a:pt x="2275942" y="38099"/>
                </a:lnTo>
                <a:lnTo>
                  <a:pt x="2290946" y="50799"/>
                </a:lnTo>
                <a:lnTo>
                  <a:pt x="2310626" y="88899"/>
                </a:lnTo>
                <a:lnTo>
                  <a:pt x="2317694" y="126999"/>
                </a:lnTo>
                <a:lnTo>
                  <a:pt x="2317694" y="444499"/>
                </a:lnTo>
                <a:lnTo>
                  <a:pt x="2310626" y="482599"/>
                </a:lnTo>
                <a:lnTo>
                  <a:pt x="2290946" y="520699"/>
                </a:lnTo>
                <a:lnTo>
                  <a:pt x="2260938" y="558799"/>
                </a:lnTo>
                <a:lnTo>
                  <a:pt x="2222888" y="571499"/>
                </a:lnTo>
                <a:lnTo>
                  <a:pt x="2179081" y="584199"/>
                </a:lnTo>
                <a:lnTo>
                  <a:pt x="1681098" y="584199"/>
                </a:lnTo>
                <a:lnTo>
                  <a:pt x="1603857" y="647699"/>
                </a:lnTo>
                <a:close/>
              </a:path>
              <a:path w="2317750" h="2235200">
                <a:moveTo>
                  <a:pt x="2131337" y="190499"/>
                </a:moveTo>
                <a:lnTo>
                  <a:pt x="1568161" y="190499"/>
                </a:lnTo>
                <a:lnTo>
                  <a:pt x="1562495" y="165099"/>
                </a:lnTo>
                <a:lnTo>
                  <a:pt x="1568292" y="152399"/>
                </a:lnTo>
                <a:lnTo>
                  <a:pt x="2131469" y="152399"/>
                </a:lnTo>
                <a:lnTo>
                  <a:pt x="2137135" y="165099"/>
                </a:lnTo>
                <a:lnTo>
                  <a:pt x="2131337" y="190499"/>
                </a:lnTo>
                <a:close/>
              </a:path>
              <a:path w="2317750" h="2235200">
                <a:moveTo>
                  <a:pt x="727838" y="863599"/>
                </a:moveTo>
                <a:lnTo>
                  <a:pt x="696801" y="863599"/>
                </a:lnTo>
                <a:lnTo>
                  <a:pt x="561921" y="749299"/>
                </a:lnTo>
                <a:lnTo>
                  <a:pt x="124612" y="749299"/>
                </a:lnTo>
                <a:lnTo>
                  <a:pt x="76198" y="736599"/>
                </a:lnTo>
                <a:lnTo>
                  <a:pt x="36578" y="711199"/>
                </a:lnTo>
                <a:lnTo>
                  <a:pt x="9822" y="673099"/>
                </a:lnTo>
                <a:lnTo>
                  <a:pt x="0" y="622299"/>
                </a:lnTo>
                <a:lnTo>
                  <a:pt x="0" y="355599"/>
                </a:lnTo>
                <a:lnTo>
                  <a:pt x="9822" y="304799"/>
                </a:lnTo>
                <a:lnTo>
                  <a:pt x="36578" y="266699"/>
                </a:lnTo>
                <a:lnTo>
                  <a:pt x="76198" y="228599"/>
                </a:lnTo>
                <a:lnTo>
                  <a:pt x="752486" y="228599"/>
                </a:lnTo>
                <a:lnTo>
                  <a:pt x="792244" y="266699"/>
                </a:lnTo>
                <a:lnTo>
                  <a:pt x="124612" y="266699"/>
                </a:lnTo>
                <a:lnTo>
                  <a:pt x="94319" y="279399"/>
                </a:lnTo>
                <a:lnTo>
                  <a:pt x="69540" y="292099"/>
                </a:lnTo>
                <a:lnTo>
                  <a:pt x="52811" y="317499"/>
                </a:lnTo>
                <a:lnTo>
                  <a:pt x="46671" y="355599"/>
                </a:lnTo>
                <a:lnTo>
                  <a:pt x="46671" y="622299"/>
                </a:lnTo>
                <a:lnTo>
                  <a:pt x="52811" y="647699"/>
                </a:lnTo>
                <a:lnTo>
                  <a:pt x="69540" y="673099"/>
                </a:lnTo>
                <a:lnTo>
                  <a:pt x="94319" y="698499"/>
                </a:lnTo>
                <a:lnTo>
                  <a:pt x="585724" y="698499"/>
                </a:lnTo>
                <a:lnTo>
                  <a:pt x="698202" y="800099"/>
                </a:lnTo>
                <a:lnTo>
                  <a:pt x="744873" y="800099"/>
                </a:lnTo>
                <a:lnTo>
                  <a:pt x="744873" y="838199"/>
                </a:lnTo>
                <a:lnTo>
                  <a:pt x="740249" y="850899"/>
                </a:lnTo>
                <a:lnTo>
                  <a:pt x="727838" y="863599"/>
                </a:lnTo>
                <a:close/>
              </a:path>
              <a:path w="2317750" h="2235200">
                <a:moveTo>
                  <a:pt x="744873" y="800099"/>
                </a:moveTo>
                <a:lnTo>
                  <a:pt x="698202" y="800099"/>
                </a:lnTo>
                <a:lnTo>
                  <a:pt x="698202" y="723899"/>
                </a:lnTo>
                <a:lnTo>
                  <a:pt x="699616" y="711199"/>
                </a:lnTo>
                <a:lnTo>
                  <a:pt x="703569" y="711199"/>
                </a:lnTo>
                <a:lnTo>
                  <a:pt x="709621" y="698499"/>
                </a:lnTo>
                <a:lnTo>
                  <a:pt x="743422" y="685799"/>
                </a:lnTo>
                <a:lnTo>
                  <a:pt x="763950" y="673099"/>
                </a:lnTo>
                <a:lnTo>
                  <a:pt x="777390" y="647699"/>
                </a:lnTo>
                <a:lnTo>
                  <a:pt x="782210" y="622299"/>
                </a:lnTo>
                <a:lnTo>
                  <a:pt x="782210" y="355599"/>
                </a:lnTo>
                <a:lnTo>
                  <a:pt x="775997" y="317499"/>
                </a:lnTo>
                <a:lnTo>
                  <a:pt x="759108" y="292099"/>
                </a:lnTo>
                <a:lnTo>
                  <a:pt x="734168" y="279399"/>
                </a:lnTo>
                <a:lnTo>
                  <a:pt x="703802" y="266699"/>
                </a:lnTo>
                <a:lnTo>
                  <a:pt x="792244" y="266699"/>
                </a:lnTo>
                <a:lnTo>
                  <a:pt x="819051" y="304799"/>
                </a:lnTo>
                <a:lnTo>
                  <a:pt x="828881" y="355599"/>
                </a:lnTo>
                <a:lnTo>
                  <a:pt x="828881" y="622299"/>
                </a:lnTo>
                <a:lnTo>
                  <a:pt x="822777" y="660399"/>
                </a:lnTo>
                <a:lnTo>
                  <a:pt x="805604" y="698499"/>
                </a:lnTo>
                <a:lnTo>
                  <a:pt x="779067" y="723899"/>
                </a:lnTo>
                <a:lnTo>
                  <a:pt x="744873" y="736599"/>
                </a:lnTo>
                <a:lnTo>
                  <a:pt x="744873" y="800099"/>
                </a:lnTo>
                <a:close/>
              </a:path>
              <a:path w="2317750" h="2235200">
                <a:moveTo>
                  <a:pt x="2131337" y="304799"/>
                </a:moveTo>
                <a:lnTo>
                  <a:pt x="1568161" y="304799"/>
                </a:lnTo>
                <a:lnTo>
                  <a:pt x="1562495" y="292099"/>
                </a:lnTo>
                <a:lnTo>
                  <a:pt x="1568292" y="266699"/>
                </a:lnTo>
                <a:lnTo>
                  <a:pt x="2131469" y="266699"/>
                </a:lnTo>
                <a:lnTo>
                  <a:pt x="2137135" y="292099"/>
                </a:lnTo>
                <a:lnTo>
                  <a:pt x="2131337" y="304799"/>
                </a:lnTo>
                <a:close/>
              </a:path>
              <a:path w="2317750" h="2235200">
                <a:moveTo>
                  <a:pt x="646863" y="406399"/>
                </a:moveTo>
                <a:lnTo>
                  <a:pt x="181551" y="406399"/>
                </a:lnTo>
                <a:lnTo>
                  <a:pt x="164290" y="393699"/>
                </a:lnTo>
                <a:lnTo>
                  <a:pt x="158623" y="380999"/>
                </a:lnTo>
                <a:lnTo>
                  <a:pt x="164421" y="368299"/>
                </a:lnTo>
                <a:lnTo>
                  <a:pt x="181551" y="355599"/>
                </a:lnTo>
                <a:lnTo>
                  <a:pt x="646863" y="355599"/>
                </a:lnTo>
                <a:lnTo>
                  <a:pt x="664124" y="368299"/>
                </a:lnTo>
                <a:lnTo>
                  <a:pt x="669790" y="380999"/>
                </a:lnTo>
                <a:lnTo>
                  <a:pt x="663993" y="393699"/>
                </a:lnTo>
                <a:lnTo>
                  <a:pt x="646863" y="406399"/>
                </a:lnTo>
                <a:close/>
              </a:path>
              <a:path w="2317750" h="2235200">
                <a:moveTo>
                  <a:pt x="1895319" y="431799"/>
                </a:moveTo>
                <a:lnTo>
                  <a:pt x="1585422" y="431799"/>
                </a:lnTo>
                <a:lnTo>
                  <a:pt x="1568161" y="419099"/>
                </a:lnTo>
                <a:lnTo>
                  <a:pt x="1562495" y="406399"/>
                </a:lnTo>
                <a:lnTo>
                  <a:pt x="1568292" y="393699"/>
                </a:lnTo>
                <a:lnTo>
                  <a:pt x="1585422" y="380999"/>
                </a:lnTo>
                <a:lnTo>
                  <a:pt x="1895319" y="380999"/>
                </a:lnTo>
                <a:lnTo>
                  <a:pt x="1912580" y="393699"/>
                </a:lnTo>
                <a:lnTo>
                  <a:pt x="1918247" y="406399"/>
                </a:lnTo>
                <a:lnTo>
                  <a:pt x="1912449" y="419099"/>
                </a:lnTo>
                <a:lnTo>
                  <a:pt x="1895319" y="431799"/>
                </a:lnTo>
                <a:close/>
              </a:path>
              <a:path w="2317750" h="2235200">
                <a:moveTo>
                  <a:pt x="646863" y="507999"/>
                </a:moveTo>
                <a:lnTo>
                  <a:pt x="181551" y="507999"/>
                </a:lnTo>
                <a:lnTo>
                  <a:pt x="164290" y="495299"/>
                </a:lnTo>
                <a:lnTo>
                  <a:pt x="158623" y="482599"/>
                </a:lnTo>
                <a:lnTo>
                  <a:pt x="164421" y="469899"/>
                </a:lnTo>
                <a:lnTo>
                  <a:pt x="181551" y="457199"/>
                </a:lnTo>
                <a:lnTo>
                  <a:pt x="646863" y="457199"/>
                </a:lnTo>
                <a:lnTo>
                  <a:pt x="664124" y="469899"/>
                </a:lnTo>
                <a:lnTo>
                  <a:pt x="669790" y="482599"/>
                </a:lnTo>
                <a:lnTo>
                  <a:pt x="663993" y="495299"/>
                </a:lnTo>
                <a:lnTo>
                  <a:pt x="646863" y="507999"/>
                </a:lnTo>
                <a:close/>
              </a:path>
              <a:path w="2317750" h="2235200">
                <a:moveTo>
                  <a:pt x="471241" y="609599"/>
                </a:moveTo>
                <a:lnTo>
                  <a:pt x="164982" y="609599"/>
                </a:lnTo>
                <a:lnTo>
                  <a:pt x="160024" y="596899"/>
                </a:lnTo>
                <a:lnTo>
                  <a:pt x="158215" y="584199"/>
                </a:lnTo>
                <a:lnTo>
                  <a:pt x="160024" y="584199"/>
                </a:lnTo>
                <a:lnTo>
                  <a:pt x="164982" y="571499"/>
                </a:lnTo>
                <a:lnTo>
                  <a:pt x="172391" y="571499"/>
                </a:lnTo>
                <a:lnTo>
                  <a:pt x="181551" y="558799"/>
                </a:lnTo>
                <a:lnTo>
                  <a:pt x="454111" y="558799"/>
                </a:lnTo>
                <a:lnTo>
                  <a:pt x="471372" y="571499"/>
                </a:lnTo>
                <a:lnTo>
                  <a:pt x="477038" y="584199"/>
                </a:lnTo>
                <a:lnTo>
                  <a:pt x="471241" y="609599"/>
                </a:lnTo>
                <a:close/>
              </a:path>
              <a:path w="2317750" h="2235200">
                <a:moveTo>
                  <a:pt x="1165381" y="952499"/>
                </a:moveTo>
                <a:lnTo>
                  <a:pt x="1118710" y="952499"/>
                </a:lnTo>
                <a:lnTo>
                  <a:pt x="1118710" y="825499"/>
                </a:lnTo>
                <a:lnTo>
                  <a:pt x="1080741" y="812799"/>
                </a:lnTo>
                <a:lnTo>
                  <a:pt x="1051252" y="787399"/>
                </a:lnTo>
                <a:lnTo>
                  <a:pt x="1030087" y="761999"/>
                </a:lnTo>
                <a:lnTo>
                  <a:pt x="1017095" y="736599"/>
                </a:lnTo>
                <a:lnTo>
                  <a:pt x="1012120" y="698499"/>
                </a:lnTo>
                <a:lnTo>
                  <a:pt x="1015009" y="673099"/>
                </a:lnTo>
                <a:lnTo>
                  <a:pt x="1025609" y="634999"/>
                </a:lnTo>
                <a:lnTo>
                  <a:pt x="1069327" y="584199"/>
                </a:lnTo>
                <a:lnTo>
                  <a:pt x="1142045" y="558799"/>
                </a:lnTo>
                <a:lnTo>
                  <a:pt x="1181952" y="571499"/>
                </a:lnTo>
                <a:lnTo>
                  <a:pt x="1214763" y="584199"/>
                </a:lnTo>
                <a:lnTo>
                  <a:pt x="1240324" y="609599"/>
                </a:lnTo>
                <a:lnTo>
                  <a:pt x="1142045" y="609599"/>
                </a:lnTo>
                <a:lnTo>
                  <a:pt x="1111519" y="622299"/>
                </a:lnTo>
                <a:lnTo>
                  <a:pt x="1084756" y="634999"/>
                </a:lnTo>
                <a:lnTo>
                  <a:pt x="1065519" y="660399"/>
                </a:lnTo>
                <a:lnTo>
                  <a:pt x="1057570" y="698499"/>
                </a:lnTo>
                <a:lnTo>
                  <a:pt x="1065519" y="736599"/>
                </a:lnTo>
                <a:lnTo>
                  <a:pt x="1084756" y="761999"/>
                </a:lnTo>
                <a:lnTo>
                  <a:pt x="1111519" y="774699"/>
                </a:lnTo>
                <a:lnTo>
                  <a:pt x="1243421" y="774699"/>
                </a:lnTo>
                <a:lnTo>
                  <a:pt x="1232839" y="787399"/>
                </a:lnTo>
                <a:lnTo>
                  <a:pt x="1203349" y="812799"/>
                </a:lnTo>
                <a:lnTo>
                  <a:pt x="1165381" y="825499"/>
                </a:lnTo>
                <a:lnTo>
                  <a:pt x="1165381" y="952499"/>
                </a:lnTo>
                <a:close/>
              </a:path>
              <a:path w="2317750" h="2235200">
                <a:moveTo>
                  <a:pt x="1243421" y="774699"/>
                </a:moveTo>
                <a:lnTo>
                  <a:pt x="1172571" y="774699"/>
                </a:lnTo>
                <a:lnTo>
                  <a:pt x="1199334" y="761999"/>
                </a:lnTo>
                <a:lnTo>
                  <a:pt x="1218572" y="736599"/>
                </a:lnTo>
                <a:lnTo>
                  <a:pt x="1226520" y="698499"/>
                </a:lnTo>
                <a:lnTo>
                  <a:pt x="1218572" y="660399"/>
                </a:lnTo>
                <a:lnTo>
                  <a:pt x="1172571" y="622299"/>
                </a:lnTo>
                <a:lnTo>
                  <a:pt x="1142045" y="609599"/>
                </a:lnTo>
                <a:lnTo>
                  <a:pt x="1240324" y="609599"/>
                </a:lnTo>
                <a:lnTo>
                  <a:pt x="1258481" y="634999"/>
                </a:lnTo>
                <a:lnTo>
                  <a:pt x="1269081" y="673099"/>
                </a:lnTo>
                <a:lnTo>
                  <a:pt x="1271971" y="698499"/>
                </a:lnTo>
                <a:lnTo>
                  <a:pt x="1266996" y="736599"/>
                </a:lnTo>
                <a:lnTo>
                  <a:pt x="1254003" y="761999"/>
                </a:lnTo>
                <a:lnTo>
                  <a:pt x="1243421" y="774699"/>
                </a:lnTo>
                <a:close/>
              </a:path>
              <a:path w="2317750" h="2235200">
                <a:moveTo>
                  <a:pt x="1511273" y="723899"/>
                </a:moveTo>
                <a:lnTo>
                  <a:pt x="1502924" y="723899"/>
                </a:lnTo>
                <a:lnTo>
                  <a:pt x="1494880" y="711199"/>
                </a:lnTo>
                <a:lnTo>
                  <a:pt x="1519361" y="711199"/>
                </a:lnTo>
                <a:lnTo>
                  <a:pt x="1511273" y="723899"/>
                </a:lnTo>
                <a:close/>
              </a:path>
              <a:path w="2317750" h="2235200">
                <a:moveTo>
                  <a:pt x="1589156" y="1663699"/>
                </a:moveTo>
                <a:lnTo>
                  <a:pt x="694935" y="1663699"/>
                </a:lnTo>
                <a:lnTo>
                  <a:pt x="647442" y="1650999"/>
                </a:lnTo>
                <a:lnTo>
                  <a:pt x="609470" y="1625599"/>
                </a:lnTo>
                <a:lnTo>
                  <a:pt x="582363" y="1600199"/>
                </a:lnTo>
                <a:lnTo>
                  <a:pt x="567466" y="1549399"/>
                </a:lnTo>
                <a:lnTo>
                  <a:pt x="566122" y="1511299"/>
                </a:lnTo>
                <a:lnTo>
                  <a:pt x="468579" y="1511299"/>
                </a:lnTo>
                <a:lnTo>
                  <a:pt x="438286" y="1498599"/>
                </a:lnTo>
                <a:lnTo>
                  <a:pt x="413507" y="1485899"/>
                </a:lnTo>
                <a:lnTo>
                  <a:pt x="396778" y="1460499"/>
                </a:lnTo>
                <a:lnTo>
                  <a:pt x="390638" y="1422399"/>
                </a:lnTo>
                <a:lnTo>
                  <a:pt x="390638" y="1193799"/>
                </a:lnTo>
                <a:lnTo>
                  <a:pt x="396778" y="1168399"/>
                </a:lnTo>
                <a:lnTo>
                  <a:pt x="413507" y="1142999"/>
                </a:lnTo>
                <a:lnTo>
                  <a:pt x="438286" y="1130299"/>
                </a:lnTo>
                <a:lnTo>
                  <a:pt x="468579" y="1117599"/>
                </a:lnTo>
                <a:lnTo>
                  <a:pt x="566122" y="1117599"/>
                </a:lnTo>
                <a:lnTo>
                  <a:pt x="566122" y="1079499"/>
                </a:lnTo>
                <a:lnTo>
                  <a:pt x="576273" y="1028699"/>
                </a:lnTo>
                <a:lnTo>
                  <a:pt x="603926" y="990599"/>
                </a:lnTo>
                <a:lnTo>
                  <a:pt x="644880" y="965199"/>
                </a:lnTo>
                <a:lnTo>
                  <a:pt x="694935" y="952499"/>
                </a:lnTo>
                <a:lnTo>
                  <a:pt x="1589156" y="952499"/>
                </a:lnTo>
                <a:lnTo>
                  <a:pt x="1639211" y="965199"/>
                </a:lnTo>
                <a:lnTo>
                  <a:pt x="1680165" y="990599"/>
                </a:lnTo>
                <a:lnTo>
                  <a:pt x="1689382" y="1003299"/>
                </a:lnTo>
                <a:lnTo>
                  <a:pt x="663468" y="1003299"/>
                </a:lnTo>
                <a:lnTo>
                  <a:pt x="637354" y="1028699"/>
                </a:lnTo>
                <a:lnTo>
                  <a:pt x="619728" y="1054099"/>
                </a:lnTo>
                <a:lnTo>
                  <a:pt x="613260" y="1079499"/>
                </a:lnTo>
                <a:lnTo>
                  <a:pt x="613260" y="1168399"/>
                </a:lnTo>
                <a:lnTo>
                  <a:pt x="456408" y="1168399"/>
                </a:lnTo>
                <a:lnTo>
                  <a:pt x="446468" y="1181099"/>
                </a:lnTo>
                <a:lnTo>
                  <a:pt x="439767" y="1181099"/>
                </a:lnTo>
                <a:lnTo>
                  <a:pt x="437309" y="1193799"/>
                </a:lnTo>
                <a:lnTo>
                  <a:pt x="437309" y="1422399"/>
                </a:lnTo>
                <a:lnTo>
                  <a:pt x="439767" y="1435099"/>
                </a:lnTo>
                <a:lnTo>
                  <a:pt x="446468" y="1447799"/>
                </a:lnTo>
                <a:lnTo>
                  <a:pt x="456408" y="1460499"/>
                </a:lnTo>
                <a:lnTo>
                  <a:pt x="613260" y="1460499"/>
                </a:lnTo>
                <a:lnTo>
                  <a:pt x="613260" y="1536699"/>
                </a:lnTo>
                <a:lnTo>
                  <a:pt x="619728" y="1562099"/>
                </a:lnTo>
                <a:lnTo>
                  <a:pt x="637354" y="1587499"/>
                </a:lnTo>
                <a:lnTo>
                  <a:pt x="663468" y="1612899"/>
                </a:lnTo>
                <a:lnTo>
                  <a:pt x="1688174" y="1612899"/>
                </a:lnTo>
                <a:lnTo>
                  <a:pt x="1674620" y="1625599"/>
                </a:lnTo>
                <a:lnTo>
                  <a:pt x="1636648" y="1650999"/>
                </a:lnTo>
                <a:lnTo>
                  <a:pt x="1589156" y="1663699"/>
                </a:lnTo>
                <a:close/>
              </a:path>
              <a:path w="2317750" h="2235200">
                <a:moveTo>
                  <a:pt x="1688174" y="1612899"/>
                </a:moveTo>
                <a:lnTo>
                  <a:pt x="1621089" y="1612899"/>
                </a:lnTo>
                <a:lnTo>
                  <a:pt x="1647203" y="1587499"/>
                </a:lnTo>
                <a:lnTo>
                  <a:pt x="1664829" y="1562099"/>
                </a:lnTo>
                <a:lnTo>
                  <a:pt x="1671297" y="1536699"/>
                </a:lnTo>
                <a:lnTo>
                  <a:pt x="1671322" y="1460499"/>
                </a:lnTo>
                <a:lnTo>
                  <a:pt x="1671446" y="1358899"/>
                </a:lnTo>
                <a:lnTo>
                  <a:pt x="1671546" y="1168399"/>
                </a:lnTo>
                <a:lnTo>
                  <a:pt x="1671297" y="1142999"/>
                </a:lnTo>
                <a:lnTo>
                  <a:pt x="1671297" y="1079499"/>
                </a:lnTo>
                <a:lnTo>
                  <a:pt x="1664829" y="1054099"/>
                </a:lnTo>
                <a:lnTo>
                  <a:pt x="1647203" y="1028699"/>
                </a:lnTo>
                <a:lnTo>
                  <a:pt x="1621089" y="1003299"/>
                </a:lnTo>
                <a:lnTo>
                  <a:pt x="1689382" y="1003299"/>
                </a:lnTo>
                <a:lnTo>
                  <a:pt x="1707818" y="1028699"/>
                </a:lnTo>
                <a:lnTo>
                  <a:pt x="1717969" y="1079499"/>
                </a:lnTo>
                <a:lnTo>
                  <a:pt x="1717969" y="1117599"/>
                </a:lnTo>
                <a:lnTo>
                  <a:pt x="1815512" y="1117599"/>
                </a:lnTo>
                <a:lnTo>
                  <a:pt x="1845804" y="1130299"/>
                </a:lnTo>
                <a:lnTo>
                  <a:pt x="1870584" y="1142999"/>
                </a:lnTo>
                <a:lnTo>
                  <a:pt x="1887312" y="1168399"/>
                </a:lnTo>
                <a:lnTo>
                  <a:pt x="1717969" y="1168399"/>
                </a:lnTo>
                <a:lnTo>
                  <a:pt x="1717969" y="1460499"/>
                </a:lnTo>
                <a:lnTo>
                  <a:pt x="1887312" y="1460499"/>
                </a:lnTo>
                <a:lnTo>
                  <a:pt x="1870583" y="1485899"/>
                </a:lnTo>
                <a:lnTo>
                  <a:pt x="1845804" y="1498599"/>
                </a:lnTo>
                <a:lnTo>
                  <a:pt x="1815511" y="1511299"/>
                </a:lnTo>
                <a:lnTo>
                  <a:pt x="1717968" y="1511299"/>
                </a:lnTo>
                <a:lnTo>
                  <a:pt x="1716624" y="1549399"/>
                </a:lnTo>
                <a:lnTo>
                  <a:pt x="1701727" y="1600199"/>
                </a:lnTo>
                <a:lnTo>
                  <a:pt x="1688174" y="1612899"/>
                </a:lnTo>
                <a:close/>
              </a:path>
              <a:path w="2317750" h="2235200">
                <a:moveTo>
                  <a:pt x="613260" y="1460499"/>
                </a:moveTo>
                <a:lnTo>
                  <a:pt x="566122" y="1460499"/>
                </a:lnTo>
                <a:lnTo>
                  <a:pt x="566122" y="1168399"/>
                </a:lnTo>
                <a:lnTo>
                  <a:pt x="613260" y="1168399"/>
                </a:lnTo>
                <a:lnTo>
                  <a:pt x="613260" y="1460499"/>
                </a:lnTo>
                <a:close/>
              </a:path>
              <a:path w="2317750" h="2235200">
                <a:moveTo>
                  <a:pt x="1887312" y="1460499"/>
                </a:moveTo>
                <a:lnTo>
                  <a:pt x="1827683" y="1460499"/>
                </a:lnTo>
                <a:lnTo>
                  <a:pt x="1837622" y="1447799"/>
                </a:lnTo>
                <a:lnTo>
                  <a:pt x="1844324" y="1435099"/>
                </a:lnTo>
                <a:lnTo>
                  <a:pt x="1846781" y="1422399"/>
                </a:lnTo>
                <a:lnTo>
                  <a:pt x="1846781" y="1206499"/>
                </a:lnTo>
                <a:lnTo>
                  <a:pt x="1844324" y="1193799"/>
                </a:lnTo>
                <a:lnTo>
                  <a:pt x="1837622" y="1181099"/>
                </a:lnTo>
                <a:lnTo>
                  <a:pt x="1827683" y="1168399"/>
                </a:lnTo>
                <a:lnTo>
                  <a:pt x="1887312" y="1168399"/>
                </a:lnTo>
                <a:lnTo>
                  <a:pt x="1893452" y="1193799"/>
                </a:lnTo>
                <a:lnTo>
                  <a:pt x="1893452" y="1422399"/>
                </a:lnTo>
                <a:lnTo>
                  <a:pt x="1887312" y="1460499"/>
                </a:lnTo>
                <a:close/>
              </a:path>
              <a:path w="2317750" h="2235200">
                <a:moveTo>
                  <a:pt x="922846" y="1435099"/>
                </a:moveTo>
                <a:lnTo>
                  <a:pt x="844127" y="1435099"/>
                </a:lnTo>
                <a:lnTo>
                  <a:pt x="811924" y="1422399"/>
                </a:lnTo>
                <a:lnTo>
                  <a:pt x="786877" y="1396999"/>
                </a:lnTo>
                <a:lnTo>
                  <a:pt x="768986" y="1371599"/>
                </a:lnTo>
                <a:lnTo>
                  <a:pt x="758252" y="1346199"/>
                </a:lnTo>
                <a:lnTo>
                  <a:pt x="754674" y="1308099"/>
                </a:lnTo>
                <a:lnTo>
                  <a:pt x="758252" y="1282699"/>
                </a:lnTo>
                <a:lnTo>
                  <a:pt x="768986" y="1244599"/>
                </a:lnTo>
                <a:lnTo>
                  <a:pt x="786877" y="1219199"/>
                </a:lnTo>
                <a:lnTo>
                  <a:pt x="811924" y="1193799"/>
                </a:lnTo>
                <a:lnTo>
                  <a:pt x="844127" y="1181099"/>
                </a:lnTo>
                <a:lnTo>
                  <a:pt x="922846" y="1181099"/>
                </a:lnTo>
                <a:lnTo>
                  <a:pt x="955049" y="1193799"/>
                </a:lnTo>
                <a:lnTo>
                  <a:pt x="980096" y="1219199"/>
                </a:lnTo>
                <a:lnTo>
                  <a:pt x="883486" y="1219199"/>
                </a:lnTo>
                <a:lnTo>
                  <a:pt x="847345" y="1231899"/>
                </a:lnTo>
                <a:lnTo>
                  <a:pt x="821530" y="1257299"/>
                </a:lnTo>
                <a:lnTo>
                  <a:pt x="806041" y="1282699"/>
                </a:lnTo>
                <a:lnTo>
                  <a:pt x="800878" y="1308099"/>
                </a:lnTo>
                <a:lnTo>
                  <a:pt x="806041" y="1333499"/>
                </a:lnTo>
                <a:lnTo>
                  <a:pt x="821530" y="1358899"/>
                </a:lnTo>
                <a:lnTo>
                  <a:pt x="847345" y="1384299"/>
                </a:lnTo>
                <a:lnTo>
                  <a:pt x="883486" y="1396999"/>
                </a:lnTo>
                <a:lnTo>
                  <a:pt x="980096" y="1396999"/>
                </a:lnTo>
                <a:lnTo>
                  <a:pt x="955049" y="1422399"/>
                </a:lnTo>
                <a:lnTo>
                  <a:pt x="922846" y="1435099"/>
                </a:lnTo>
                <a:close/>
              </a:path>
              <a:path w="2317750" h="2235200">
                <a:moveTo>
                  <a:pt x="1439963" y="1435099"/>
                </a:moveTo>
                <a:lnTo>
                  <a:pt x="1361245" y="1435099"/>
                </a:lnTo>
                <a:lnTo>
                  <a:pt x="1329041" y="1422399"/>
                </a:lnTo>
                <a:lnTo>
                  <a:pt x="1303995" y="1396999"/>
                </a:lnTo>
                <a:lnTo>
                  <a:pt x="1286104" y="1371599"/>
                </a:lnTo>
                <a:lnTo>
                  <a:pt x="1275369" y="1346199"/>
                </a:lnTo>
                <a:lnTo>
                  <a:pt x="1271791" y="1308099"/>
                </a:lnTo>
                <a:lnTo>
                  <a:pt x="1275369" y="1282699"/>
                </a:lnTo>
                <a:lnTo>
                  <a:pt x="1286104" y="1244599"/>
                </a:lnTo>
                <a:lnTo>
                  <a:pt x="1303995" y="1219199"/>
                </a:lnTo>
                <a:lnTo>
                  <a:pt x="1329041" y="1193799"/>
                </a:lnTo>
                <a:lnTo>
                  <a:pt x="1361245" y="1181099"/>
                </a:lnTo>
                <a:lnTo>
                  <a:pt x="1439963" y="1181099"/>
                </a:lnTo>
                <a:lnTo>
                  <a:pt x="1472167" y="1193799"/>
                </a:lnTo>
                <a:lnTo>
                  <a:pt x="1497214" y="1219199"/>
                </a:lnTo>
                <a:lnTo>
                  <a:pt x="1400604" y="1219199"/>
                </a:lnTo>
                <a:lnTo>
                  <a:pt x="1364463" y="1231899"/>
                </a:lnTo>
                <a:lnTo>
                  <a:pt x="1338648" y="1257299"/>
                </a:lnTo>
                <a:lnTo>
                  <a:pt x="1323159" y="1282699"/>
                </a:lnTo>
                <a:lnTo>
                  <a:pt x="1317996" y="1308099"/>
                </a:lnTo>
                <a:lnTo>
                  <a:pt x="1323159" y="1333499"/>
                </a:lnTo>
                <a:lnTo>
                  <a:pt x="1338648" y="1358899"/>
                </a:lnTo>
                <a:lnTo>
                  <a:pt x="1364463" y="1384299"/>
                </a:lnTo>
                <a:lnTo>
                  <a:pt x="1400604" y="1396999"/>
                </a:lnTo>
                <a:lnTo>
                  <a:pt x="1497214" y="1396999"/>
                </a:lnTo>
                <a:lnTo>
                  <a:pt x="1472167" y="1422399"/>
                </a:lnTo>
                <a:lnTo>
                  <a:pt x="1439963" y="1435099"/>
                </a:lnTo>
                <a:close/>
              </a:path>
              <a:path w="2317750" h="2235200">
                <a:moveTo>
                  <a:pt x="980096" y="1396999"/>
                </a:moveTo>
                <a:lnTo>
                  <a:pt x="883486" y="1396999"/>
                </a:lnTo>
                <a:lnTo>
                  <a:pt x="919762" y="1384299"/>
                </a:lnTo>
                <a:lnTo>
                  <a:pt x="945639" y="1358899"/>
                </a:lnTo>
                <a:lnTo>
                  <a:pt x="961137" y="1333499"/>
                </a:lnTo>
                <a:lnTo>
                  <a:pt x="966270" y="1308099"/>
                </a:lnTo>
                <a:lnTo>
                  <a:pt x="961055" y="1282699"/>
                </a:lnTo>
                <a:lnTo>
                  <a:pt x="945508" y="1257299"/>
                </a:lnTo>
                <a:lnTo>
                  <a:pt x="919647" y="1231899"/>
                </a:lnTo>
                <a:lnTo>
                  <a:pt x="883486" y="1219199"/>
                </a:lnTo>
                <a:lnTo>
                  <a:pt x="980096" y="1219199"/>
                </a:lnTo>
                <a:lnTo>
                  <a:pt x="997987" y="1244599"/>
                </a:lnTo>
                <a:lnTo>
                  <a:pt x="1008721" y="1282699"/>
                </a:lnTo>
                <a:lnTo>
                  <a:pt x="1012299" y="1308099"/>
                </a:lnTo>
                <a:lnTo>
                  <a:pt x="1008721" y="1346199"/>
                </a:lnTo>
                <a:lnTo>
                  <a:pt x="997987" y="1371599"/>
                </a:lnTo>
                <a:lnTo>
                  <a:pt x="980096" y="1396999"/>
                </a:lnTo>
                <a:close/>
              </a:path>
              <a:path w="2317750" h="2235200">
                <a:moveTo>
                  <a:pt x="1497214" y="1396999"/>
                </a:moveTo>
                <a:lnTo>
                  <a:pt x="1400604" y="1396999"/>
                </a:lnTo>
                <a:lnTo>
                  <a:pt x="1436879" y="1384299"/>
                </a:lnTo>
                <a:lnTo>
                  <a:pt x="1462757" y="1358899"/>
                </a:lnTo>
                <a:lnTo>
                  <a:pt x="1478254" y="1333499"/>
                </a:lnTo>
                <a:lnTo>
                  <a:pt x="1483387" y="1308099"/>
                </a:lnTo>
                <a:lnTo>
                  <a:pt x="1478172" y="1282699"/>
                </a:lnTo>
                <a:lnTo>
                  <a:pt x="1462626" y="1257299"/>
                </a:lnTo>
                <a:lnTo>
                  <a:pt x="1436764" y="1231899"/>
                </a:lnTo>
                <a:lnTo>
                  <a:pt x="1400604" y="1219199"/>
                </a:lnTo>
                <a:lnTo>
                  <a:pt x="1497214" y="1219199"/>
                </a:lnTo>
                <a:lnTo>
                  <a:pt x="1515104" y="1244599"/>
                </a:lnTo>
                <a:lnTo>
                  <a:pt x="1525839" y="1282699"/>
                </a:lnTo>
                <a:lnTo>
                  <a:pt x="1529417" y="1308099"/>
                </a:lnTo>
                <a:lnTo>
                  <a:pt x="1525839" y="1346199"/>
                </a:lnTo>
                <a:lnTo>
                  <a:pt x="1515104" y="1371599"/>
                </a:lnTo>
                <a:lnTo>
                  <a:pt x="1497214" y="1396999"/>
                </a:lnTo>
                <a:close/>
              </a:path>
              <a:path w="2317750" h="2235200">
                <a:moveTo>
                  <a:pt x="995964" y="1777999"/>
                </a:moveTo>
                <a:lnTo>
                  <a:pt x="948826" y="1777999"/>
                </a:lnTo>
                <a:lnTo>
                  <a:pt x="948826" y="1663699"/>
                </a:lnTo>
                <a:lnTo>
                  <a:pt x="995964" y="1663699"/>
                </a:lnTo>
                <a:lnTo>
                  <a:pt x="995964" y="1777999"/>
                </a:lnTo>
                <a:close/>
              </a:path>
              <a:path w="2317750" h="2235200">
                <a:moveTo>
                  <a:pt x="1335264" y="1777999"/>
                </a:moveTo>
                <a:lnTo>
                  <a:pt x="1288593" y="1777999"/>
                </a:lnTo>
                <a:lnTo>
                  <a:pt x="1288593" y="1663699"/>
                </a:lnTo>
                <a:lnTo>
                  <a:pt x="1335264" y="1663699"/>
                </a:lnTo>
                <a:lnTo>
                  <a:pt x="1335264" y="1777999"/>
                </a:lnTo>
                <a:close/>
              </a:path>
              <a:path w="2317750" h="2235200">
                <a:moveTo>
                  <a:pt x="1880122" y="2222499"/>
                </a:moveTo>
                <a:lnTo>
                  <a:pt x="403903" y="2222499"/>
                </a:lnTo>
                <a:lnTo>
                  <a:pt x="401372" y="2209799"/>
                </a:lnTo>
                <a:lnTo>
                  <a:pt x="399634" y="2197099"/>
                </a:lnTo>
                <a:lnTo>
                  <a:pt x="398842" y="2158999"/>
                </a:lnTo>
                <a:lnTo>
                  <a:pt x="400905" y="2120899"/>
                </a:lnTo>
                <a:lnTo>
                  <a:pt x="407731" y="2070099"/>
                </a:lnTo>
                <a:lnTo>
                  <a:pt x="421230" y="2019299"/>
                </a:lnTo>
                <a:lnTo>
                  <a:pt x="443311" y="1968499"/>
                </a:lnTo>
                <a:lnTo>
                  <a:pt x="475881" y="1917699"/>
                </a:lnTo>
                <a:lnTo>
                  <a:pt x="520851" y="1866899"/>
                </a:lnTo>
                <a:lnTo>
                  <a:pt x="568624" y="1828799"/>
                </a:lnTo>
                <a:lnTo>
                  <a:pt x="615679" y="1803399"/>
                </a:lnTo>
                <a:lnTo>
                  <a:pt x="708770" y="1777999"/>
                </a:lnTo>
                <a:lnTo>
                  <a:pt x="1575320" y="1777999"/>
                </a:lnTo>
                <a:lnTo>
                  <a:pt x="1668412" y="1803399"/>
                </a:lnTo>
                <a:lnTo>
                  <a:pt x="1691939" y="1816099"/>
                </a:lnTo>
                <a:lnTo>
                  <a:pt x="764475" y="1816099"/>
                </a:lnTo>
                <a:lnTo>
                  <a:pt x="764475" y="1828799"/>
                </a:lnTo>
                <a:lnTo>
                  <a:pt x="681225" y="1828799"/>
                </a:lnTo>
                <a:lnTo>
                  <a:pt x="639746" y="1854199"/>
                </a:lnTo>
                <a:lnTo>
                  <a:pt x="595992" y="1866899"/>
                </a:lnTo>
                <a:lnTo>
                  <a:pt x="552587" y="1904999"/>
                </a:lnTo>
                <a:lnTo>
                  <a:pt x="508567" y="1955799"/>
                </a:lnTo>
                <a:lnTo>
                  <a:pt x="478432" y="2006599"/>
                </a:lnTo>
                <a:lnTo>
                  <a:pt x="459653" y="2057399"/>
                </a:lnTo>
                <a:lnTo>
                  <a:pt x="449703" y="2108199"/>
                </a:lnTo>
                <a:lnTo>
                  <a:pt x="446054" y="2146299"/>
                </a:lnTo>
                <a:lnTo>
                  <a:pt x="446177" y="2184399"/>
                </a:lnTo>
                <a:lnTo>
                  <a:pt x="1884686" y="2184399"/>
                </a:lnTo>
                <a:lnTo>
                  <a:pt x="1884437" y="2197099"/>
                </a:lnTo>
                <a:lnTo>
                  <a:pt x="1882718" y="2209799"/>
                </a:lnTo>
                <a:lnTo>
                  <a:pt x="1880122" y="2222499"/>
                </a:lnTo>
                <a:close/>
              </a:path>
              <a:path w="2317750" h="2235200">
                <a:moveTo>
                  <a:pt x="1566287" y="2184399"/>
                </a:moveTo>
                <a:lnTo>
                  <a:pt x="1519616" y="2184399"/>
                </a:lnTo>
                <a:lnTo>
                  <a:pt x="1519616" y="1816099"/>
                </a:lnTo>
                <a:lnTo>
                  <a:pt x="1691939" y="1816099"/>
                </a:lnTo>
                <a:lnTo>
                  <a:pt x="1715467" y="1828799"/>
                </a:lnTo>
                <a:lnTo>
                  <a:pt x="1566287" y="1828799"/>
                </a:lnTo>
                <a:lnTo>
                  <a:pt x="1566287" y="2184399"/>
                </a:lnTo>
                <a:close/>
              </a:path>
              <a:path w="2317750" h="2235200">
                <a:moveTo>
                  <a:pt x="764475" y="2184399"/>
                </a:moveTo>
                <a:lnTo>
                  <a:pt x="717803" y="2184399"/>
                </a:lnTo>
                <a:lnTo>
                  <a:pt x="717803" y="1828799"/>
                </a:lnTo>
                <a:lnTo>
                  <a:pt x="764475" y="1828799"/>
                </a:lnTo>
                <a:lnTo>
                  <a:pt x="764475" y="2184399"/>
                </a:lnTo>
                <a:close/>
              </a:path>
              <a:path w="2317750" h="2235200">
                <a:moveTo>
                  <a:pt x="1884686" y="2184399"/>
                </a:moveTo>
                <a:lnTo>
                  <a:pt x="1837914" y="2184399"/>
                </a:lnTo>
                <a:lnTo>
                  <a:pt x="1838688" y="2146299"/>
                </a:lnTo>
                <a:lnTo>
                  <a:pt x="1834388" y="2108199"/>
                </a:lnTo>
                <a:lnTo>
                  <a:pt x="1825006" y="2057399"/>
                </a:lnTo>
                <a:lnTo>
                  <a:pt x="1810538" y="2019299"/>
                </a:lnTo>
                <a:lnTo>
                  <a:pt x="1790976" y="1981199"/>
                </a:lnTo>
                <a:lnTo>
                  <a:pt x="1766314" y="1943099"/>
                </a:lnTo>
                <a:lnTo>
                  <a:pt x="1736546" y="1904999"/>
                </a:lnTo>
                <a:lnTo>
                  <a:pt x="1701666" y="1879599"/>
                </a:lnTo>
                <a:lnTo>
                  <a:pt x="1661667" y="1854199"/>
                </a:lnTo>
                <a:lnTo>
                  <a:pt x="1616543" y="1841499"/>
                </a:lnTo>
                <a:lnTo>
                  <a:pt x="1566287" y="1828799"/>
                </a:lnTo>
                <a:lnTo>
                  <a:pt x="1715467" y="1828799"/>
                </a:lnTo>
                <a:lnTo>
                  <a:pt x="1763240" y="1866899"/>
                </a:lnTo>
                <a:lnTo>
                  <a:pt x="1808075" y="1917699"/>
                </a:lnTo>
                <a:lnTo>
                  <a:pt x="1840583" y="1968499"/>
                </a:lnTo>
                <a:lnTo>
                  <a:pt x="1862655" y="2019299"/>
                </a:lnTo>
                <a:lnTo>
                  <a:pt x="1876184" y="2070099"/>
                </a:lnTo>
                <a:lnTo>
                  <a:pt x="1883063" y="2120899"/>
                </a:lnTo>
                <a:lnTo>
                  <a:pt x="1885183" y="2158999"/>
                </a:lnTo>
                <a:lnTo>
                  <a:pt x="1884686" y="2184399"/>
                </a:lnTo>
                <a:close/>
              </a:path>
              <a:path w="2317750" h="2235200">
                <a:moveTo>
                  <a:pt x="1428898" y="1904999"/>
                </a:moveTo>
                <a:lnTo>
                  <a:pt x="855659" y="1904999"/>
                </a:lnTo>
                <a:lnTo>
                  <a:pt x="864818" y="1892299"/>
                </a:lnTo>
                <a:lnTo>
                  <a:pt x="1419739" y="1892299"/>
                </a:lnTo>
                <a:lnTo>
                  <a:pt x="1428898" y="1904999"/>
                </a:lnTo>
                <a:close/>
              </a:path>
              <a:path w="2317750" h="2235200">
                <a:moveTo>
                  <a:pt x="1441266" y="1917699"/>
                </a:moveTo>
                <a:lnTo>
                  <a:pt x="843291" y="1917699"/>
                </a:lnTo>
                <a:lnTo>
                  <a:pt x="848250" y="1904999"/>
                </a:lnTo>
                <a:lnTo>
                  <a:pt x="1436308" y="1904999"/>
                </a:lnTo>
                <a:lnTo>
                  <a:pt x="1441266" y="1917699"/>
                </a:lnTo>
                <a:close/>
              </a:path>
              <a:path w="2317750" h="2235200">
                <a:moveTo>
                  <a:pt x="1441266" y="2095499"/>
                </a:moveTo>
                <a:lnTo>
                  <a:pt x="843291" y="2095499"/>
                </a:lnTo>
                <a:lnTo>
                  <a:pt x="841482" y="2082799"/>
                </a:lnTo>
                <a:lnTo>
                  <a:pt x="841482" y="1917699"/>
                </a:lnTo>
                <a:lnTo>
                  <a:pt x="1443075" y="1917699"/>
                </a:lnTo>
                <a:lnTo>
                  <a:pt x="1443075" y="1943099"/>
                </a:lnTo>
                <a:lnTo>
                  <a:pt x="888154" y="1943099"/>
                </a:lnTo>
                <a:lnTo>
                  <a:pt x="888154" y="2057399"/>
                </a:lnTo>
                <a:lnTo>
                  <a:pt x="1443075" y="2057399"/>
                </a:lnTo>
                <a:lnTo>
                  <a:pt x="1443075" y="2082799"/>
                </a:lnTo>
                <a:lnTo>
                  <a:pt x="1441266" y="2095499"/>
                </a:lnTo>
                <a:close/>
              </a:path>
              <a:path w="2317750" h="2235200">
                <a:moveTo>
                  <a:pt x="1443075" y="2057399"/>
                </a:moveTo>
                <a:lnTo>
                  <a:pt x="1396404" y="2057399"/>
                </a:lnTo>
                <a:lnTo>
                  <a:pt x="1396404" y="1943099"/>
                </a:lnTo>
                <a:lnTo>
                  <a:pt x="1443075" y="1943099"/>
                </a:lnTo>
                <a:lnTo>
                  <a:pt x="1443075" y="2057399"/>
                </a:lnTo>
                <a:close/>
              </a:path>
              <a:path w="2317750" h="2235200">
                <a:moveTo>
                  <a:pt x="960261" y="2031999"/>
                </a:moveTo>
                <a:lnTo>
                  <a:pt x="940586" y="2019299"/>
                </a:lnTo>
                <a:lnTo>
                  <a:pt x="932025" y="2006599"/>
                </a:lnTo>
                <a:lnTo>
                  <a:pt x="940586" y="1981199"/>
                </a:lnTo>
                <a:lnTo>
                  <a:pt x="1026563" y="1981199"/>
                </a:lnTo>
                <a:lnTo>
                  <a:pt x="1032251" y="2006599"/>
                </a:lnTo>
                <a:lnTo>
                  <a:pt x="1026563" y="2019299"/>
                </a:lnTo>
                <a:lnTo>
                  <a:pt x="985186" y="2019299"/>
                </a:lnTo>
                <a:lnTo>
                  <a:pt x="960261" y="2031999"/>
                </a:lnTo>
                <a:close/>
              </a:path>
              <a:path w="2317750" h="2235200">
                <a:moveTo>
                  <a:pt x="1119876" y="2031999"/>
                </a:moveTo>
                <a:lnTo>
                  <a:pt x="1100202" y="2019299"/>
                </a:lnTo>
                <a:lnTo>
                  <a:pt x="1091640" y="2006599"/>
                </a:lnTo>
                <a:lnTo>
                  <a:pt x="1100202" y="1981199"/>
                </a:lnTo>
                <a:lnTo>
                  <a:pt x="1186179" y="1981199"/>
                </a:lnTo>
                <a:lnTo>
                  <a:pt x="1191867" y="2006599"/>
                </a:lnTo>
                <a:lnTo>
                  <a:pt x="1186179" y="2019299"/>
                </a:lnTo>
                <a:lnTo>
                  <a:pt x="1144802" y="2019299"/>
                </a:lnTo>
                <a:lnTo>
                  <a:pt x="1119876" y="2031999"/>
                </a:lnTo>
                <a:close/>
              </a:path>
              <a:path w="2317750" h="2235200">
                <a:moveTo>
                  <a:pt x="1279492" y="2031999"/>
                </a:moveTo>
                <a:lnTo>
                  <a:pt x="1259817" y="2019299"/>
                </a:lnTo>
                <a:lnTo>
                  <a:pt x="1251256" y="2006599"/>
                </a:lnTo>
                <a:lnTo>
                  <a:pt x="1259817" y="1981199"/>
                </a:lnTo>
                <a:lnTo>
                  <a:pt x="1345794" y="1981199"/>
                </a:lnTo>
                <a:lnTo>
                  <a:pt x="1351483" y="2006599"/>
                </a:lnTo>
                <a:lnTo>
                  <a:pt x="1345794" y="2019299"/>
                </a:lnTo>
                <a:lnTo>
                  <a:pt x="1304417" y="2019299"/>
                </a:lnTo>
                <a:lnTo>
                  <a:pt x="1279492" y="2031999"/>
                </a:lnTo>
                <a:close/>
              </a:path>
              <a:path w="2317750" h="2235200">
                <a:moveTo>
                  <a:pt x="1428898" y="2108199"/>
                </a:moveTo>
                <a:lnTo>
                  <a:pt x="855659" y="2108199"/>
                </a:lnTo>
                <a:lnTo>
                  <a:pt x="848250" y="2095499"/>
                </a:lnTo>
                <a:lnTo>
                  <a:pt x="1436308" y="2095499"/>
                </a:lnTo>
                <a:lnTo>
                  <a:pt x="1428898" y="2108199"/>
                </a:lnTo>
                <a:close/>
              </a:path>
              <a:path w="2317750" h="2235200">
                <a:moveTo>
                  <a:pt x="1867754" y="2235199"/>
                </a:moveTo>
                <a:lnTo>
                  <a:pt x="416139" y="2235199"/>
                </a:lnTo>
                <a:lnTo>
                  <a:pt x="409015" y="2222499"/>
                </a:lnTo>
                <a:lnTo>
                  <a:pt x="1874901" y="2222499"/>
                </a:lnTo>
                <a:lnTo>
                  <a:pt x="1867754" y="2235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651975" y="5986525"/>
            <a:ext cx="2243455" cy="2490470"/>
          </a:xfrm>
          <a:custGeom>
            <a:avLst/>
            <a:gdLst/>
            <a:ahLst/>
            <a:cxnLst/>
            <a:rect l="l" t="t" r="r" b="b"/>
            <a:pathLst>
              <a:path w="2243454" h="2490470">
                <a:moveTo>
                  <a:pt x="2243366" y="604608"/>
                </a:moveTo>
                <a:lnTo>
                  <a:pt x="2240407" y="561403"/>
                </a:lnTo>
                <a:lnTo>
                  <a:pt x="2229904" y="516369"/>
                </a:lnTo>
                <a:lnTo>
                  <a:pt x="2212213" y="478053"/>
                </a:lnTo>
                <a:lnTo>
                  <a:pt x="2189137" y="448983"/>
                </a:lnTo>
                <a:lnTo>
                  <a:pt x="2187765" y="447243"/>
                </a:lnTo>
                <a:lnTo>
                  <a:pt x="2167077" y="432079"/>
                </a:lnTo>
                <a:lnTo>
                  <a:pt x="2167077" y="616191"/>
                </a:lnTo>
                <a:lnTo>
                  <a:pt x="2162124" y="664743"/>
                </a:lnTo>
                <a:lnTo>
                  <a:pt x="2150110" y="716432"/>
                </a:lnTo>
                <a:lnTo>
                  <a:pt x="2131149" y="770026"/>
                </a:lnTo>
                <a:lnTo>
                  <a:pt x="2105355" y="824306"/>
                </a:lnTo>
                <a:lnTo>
                  <a:pt x="2084755" y="859650"/>
                </a:lnTo>
                <a:lnTo>
                  <a:pt x="2062556" y="892340"/>
                </a:lnTo>
                <a:lnTo>
                  <a:pt x="2043290" y="813244"/>
                </a:lnTo>
                <a:lnTo>
                  <a:pt x="2035162" y="790600"/>
                </a:lnTo>
                <a:lnTo>
                  <a:pt x="2024227" y="772922"/>
                </a:lnTo>
                <a:lnTo>
                  <a:pt x="2022652" y="770356"/>
                </a:lnTo>
                <a:lnTo>
                  <a:pt x="2006219" y="753148"/>
                </a:lnTo>
                <a:lnTo>
                  <a:pt x="1986343" y="739584"/>
                </a:lnTo>
                <a:lnTo>
                  <a:pt x="1964080" y="730465"/>
                </a:lnTo>
                <a:lnTo>
                  <a:pt x="1940661" y="726224"/>
                </a:lnTo>
                <a:lnTo>
                  <a:pt x="1927961" y="726592"/>
                </a:lnTo>
                <a:lnTo>
                  <a:pt x="1916874" y="726922"/>
                </a:lnTo>
                <a:lnTo>
                  <a:pt x="1893506" y="732612"/>
                </a:lnTo>
                <a:lnTo>
                  <a:pt x="1819338" y="759193"/>
                </a:lnTo>
                <a:lnTo>
                  <a:pt x="1826348" y="741413"/>
                </a:lnTo>
                <a:lnTo>
                  <a:pt x="1842592" y="705675"/>
                </a:lnTo>
                <a:lnTo>
                  <a:pt x="1882914" y="636397"/>
                </a:lnTo>
                <a:lnTo>
                  <a:pt x="1917217" y="591058"/>
                </a:lnTo>
                <a:lnTo>
                  <a:pt x="1953755" y="552564"/>
                </a:lnTo>
                <a:lnTo>
                  <a:pt x="1991550" y="521703"/>
                </a:lnTo>
                <a:lnTo>
                  <a:pt x="2029637" y="499237"/>
                </a:lnTo>
                <a:lnTo>
                  <a:pt x="2078113" y="484378"/>
                </a:lnTo>
                <a:lnTo>
                  <a:pt x="2100414" y="484924"/>
                </a:lnTo>
                <a:lnTo>
                  <a:pt x="2137841" y="505066"/>
                </a:lnTo>
                <a:lnTo>
                  <a:pt x="2159419" y="545973"/>
                </a:lnTo>
                <a:lnTo>
                  <a:pt x="2167077" y="616191"/>
                </a:lnTo>
                <a:lnTo>
                  <a:pt x="2167077" y="432079"/>
                </a:lnTo>
                <a:lnTo>
                  <a:pt x="2156980" y="424675"/>
                </a:lnTo>
                <a:lnTo>
                  <a:pt x="2121179" y="411403"/>
                </a:lnTo>
                <a:lnTo>
                  <a:pt x="2081999" y="407962"/>
                </a:lnTo>
                <a:lnTo>
                  <a:pt x="2040280" y="414286"/>
                </a:lnTo>
                <a:lnTo>
                  <a:pt x="1996897" y="430326"/>
                </a:lnTo>
                <a:lnTo>
                  <a:pt x="1959203" y="451637"/>
                </a:lnTo>
                <a:lnTo>
                  <a:pt x="1921421" y="479742"/>
                </a:lnTo>
                <a:lnTo>
                  <a:pt x="1884311" y="514235"/>
                </a:lnTo>
                <a:lnTo>
                  <a:pt x="1848624" y="554659"/>
                </a:lnTo>
                <a:lnTo>
                  <a:pt x="1815147" y="600621"/>
                </a:lnTo>
                <a:lnTo>
                  <a:pt x="1784642" y="651662"/>
                </a:lnTo>
                <a:lnTo>
                  <a:pt x="1766976" y="686917"/>
                </a:lnTo>
                <a:lnTo>
                  <a:pt x="1751863" y="722147"/>
                </a:lnTo>
                <a:lnTo>
                  <a:pt x="1729232" y="791489"/>
                </a:lnTo>
                <a:lnTo>
                  <a:pt x="1486319" y="878560"/>
                </a:lnTo>
                <a:lnTo>
                  <a:pt x="1502562" y="570141"/>
                </a:lnTo>
                <a:lnTo>
                  <a:pt x="1502664" y="568172"/>
                </a:lnTo>
                <a:lnTo>
                  <a:pt x="1504492" y="533577"/>
                </a:lnTo>
                <a:lnTo>
                  <a:pt x="1528457" y="518134"/>
                </a:lnTo>
                <a:lnTo>
                  <a:pt x="1533563" y="514845"/>
                </a:lnTo>
                <a:lnTo>
                  <a:pt x="1562417" y="493610"/>
                </a:lnTo>
                <a:lnTo>
                  <a:pt x="1618475" y="443877"/>
                </a:lnTo>
                <a:lnTo>
                  <a:pt x="1656740" y="402005"/>
                </a:lnTo>
                <a:lnTo>
                  <a:pt x="1689544" y="358825"/>
                </a:lnTo>
                <a:lnTo>
                  <a:pt x="1716697" y="315137"/>
                </a:lnTo>
                <a:lnTo>
                  <a:pt x="1738033" y="271780"/>
                </a:lnTo>
                <a:lnTo>
                  <a:pt x="1753349" y="229552"/>
                </a:lnTo>
                <a:lnTo>
                  <a:pt x="1762480" y="189268"/>
                </a:lnTo>
                <a:lnTo>
                  <a:pt x="1765236" y="145237"/>
                </a:lnTo>
                <a:lnTo>
                  <a:pt x="1759585" y="105397"/>
                </a:lnTo>
                <a:lnTo>
                  <a:pt x="1723758" y="41478"/>
                </a:lnTo>
                <a:lnTo>
                  <a:pt x="1692732" y="18770"/>
                </a:lnTo>
                <a:lnTo>
                  <a:pt x="1692732" y="152958"/>
                </a:lnTo>
                <a:lnTo>
                  <a:pt x="1690547" y="178257"/>
                </a:lnTo>
                <a:lnTo>
                  <a:pt x="1680464" y="219214"/>
                </a:lnTo>
                <a:lnTo>
                  <a:pt x="1662633" y="262216"/>
                </a:lnTo>
                <a:lnTo>
                  <a:pt x="1637487" y="306133"/>
                </a:lnTo>
                <a:lnTo>
                  <a:pt x="1605470" y="349910"/>
                </a:lnTo>
                <a:lnTo>
                  <a:pt x="1567027" y="392417"/>
                </a:lnTo>
                <a:lnTo>
                  <a:pt x="1538516" y="419061"/>
                </a:lnTo>
                <a:lnTo>
                  <a:pt x="1509268" y="442836"/>
                </a:lnTo>
                <a:lnTo>
                  <a:pt x="1513344" y="365302"/>
                </a:lnTo>
                <a:lnTo>
                  <a:pt x="1512138" y="342392"/>
                </a:lnTo>
                <a:lnTo>
                  <a:pt x="1506994" y="323240"/>
                </a:lnTo>
                <a:lnTo>
                  <a:pt x="1506258" y="320459"/>
                </a:lnTo>
                <a:lnTo>
                  <a:pt x="1495958" y="300228"/>
                </a:lnTo>
                <a:lnTo>
                  <a:pt x="1481531" y="282384"/>
                </a:lnTo>
                <a:lnTo>
                  <a:pt x="1463687" y="267957"/>
                </a:lnTo>
                <a:lnTo>
                  <a:pt x="1443456" y="257657"/>
                </a:lnTo>
                <a:lnTo>
                  <a:pt x="1440688" y="256921"/>
                </a:lnTo>
                <a:lnTo>
                  <a:pt x="1440688" y="361480"/>
                </a:lnTo>
                <a:lnTo>
                  <a:pt x="1440637" y="362432"/>
                </a:lnTo>
                <a:lnTo>
                  <a:pt x="1433944" y="489432"/>
                </a:lnTo>
                <a:lnTo>
                  <a:pt x="1392440" y="506323"/>
                </a:lnTo>
                <a:lnTo>
                  <a:pt x="1352854" y="515950"/>
                </a:lnTo>
                <a:lnTo>
                  <a:pt x="1326476" y="518134"/>
                </a:lnTo>
                <a:lnTo>
                  <a:pt x="1317104" y="517867"/>
                </a:lnTo>
                <a:lnTo>
                  <a:pt x="1318183" y="517867"/>
                </a:lnTo>
                <a:lnTo>
                  <a:pt x="1314450" y="508609"/>
                </a:lnTo>
                <a:lnTo>
                  <a:pt x="1289164" y="471322"/>
                </a:lnTo>
                <a:lnTo>
                  <a:pt x="1250975" y="445490"/>
                </a:lnTo>
                <a:lnTo>
                  <a:pt x="1249159" y="444919"/>
                </a:lnTo>
                <a:lnTo>
                  <a:pt x="1249159" y="573252"/>
                </a:lnTo>
                <a:lnTo>
                  <a:pt x="1246809" y="579869"/>
                </a:lnTo>
                <a:lnTo>
                  <a:pt x="1243012" y="586079"/>
                </a:lnTo>
                <a:lnTo>
                  <a:pt x="1237716" y="591375"/>
                </a:lnTo>
                <a:lnTo>
                  <a:pt x="1221663" y="602030"/>
                </a:lnTo>
                <a:lnTo>
                  <a:pt x="1203413" y="605574"/>
                </a:lnTo>
                <a:lnTo>
                  <a:pt x="1185151" y="602030"/>
                </a:lnTo>
                <a:lnTo>
                  <a:pt x="1169111" y="591375"/>
                </a:lnTo>
                <a:lnTo>
                  <a:pt x="1158455" y="575335"/>
                </a:lnTo>
                <a:lnTo>
                  <a:pt x="1154912" y="557072"/>
                </a:lnTo>
                <a:lnTo>
                  <a:pt x="1158455" y="538810"/>
                </a:lnTo>
                <a:lnTo>
                  <a:pt x="1185926" y="511822"/>
                </a:lnTo>
                <a:lnTo>
                  <a:pt x="1205064" y="508609"/>
                </a:lnTo>
                <a:lnTo>
                  <a:pt x="1208532" y="508609"/>
                </a:lnTo>
                <a:lnTo>
                  <a:pt x="1205661" y="519226"/>
                </a:lnTo>
                <a:lnTo>
                  <a:pt x="1205776" y="522770"/>
                </a:lnTo>
                <a:lnTo>
                  <a:pt x="1231646" y="562457"/>
                </a:lnTo>
                <a:lnTo>
                  <a:pt x="1249159" y="444919"/>
                </a:lnTo>
                <a:lnTo>
                  <a:pt x="1207516" y="435876"/>
                </a:lnTo>
                <a:lnTo>
                  <a:pt x="1183271" y="437476"/>
                </a:lnTo>
                <a:lnTo>
                  <a:pt x="1137564" y="455206"/>
                </a:lnTo>
                <a:lnTo>
                  <a:pt x="1091031" y="511429"/>
                </a:lnTo>
                <a:lnTo>
                  <a:pt x="1082154" y="557072"/>
                </a:lnTo>
                <a:lnTo>
                  <a:pt x="1091031" y="602716"/>
                </a:lnTo>
                <a:lnTo>
                  <a:pt x="1117650" y="642835"/>
                </a:lnTo>
                <a:lnTo>
                  <a:pt x="1157770" y="669455"/>
                </a:lnTo>
                <a:lnTo>
                  <a:pt x="1203413" y="678332"/>
                </a:lnTo>
                <a:lnTo>
                  <a:pt x="1249057" y="669455"/>
                </a:lnTo>
                <a:lnTo>
                  <a:pt x="1289164" y="642835"/>
                </a:lnTo>
                <a:lnTo>
                  <a:pt x="1299552" y="631012"/>
                </a:lnTo>
                <a:lnTo>
                  <a:pt x="1308150" y="618261"/>
                </a:lnTo>
                <a:lnTo>
                  <a:pt x="1314526" y="605574"/>
                </a:lnTo>
                <a:lnTo>
                  <a:pt x="1314945" y="604748"/>
                </a:lnTo>
                <a:lnTo>
                  <a:pt x="1319961" y="590638"/>
                </a:lnTo>
                <a:lnTo>
                  <a:pt x="1333169" y="590638"/>
                </a:lnTo>
                <a:lnTo>
                  <a:pt x="1341450" y="590321"/>
                </a:lnTo>
                <a:lnTo>
                  <a:pt x="1379791" y="584962"/>
                </a:lnTo>
                <a:lnTo>
                  <a:pt x="1429702" y="570141"/>
                </a:lnTo>
                <a:lnTo>
                  <a:pt x="1412100" y="904608"/>
                </a:lnTo>
                <a:lnTo>
                  <a:pt x="1412011" y="905192"/>
                </a:lnTo>
                <a:lnTo>
                  <a:pt x="1356728" y="925004"/>
                </a:lnTo>
                <a:lnTo>
                  <a:pt x="1337678" y="933881"/>
                </a:lnTo>
                <a:lnTo>
                  <a:pt x="1320698" y="945984"/>
                </a:lnTo>
                <a:lnTo>
                  <a:pt x="1306207" y="960970"/>
                </a:lnTo>
                <a:lnTo>
                  <a:pt x="1294587" y="978484"/>
                </a:lnTo>
                <a:lnTo>
                  <a:pt x="1228305" y="1101610"/>
                </a:lnTo>
                <a:lnTo>
                  <a:pt x="649414" y="1680502"/>
                </a:lnTo>
                <a:lnTo>
                  <a:pt x="643877" y="1685036"/>
                </a:lnTo>
                <a:lnTo>
                  <a:pt x="637616" y="1688388"/>
                </a:lnTo>
                <a:lnTo>
                  <a:pt x="630821" y="1690446"/>
                </a:lnTo>
                <a:lnTo>
                  <a:pt x="623697" y="1691157"/>
                </a:lnTo>
                <a:lnTo>
                  <a:pt x="616559" y="1690446"/>
                </a:lnTo>
                <a:lnTo>
                  <a:pt x="83413" y="1165948"/>
                </a:lnTo>
                <a:lnTo>
                  <a:pt x="72758" y="1140231"/>
                </a:lnTo>
                <a:lnTo>
                  <a:pt x="73469" y="1133094"/>
                </a:lnTo>
                <a:lnTo>
                  <a:pt x="835494" y="362432"/>
                </a:lnTo>
                <a:lnTo>
                  <a:pt x="1253578" y="331063"/>
                </a:lnTo>
                <a:lnTo>
                  <a:pt x="1256817" y="331063"/>
                </a:lnTo>
                <a:lnTo>
                  <a:pt x="1258824" y="330796"/>
                </a:lnTo>
                <a:lnTo>
                  <a:pt x="1402435" y="323240"/>
                </a:lnTo>
                <a:lnTo>
                  <a:pt x="1410068" y="323634"/>
                </a:lnTo>
                <a:lnTo>
                  <a:pt x="1417383" y="325602"/>
                </a:lnTo>
                <a:lnTo>
                  <a:pt x="1440332" y="354914"/>
                </a:lnTo>
                <a:lnTo>
                  <a:pt x="1440688" y="361480"/>
                </a:lnTo>
                <a:lnTo>
                  <a:pt x="1440688" y="256921"/>
                </a:lnTo>
                <a:lnTo>
                  <a:pt x="1431747" y="254520"/>
                </a:lnTo>
                <a:lnTo>
                  <a:pt x="1421523" y="251777"/>
                </a:lnTo>
                <a:lnTo>
                  <a:pt x="1398612" y="250571"/>
                </a:lnTo>
                <a:lnTo>
                  <a:pt x="1323568" y="254520"/>
                </a:lnTo>
                <a:lnTo>
                  <a:pt x="1334846" y="240182"/>
                </a:lnTo>
                <a:lnTo>
                  <a:pt x="1372819" y="198208"/>
                </a:lnTo>
                <a:lnTo>
                  <a:pt x="1415326" y="159766"/>
                </a:lnTo>
                <a:lnTo>
                  <a:pt x="1459103" y="127736"/>
                </a:lnTo>
                <a:lnTo>
                  <a:pt x="1503019" y="102603"/>
                </a:lnTo>
                <a:lnTo>
                  <a:pt x="1546021" y="84759"/>
                </a:lnTo>
                <a:lnTo>
                  <a:pt x="1586979" y="74676"/>
                </a:lnTo>
                <a:lnTo>
                  <a:pt x="1612265" y="72504"/>
                </a:lnTo>
                <a:lnTo>
                  <a:pt x="1635340" y="74409"/>
                </a:lnTo>
                <a:lnTo>
                  <a:pt x="1672310" y="92925"/>
                </a:lnTo>
                <a:lnTo>
                  <a:pt x="1690827" y="129895"/>
                </a:lnTo>
                <a:lnTo>
                  <a:pt x="1692732" y="152958"/>
                </a:lnTo>
                <a:lnTo>
                  <a:pt x="1692732" y="18770"/>
                </a:lnTo>
                <a:lnTo>
                  <a:pt x="1659839" y="5651"/>
                </a:lnTo>
                <a:lnTo>
                  <a:pt x="1619986" y="0"/>
                </a:lnTo>
                <a:lnTo>
                  <a:pt x="1575968" y="2755"/>
                </a:lnTo>
                <a:lnTo>
                  <a:pt x="1535684" y="11887"/>
                </a:lnTo>
                <a:lnTo>
                  <a:pt x="1493456" y="27203"/>
                </a:lnTo>
                <a:lnTo>
                  <a:pt x="1450098" y="48526"/>
                </a:lnTo>
                <a:lnTo>
                  <a:pt x="1406410" y="75692"/>
                </a:lnTo>
                <a:lnTo>
                  <a:pt x="1363230" y="108496"/>
                </a:lnTo>
                <a:lnTo>
                  <a:pt x="1321358" y="146761"/>
                </a:lnTo>
                <a:lnTo>
                  <a:pt x="1272082" y="202158"/>
                </a:lnTo>
                <a:lnTo>
                  <a:pt x="1232395" y="259321"/>
                </a:lnTo>
                <a:lnTo>
                  <a:pt x="855484" y="279146"/>
                </a:lnTo>
                <a:lnTo>
                  <a:pt x="816813" y="288442"/>
                </a:lnTo>
                <a:lnTo>
                  <a:pt x="784034" y="310972"/>
                </a:lnTo>
                <a:lnTo>
                  <a:pt x="31965" y="1063040"/>
                </a:lnTo>
                <a:lnTo>
                  <a:pt x="8305" y="1098461"/>
                </a:lnTo>
                <a:lnTo>
                  <a:pt x="1993" y="1120038"/>
                </a:lnTo>
                <a:lnTo>
                  <a:pt x="0" y="1140231"/>
                </a:lnTo>
                <a:lnTo>
                  <a:pt x="8305" y="1181989"/>
                </a:lnTo>
                <a:lnTo>
                  <a:pt x="31965" y="1217409"/>
                </a:lnTo>
                <a:lnTo>
                  <a:pt x="546506" y="1731949"/>
                </a:lnTo>
                <a:lnTo>
                  <a:pt x="581914" y="1755609"/>
                </a:lnTo>
                <a:lnTo>
                  <a:pt x="623697" y="1763928"/>
                </a:lnTo>
                <a:lnTo>
                  <a:pt x="645083" y="1761807"/>
                </a:lnTo>
                <a:lnTo>
                  <a:pt x="665454" y="1755609"/>
                </a:lnTo>
                <a:lnTo>
                  <a:pt x="684250" y="1745576"/>
                </a:lnTo>
                <a:lnTo>
                  <a:pt x="700874" y="1731949"/>
                </a:lnTo>
                <a:lnTo>
                  <a:pt x="741667" y="1691157"/>
                </a:lnTo>
                <a:lnTo>
                  <a:pt x="1108316" y="1324508"/>
                </a:lnTo>
                <a:lnTo>
                  <a:pt x="766051" y="1960321"/>
                </a:lnTo>
                <a:lnTo>
                  <a:pt x="757364" y="1981123"/>
                </a:lnTo>
                <a:lnTo>
                  <a:pt x="752957" y="2003005"/>
                </a:lnTo>
                <a:lnTo>
                  <a:pt x="752881" y="2025332"/>
                </a:lnTo>
                <a:lnTo>
                  <a:pt x="753122" y="2026577"/>
                </a:lnTo>
                <a:lnTo>
                  <a:pt x="765771" y="2068296"/>
                </a:lnTo>
                <a:lnTo>
                  <a:pt x="793864" y="2102726"/>
                </a:lnTo>
                <a:lnTo>
                  <a:pt x="1484299" y="2476931"/>
                </a:lnTo>
                <a:lnTo>
                  <a:pt x="1526997" y="2490012"/>
                </a:lnTo>
                <a:lnTo>
                  <a:pt x="1549323" y="2490089"/>
                </a:lnTo>
                <a:lnTo>
                  <a:pt x="1571447" y="2485771"/>
                </a:lnTo>
                <a:lnTo>
                  <a:pt x="1610880" y="2464841"/>
                </a:lnTo>
                <a:lnTo>
                  <a:pt x="1639303" y="2430411"/>
                </a:lnTo>
                <a:lnTo>
                  <a:pt x="1667979" y="2377148"/>
                </a:lnTo>
                <a:lnTo>
                  <a:pt x="2167839" y="1448574"/>
                </a:lnTo>
                <a:lnTo>
                  <a:pt x="2180590" y="1408874"/>
                </a:lnTo>
                <a:lnTo>
                  <a:pt x="2181339" y="1388033"/>
                </a:lnTo>
                <a:lnTo>
                  <a:pt x="2178266" y="1367243"/>
                </a:lnTo>
                <a:lnTo>
                  <a:pt x="2105164" y="1067231"/>
                </a:lnTo>
                <a:lnTo>
                  <a:pt x="2105164" y="1392237"/>
                </a:lnTo>
                <a:lnTo>
                  <a:pt x="2104923" y="1399184"/>
                </a:lnTo>
                <a:lnTo>
                  <a:pt x="1572133" y="2394242"/>
                </a:lnTo>
                <a:lnTo>
                  <a:pt x="1542135" y="2414143"/>
                </a:lnTo>
                <a:lnTo>
                  <a:pt x="1534693" y="2414117"/>
                </a:lnTo>
                <a:lnTo>
                  <a:pt x="848728" y="2048141"/>
                </a:lnTo>
                <a:lnTo>
                  <a:pt x="828827" y="2018144"/>
                </a:lnTo>
                <a:lnTo>
                  <a:pt x="828852" y="2010702"/>
                </a:lnTo>
                <a:lnTo>
                  <a:pt x="830326" y="2003412"/>
                </a:lnTo>
                <a:lnTo>
                  <a:pt x="833221" y="1996478"/>
                </a:lnTo>
                <a:lnTo>
                  <a:pt x="1295958" y="1136865"/>
                </a:lnTo>
                <a:lnTo>
                  <a:pt x="1452943" y="979881"/>
                </a:lnTo>
                <a:lnTo>
                  <a:pt x="1462798" y="968032"/>
                </a:lnTo>
                <a:lnTo>
                  <a:pt x="1772119" y="857161"/>
                </a:lnTo>
                <a:lnTo>
                  <a:pt x="1775383" y="856183"/>
                </a:lnTo>
                <a:lnTo>
                  <a:pt x="1777314" y="855294"/>
                </a:lnTo>
                <a:lnTo>
                  <a:pt x="1919236" y="804430"/>
                </a:lnTo>
                <a:lnTo>
                  <a:pt x="1927034" y="802538"/>
                </a:lnTo>
                <a:lnTo>
                  <a:pt x="1934959" y="802297"/>
                </a:lnTo>
                <a:lnTo>
                  <a:pt x="1942769" y="803719"/>
                </a:lnTo>
                <a:lnTo>
                  <a:pt x="1966849" y="824826"/>
                </a:lnTo>
                <a:lnTo>
                  <a:pt x="1969173" y="831316"/>
                </a:lnTo>
                <a:lnTo>
                  <a:pt x="1969401" y="832281"/>
                </a:lnTo>
                <a:lnTo>
                  <a:pt x="2000973" y="961821"/>
                </a:lnTo>
                <a:lnTo>
                  <a:pt x="1982762" y="977493"/>
                </a:lnTo>
                <a:lnTo>
                  <a:pt x="1945932" y="1003122"/>
                </a:lnTo>
                <a:lnTo>
                  <a:pt x="1910219" y="1020191"/>
                </a:lnTo>
                <a:lnTo>
                  <a:pt x="1892211" y="1025588"/>
                </a:lnTo>
                <a:lnTo>
                  <a:pt x="1893303" y="1025258"/>
                </a:lnTo>
                <a:lnTo>
                  <a:pt x="1886750" y="1017092"/>
                </a:lnTo>
                <a:lnTo>
                  <a:pt x="1850123" y="987259"/>
                </a:lnTo>
                <a:lnTo>
                  <a:pt x="1840661" y="983297"/>
                </a:lnTo>
                <a:lnTo>
                  <a:pt x="1840661" y="1101674"/>
                </a:lnTo>
                <a:lnTo>
                  <a:pt x="1840318" y="1109027"/>
                </a:lnTo>
                <a:lnTo>
                  <a:pt x="1804479" y="1147927"/>
                </a:lnTo>
                <a:lnTo>
                  <a:pt x="1785073" y="1149858"/>
                </a:lnTo>
                <a:lnTo>
                  <a:pt x="1765757" y="1144003"/>
                </a:lnTo>
                <a:lnTo>
                  <a:pt x="1750225" y="1131100"/>
                </a:lnTo>
                <a:lnTo>
                  <a:pt x="1741157" y="1113840"/>
                </a:lnTo>
                <a:lnTo>
                  <a:pt x="1739214" y="1094435"/>
                </a:lnTo>
                <a:lnTo>
                  <a:pt x="1745081" y="1075118"/>
                </a:lnTo>
                <a:lnTo>
                  <a:pt x="1776907" y="1050048"/>
                </a:lnTo>
                <a:lnTo>
                  <a:pt x="1780387" y="1049007"/>
                </a:lnTo>
                <a:lnTo>
                  <a:pt x="1780717" y="1060538"/>
                </a:lnTo>
                <a:lnTo>
                  <a:pt x="1781898" y="1064056"/>
                </a:lnTo>
                <a:lnTo>
                  <a:pt x="1809851" y="1092174"/>
                </a:lnTo>
                <a:lnTo>
                  <a:pt x="1840661" y="983297"/>
                </a:lnTo>
                <a:lnTo>
                  <a:pt x="1803996" y="972832"/>
                </a:lnTo>
                <a:lnTo>
                  <a:pt x="1780476" y="972413"/>
                </a:lnTo>
                <a:lnTo>
                  <a:pt x="1757451" y="976287"/>
                </a:lnTo>
                <a:lnTo>
                  <a:pt x="1712036" y="998664"/>
                </a:lnTo>
                <a:lnTo>
                  <a:pt x="1677898" y="1038948"/>
                </a:lnTo>
                <a:lnTo>
                  <a:pt x="1663255" y="1087247"/>
                </a:lnTo>
                <a:lnTo>
                  <a:pt x="1663293" y="1087666"/>
                </a:lnTo>
                <a:lnTo>
                  <a:pt x="1668094" y="1135761"/>
                </a:lnTo>
                <a:lnTo>
                  <a:pt x="1690763" y="1178928"/>
                </a:lnTo>
                <a:lnTo>
                  <a:pt x="1729587" y="1211173"/>
                </a:lnTo>
                <a:lnTo>
                  <a:pt x="1777898" y="1225816"/>
                </a:lnTo>
                <a:lnTo>
                  <a:pt x="1826399" y="1220978"/>
                </a:lnTo>
                <a:lnTo>
                  <a:pt x="1869567" y="1198308"/>
                </a:lnTo>
                <a:lnTo>
                  <a:pt x="1901812" y="1159484"/>
                </a:lnTo>
                <a:lnTo>
                  <a:pt x="1916061" y="1114437"/>
                </a:lnTo>
                <a:lnTo>
                  <a:pt x="1917001" y="1097800"/>
                </a:lnTo>
                <a:lnTo>
                  <a:pt x="1930273" y="1093812"/>
                </a:lnTo>
                <a:lnTo>
                  <a:pt x="1975370" y="1074064"/>
                </a:lnTo>
                <a:lnTo>
                  <a:pt x="2021027" y="1044143"/>
                </a:lnTo>
                <a:lnTo>
                  <a:pt x="2104136" y="1385303"/>
                </a:lnTo>
                <a:lnTo>
                  <a:pt x="2105164" y="1392237"/>
                </a:lnTo>
                <a:lnTo>
                  <a:pt x="2105164" y="1067231"/>
                </a:lnTo>
                <a:lnTo>
                  <a:pt x="2094191" y="1022184"/>
                </a:lnTo>
                <a:lnTo>
                  <a:pt x="2093696" y="1020178"/>
                </a:lnTo>
                <a:lnTo>
                  <a:pt x="2085098" y="984885"/>
                </a:lnTo>
                <a:lnTo>
                  <a:pt x="2131225" y="927303"/>
                </a:lnTo>
                <a:lnTo>
                  <a:pt x="2152586" y="894981"/>
                </a:lnTo>
                <a:lnTo>
                  <a:pt x="2172525" y="860463"/>
                </a:lnTo>
                <a:lnTo>
                  <a:pt x="2198332" y="806894"/>
                </a:lnTo>
                <a:lnTo>
                  <a:pt x="2218258" y="753643"/>
                </a:lnTo>
                <a:lnTo>
                  <a:pt x="2232368" y="701598"/>
                </a:lnTo>
                <a:lnTo>
                  <a:pt x="2240711" y="651624"/>
                </a:lnTo>
                <a:lnTo>
                  <a:pt x="2243366" y="604608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2736755" y="7901272"/>
            <a:ext cx="282575" cy="282575"/>
          </a:xfrm>
          <a:custGeom>
            <a:avLst/>
            <a:gdLst/>
            <a:ahLst/>
            <a:cxnLst/>
            <a:rect l="l" t="t" r="r" b="b"/>
            <a:pathLst>
              <a:path w="282575" h="282575">
                <a:moveTo>
                  <a:pt x="141262" y="282467"/>
                </a:moveTo>
                <a:lnTo>
                  <a:pt x="96614" y="275266"/>
                </a:lnTo>
                <a:lnTo>
                  <a:pt x="57836" y="255216"/>
                </a:lnTo>
                <a:lnTo>
                  <a:pt x="27256" y="224642"/>
                </a:lnTo>
                <a:lnTo>
                  <a:pt x="7202" y="185873"/>
                </a:lnTo>
                <a:lnTo>
                  <a:pt x="0" y="141233"/>
                </a:lnTo>
                <a:lnTo>
                  <a:pt x="7202" y="96594"/>
                </a:lnTo>
                <a:lnTo>
                  <a:pt x="27256" y="57824"/>
                </a:lnTo>
                <a:lnTo>
                  <a:pt x="57836" y="27250"/>
                </a:lnTo>
                <a:lnTo>
                  <a:pt x="96614" y="7200"/>
                </a:lnTo>
                <a:lnTo>
                  <a:pt x="141262" y="0"/>
                </a:lnTo>
                <a:lnTo>
                  <a:pt x="185911" y="7200"/>
                </a:lnTo>
                <a:lnTo>
                  <a:pt x="224689" y="27250"/>
                </a:lnTo>
                <a:lnTo>
                  <a:pt x="255268" y="57824"/>
                </a:lnTo>
                <a:lnTo>
                  <a:pt x="275323" y="96594"/>
                </a:lnTo>
                <a:lnTo>
                  <a:pt x="282525" y="141233"/>
                </a:lnTo>
                <a:lnTo>
                  <a:pt x="275323" y="185873"/>
                </a:lnTo>
                <a:lnTo>
                  <a:pt x="255268" y="224642"/>
                </a:lnTo>
                <a:lnTo>
                  <a:pt x="224689" y="255216"/>
                </a:lnTo>
                <a:lnTo>
                  <a:pt x="185911" y="275266"/>
                </a:lnTo>
                <a:lnTo>
                  <a:pt x="141262" y="2824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3386803" y="7901272"/>
            <a:ext cx="282575" cy="282575"/>
          </a:xfrm>
          <a:custGeom>
            <a:avLst/>
            <a:gdLst/>
            <a:ahLst/>
            <a:cxnLst/>
            <a:rect l="l" t="t" r="r" b="b"/>
            <a:pathLst>
              <a:path w="282575" h="282575">
                <a:moveTo>
                  <a:pt x="141262" y="282467"/>
                </a:moveTo>
                <a:lnTo>
                  <a:pt x="96614" y="275266"/>
                </a:lnTo>
                <a:lnTo>
                  <a:pt x="57836" y="255216"/>
                </a:lnTo>
                <a:lnTo>
                  <a:pt x="27256" y="224642"/>
                </a:lnTo>
                <a:lnTo>
                  <a:pt x="7202" y="185873"/>
                </a:lnTo>
                <a:lnTo>
                  <a:pt x="0" y="141233"/>
                </a:lnTo>
                <a:lnTo>
                  <a:pt x="7202" y="96594"/>
                </a:lnTo>
                <a:lnTo>
                  <a:pt x="27256" y="57824"/>
                </a:lnTo>
                <a:lnTo>
                  <a:pt x="57836" y="27250"/>
                </a:lnTo>
                <a:lnTo>
                  <a:pt x="96614" y="7200"/>
                </a:lnTo>
                <a:lnTo>
                  <a:pt x="141262" y="0"/>
                </a:lnTo>
                <a:lnTo>
                  <a:pt x="185911" y="7200"/>
                </a:lnTo>
                <a:lnTo>
                  <a:pt x="224689" y="27250"/>
                </a:lnTo>
                <a:lnTo>
                  <a:pt x="255268" y="57824"/>
                </a:lnTo>
                <a:lnTo>
                  <a:pt x="275323" y="96594"/>
                </a:lnTo>
                <a:lnTo>
                  <a:pt x="282525" y="141233"/>
                </a:lnTo>
                <a:lnTo>
                  <a:pt x="275323" y="185873"/>
                </a:lnTo>
                <a:lnTo>
                  <a:pt x="255268" y="224642"/>
                </a:lnTo>
                <a:lnTo>
                  <a:pt x="224689" y="255216"/>
                </a:lnTo>
                <a:lnTo>
                  <a:pt x="185911" y="275266"/>
                </a:lnTo>
                <a:lnTo>
                  <a:pt x="141262" y="2824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2216790" y="6367652"/>
            <a:ext cx="1895475" cy="1470660"/>
          </a:xfrm>
          <a:custGeom>
            <a:avLst/>
            <a:gdLst/>
            <a:ahLst/>
            <a:cxnLst/>
            <a:rect l="l" t="t" r="r" b="b"/>
            <a:pathLst>
              <a:path w="1895475" h="1470659">
                <a:moveTo>
                  <a:pt x="1634502" y="950137"/>
                </a:moveTo>
                <a:lnTo>
                  <a:pt x="1595869" y="960272"/>
                </a:lnTo>
                <a:lnTo>
                  <a:pt x="1556080" y="967790"/>
                </a:lnTo>
                <a:lnTo>
                  <a:pt x="1515249" y="972464"/>
                </a:lnTo>
                <a:lnTo>
                  <a:pt x="1473479" y="974077"/>
                </a:lnTo>
                <a:lnTo>
                  <a:pt x="1422971" y="971791"/>
                </a:lnTo>
                <a:lnTo>
                  <a:pt x="1373733" y="965060"/>
                </a:lnTo>
                <a:lnTo>
                  <a:pt x="1325956" y="954087"/>
                </a:lnTo>
                <a:lnTo>
                  <a:pt x="1279855" y="939063"/>
                </a:lnTo>
                <a:lnTo>
                  <a:pt x="1235621" y="920203"/>
                </a:lnTo>
                <a:lnTo>
                  <a:pt x="1193457" y="897712"/>
                </a:lnTo>
                <a:lnTo>
                  <a:pt x="1153553" y="871778"/>
                </a:lnTo>
                <a:lnTo>
                  <a:pt x="1116126" y="842594"/>
                </a:lnTo>
                <a:lnTo>
                  <a:pt x="1081354" y="810387"/>
                </a:lnTo>
                <a:lnTo>
                  <a:pt x="1049451" y="775335"/>
                </a:lnTo>
                <a:lnTo>
                  <a:pt x="1020622" y="737641"/>
                </a:lnTo>
                <a:lnTo>
                  <a:pt x="995057" y="697522"/>
                </a:lnTo>
                <a:lnTo>
                  <a:pt x="972959" y="655167"/>
                </a:lnTo>
                <a:lnTo>
                  <a:pt x="954519" y="610768"/>
                </a:lnTo>
                <a:lnTo>
                  <a:pt x="939952" y="564540"/>
                </a:lnTo>
                <a:lnTo>
                  <a:pt x="414007" y="564540"/>
                </a:lnTo>
                <a:lnTo>
                  <a:pt x="374307" y="363067"/>
                </a:lnTo>
                <a:lnTo>
                  <a:pt x="349770" y="322338"/>
                </a:lnTo>
                <a:lnTo>
                  <a:pt x="304279" y="306006"/>
                </a:lnTo>
                <a:lnTo>
                  <a:pt x="72224" y="306006"/>
                </a:lnTo>
                <a:lnTo>
                  <a:pt x="44196" y="311505"/>
                </a:lnTo>
                <a:lnTo>
                  <a:pt x="21221" y="326758"/>
                </a:lnTo>
                <a:lnTo>
                  <a:pt x="5702" y="349491"/>
                </a:lnTo>
                <a:lnTo>
                  <a:pt x="0" y="377431"/>
                </a:lnTo>
                <a:lnTo>
                  <a:pt x="5702" y="404990"/>
                </a:lnTo>
                <a:lnTo>
                  <a:pt x="21221" y="427494"/>
                </a:lnTo>
                <a:lnTo>
                  <a:pt x="44196" y="442671"/>
                </a:lnTo>
                <a:lnTo>
                  <a:pt x="72224" y="448246"/>
                </a:lnTo>
                <a:lnTo>
                  <a:pt x="245618" y="448246"/>
                </a:lnTo>
                <a:lnTo>
                  <a:pt x="285318" y="648322"/>
                </a:lnTo>
                <a:lnTo>
                  <a:pt x="285318" y="649719"/>
                </a:lnTo>
                <a:lnTo>
                  <a:pt x="286118" y="651116"/>
                </a:lnTo>
                <a:lnTo>
                  <a:pt x="411810" y="1289659"/>
                </a:lnTo>
                <a:lnTo>
                  <a:pt x="424713" y="1332636"/>
                </a:lnTo>
                <a:lnTo>
                  <a:pt x="445477" y="1371244"/>
                </a:lnTo>
                <a:lnTo>
                  <a:pt x="473062" y="1404683"/>
                </a:lnTo>
                <a:lnTo>
                  <a:pt x="506476" y="1432115"/>
                </a:lnTo>
                <a:lnTo>
                  <a:pt x="544703" y="1452714"/>
                </a:lnTo>
                <a:lnTo>
                  <a:pt x="586701" y="1465681"/>
                </a:lnTo>
                <a:lnTo>
                  <a:pt x="631494" y="1470190"/>
                </a:lnTo>
                <a:lnTo>
                  <a:pt x="1341793" y="1470190"/>
                </a:lnTo>
                <a:lnTo>
                  <a:pt x="1393202" y="1464195"/>
                </a:lnTo>
                <a:lnTo>
                  <a:pt x="1440827" y="1447076"/>
                </a:lnTo>
                <a:lnTo>
                  <a:pt x="1483055" y="1420075"/>
                </a:lnTo>
                <a:lnTo>
                  <a:pt x="1518310" y="1384452"/>
                </a:lnTo>
                <a:lnTo>
                  <a:pt x="1544980" y="1341501"/>
                </a:lnTo>
                <a:lnTo>
                  <a:pt x="1561477" y="1292453"/>
                </a:lnTo>
                <a:lnTo>
                  <a:pt x="1629384" y="974077"/>
                </a:lnTo>
                <a:lnTo>
                  <a:pt x="1634502" y="950137"/>
                </a:lnTo>
                <a:close/>
              </a:path>
              <a:path w="1895475" h="1470659">
                <a:moveTo>
                  <a:pt x="1895475" y="422109"/>
                </a:moveTo>
                <a:lnTo>
                  <a:pt x="1892630" y="372872"/>
                </a:lnTo>
                <a:lnTo>
                  <a:pt x="1884299" y="325297"/>
                </a:lnTo>
                <a:lnTo>
                  <a:pt x="1870811" y="279717"/>
                </a:lnTo>
                <a:lnTo>
                  <a:pt x="1852485" y="236448"/>
                </a:lnTo>
                <a:lnTo>
                  <a:pt x="1829650" y="195795"/>
                </a:lnTo>
                <a:lnTo>
                  <a:pt x="1802612" y="158076"/>
                </a:lnTo>
                <a:lnTo>
                  <a:pt x="1771688" y="123609"/>
                </a:lnTo>
                <a:lnTo>
                  <a:pt x="1737194" y="92710"/>
                </a:lnTo>
                <a:lnTo>
                  <a:pt x="1699475" y="65697"/>
                </a:lnTo>
                <a:lnTo>
                  <a:pt x="1694332" y="62814"/>
                </a:lnTo>
                <a:lnTo>
                  <a:pt x="1694332" y="323862"/>
                </a:lnTo>
                <a:lnTo>
                  <a:pt x="1689633" y="347776"/>
                </a:lnTo>
                <a:lnTo>
                  <a:pt x="1458112" y="586282"/>
                </a:lnTo>
                <a:lnTo>
                  <a:pt x="1413230" y="604837"/>
                </a:lnTo>
                <a:lnTo>
                  <a:pt x="1401127" y="603681"/>
                </a:lnTo>
                <a:lnTo>
                  <a:pt x="1260195" y="478167"/>
                </a:lnTo>
                <a:lnTo>
                  <a:pt x="1241640" y="433285"/>
                </a:lnTo>
                <a:lnTo>
                  <a:pt x="1246276" y="409384"/>
                </a:lnTo>
                <a:lnTo>
                  <a:pt x="1281176" y="374484"/>
                </a:lnTo>
                <a:lnTo>
                  <a:pt x="1328991" y="374484"/>
                </a:lnTo>
                <a:lnTo>
                  <a:pt x="1413230" y="451637"/>
                </a:lnTo>
                <a:lnTo>
                  <a:pt x="1495031" y="369849"/>
                </a:lnTo>
                <a:lnTo>
                  <a:pt x="1586014" y="278879"/>
                </a:lnTo>
                <a:lnTo>
                  <a:pt x="1606994" y="264972"/>
                </a:lnTo>
                <a:lnTo>
                  <a:pt x="1630908" y="260324"/>
                </a:lnTo>
                <a:lnTo>
                  <a:pt x="1654810" y="264972"/>
                </a:lnTo>
                <a:lnTo>
                  <a:pt x="1675803" y="278879"/>
                </a:lnTo>
                <a:lnTo>
                  <a:pt x="1689709" y="299948"/>
                </a:lnTo>
                <a:lnTo>
                  <a:pt x="1694332" y="323862"/>
                </a:lnTo>
                <a:lnTo>
                  <a:pt x="1694332" y="62814"/>
                </a:lnTo>
                <a:lnTo>
                  <a:pt x="1658810" y="42900"/>
                </a:lnTo>
                <a:lnTo>
                  <a:pt x="1615541" y="24599"/>
                </a:lnTo>
                <a:lnTo>
                  <a:pt x="1569986" y="11150"/>
                </a:lnTo>
                <a:lnTo>
                  <a:pt x="1522450" y="2844"/>
                </a:lnTo>
                <a:lnTo>
                  <a:pt x="1473276" y="0"/>
                </a:lnTo>
                <a:lnTo>
                  <a:pt x="1424038" y="2844"/>
                </a:lnTo>
                <a:lnTo>
                  <a:pt x="1376451" y="11150"/>
                </a:lnTo>
                <a:lnTo>
                  <a:pt x="1330871" y="24599"/>
                </a:lnTo>
                <a:lnTo>
                  <a:pt x="1287576" y="42900"/>
                </a:lnTo>
                <a:lnTo>
                  <a:pt x="1246911" y="65697"/>
                </a:lnTo>
                <a:lnTo>
                  <a:pt x="1209192" y="92710"/>
                </a:lnTo>
                <a:lnTo>
                  <a:pt x="1174724" y="123609"/>
                </a:lnTo>
                <a:lnTo>
                  <a:pt x="1143812" y="158076"/>
                </a:lnTo>
                <a:lnTo>
                  <a:pt x="1116799" y="195795"/>
                </a:lnTo>
                <a:lnTo>
                  <a:pt x="1093990" y="236448"/>
                </a:lnTo>
                <a:lnTo>
                  <a:pt x="1075690" y="279717"/>
                </a:lnTo>
                <a:lnTo>
                  <a:pt x="1062240" y="325297"/>
                </a:lnTo>
                <a:lnTo>
                  <a:pt x="1053934" y="372872"/>
                </a:lnTo>
                <a:lnTo>
                  <a:pt x="1051090" y="422109"/>
                </a:lnTo>
                <a:lnTo>
                  <a:pt x="1053934" y="471347"/>
                </a:lnTo>
                <a:lnTo>
                  <a:pt x="1062253" y="518922"/>
                </a:lnTo>
                <a:lnTo>
                  <a:pt x="1075715" y="564502"/>
                </a:lnTo>
                <a:lnTo>
                  <a:pt x="1094028" y="607771"/>
                </a:lnTo>
                <a:lnTo>
                  <a:pt x="1116850" y="648423"/>
                </a:lnTo>
                <a:lnTo>
                  <a:pt x="1143876" y="686142"/>
                </a:lnTo>
                <a:lnTo>
                  <a:pt x="1174800" y="720610"/>
                </a:lnTo>
                <a:lnTo>
                  <a:pt x="1209281" y="751509"/>
                </a:lnTo>
                <a:lnTo>
                  <a:pt x="1247000" y="778510"/>
                </a:lnTo>
                <a:lnTo>
                  <a:pt x="1287665" y="801319"/>
                </a:lnTo>
                <a:lnTo>
                  <a:pt x="1330947" y="819619"/>
                </a:lnTo>
                <a:lnTo>
                  <a:pt x="1376514" y="833069"/>
                </a:lnTo>
                <a:lnTo>
                  <a:pt x="1424063" y="841375"/>
                </a:lnTo>
                <a:lnTo>
                  <a:pt x="1473276" y="844219"/>
                </a:lnTo>
                <a:lnTo>
                  <a:pt x="1522501" y="841375"/>
                </a:lnTo>
                <a:lnTo>
                  <a:pt x="1570050" y="833069"/>
                </a:lnTo>
                <a:lnTo>
                  <a:pt x="1615617" y="819619"/>
                </a:lnTo>
                <a:lnTo>
                  <a:pt x="1658899" y="801319"/>
                </a:lnTo>
                <a:lnTo>
                  <a:pt x="1699552" y="778510"/>
                </a:lnTo>
                <a:lnTo>
                  <a:pt x="1737283" y="751509"/>
                </a:lnTo>
                <a:lnTo>
                  <a:pt x="1771764" y="720610"/>
                </a:lnTo>
                <a:lnTo>
                  <a:pt x="1802688" y="686142"/>
                </a:lnTo>
                <a:lnTo>
                  <a:pt x="1829714" y="648423"/>
                </a:lnTo>
                <a:lnTo>
                  <a:pt x="1852536" y="607771"/>
                </a:lnTo>
                <a:lnTo>
                  <a:pt x="1870849" y="564502"/>
                </a:lnTo>
                <a:lnTo>
                  <a:pt x="1884311" y="518922"/>
                </a:lnTo>
                <a:lnTo>
                  <a:pt x="1892630" y="471347"/>
                </a:lnTo>
                <a:lnTo>
                  <a:pt x="1895475" y="4221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015595" y="6079606"/>
            <a:ext cx="2362200" cy="2133600"/>
          </a:xfrm>
          <a:custGeom>
            <a:avLst/>
            <a:gdLst/>
            <a:ahLst/>
            <a:cxnLst/>
            <a:rect l="l" t="t" r="r" b="b"/>
            <a:pathLst>
              <a:path w="2362200" h="2133600">
                <a:moveTo>
                  <a:pt x="1433174" y="203199"/>
                </a:moveTo>
                <a:lnTo>
                  <a:pt x="1233212" y="203199"/>
                </a:lnTo>
                <a:lnTo>
                  <a:pt x="1268683" y="190499"/>
                </a:lnTo>
                <a:lnTo>
                  <a:pt x="1305198" y="177799"/>
                </a:lnTo>
                <a:lnTo>
                  <a:pt x="1381014" y="152399"/>
                </a:lnTo>
                <a:lnTo>
                  <a:pt x="1411956" y="50799"/>
                </a:lnTo>
                <a:lnTo>
                  <a:pt x="1423926" y="25399"/>
                </a:lnTo>
                <a:lnTo>
                  <a:pt x="1442147" y="12699"/>
                </a:lnTo>
                <a:lnTo>
                  <a:pt x="1465101" y="0"/>
                </a:lnTo>
                <a:lnTo>
                  <a:pt x="1659359" y="0"/>
                </a:lnTo>
                <a:lnTo>
                  <a:pt x="1682256" y="12699"/>
                </a:lnTo>
                <a:lnTo>
                  <a:pt x="1700534" y="25399"/>
                </a:lnTo>
                <a:lnTo>
                  <a:pt x="1712672" y="50799"/>
                </a:lnTo>
                <a:lnTo>
                  <a:pt x="1716540" y="63499"/>
                </a:lnTo>
                <a:lnTo>
                  <a:pt x="1481649" y="63499"/>
                </a:lnTo>
                <a:lnTo>
                  <a:pt x="1480148" y="76199"/>
                </a:lnTo>
                <a:lnTo>
                  <a:pt x="1442897" y="190499"/>
                </a:lnTo>
                <a:lnTo>
                  <a:pt x="1438952" y="190499"/>
                </a:lnTo>
                <a:lnTo>
                  <a:pt x="1433174" y="203199"/>
                </a:lnTo>
                <a:close/>
              </a:path>
              <a:path w="2362200" h="2133600">
                <a:moveTo>
                  <a:pt x="1891421" y="203199"/>
                </a:moveTo>
                <a:lnTo>
                  <a:pt x="1691156" y="203199"/>
                </a:lnTo>
                <a:lnTo>
                  <a:pt x="1685378" y="190499"/>
                </a:lnTo>
                <a:lnTo>
                  <a:pt x="1681430" y="190499"/>
                </a:lnTo>
                <a:lnTo>
                  <a:pt x="1644479" y="76199"/>
                </a:lnTo>
                <a:lnTo>
                  <a:pt x="1642673" y="63499"/>
                </a:lnTo>
                <a:lnTo>
                  <a:pt x="1716540" y="63499"/>
                </a:lnTo>
                <a:lnTo>
                  <a:pt x="1743614" y="152399"/>
                </a:lnTo>
                <a:lnTo>
                  <a:pt x="1819208" y="177799"/>
                </a:lnTo>
                <a:lnTo>
                  <a:pt x="1891421" y="203199"/>
                </a:lnTo>
                <a:close/>
              </a:path>
              <a:path w="2362200" h="2133600">
                <a:moveTo>
                  <a:pt x="954728" y="1219199"/>
                </a:moveTo>
                <a:lnTo>
                  <a:pt x="882929" y="1219199"/>
                </a:lnTo>
                <a:lnTo>
                  <a:pt x="882929" y="965199"/>
                </a:lnTo>
                <a:lnTo>
                  <a:pt x="819838" y="952499"/>
                </a:lnTo>
                <a:lnTo>
                  <a:pt x="796250" y="939799"/>
                </a:lnTo>
                <a:lnTo>
                  <a:pt x="778041" y="914399"/>
                </a:lnTo>
                <a:lnTo>
                  <a:pt x="766311" y="888999"/>
                </a:lnTo>
                <a:lnTo>
                  <a:pt x="762156" y="863599"/>
                </a:lnTo>
                <a:lnTo>
                  <a:pt x="762156" y="723899"/>
                </a:lnTo>
                <a:lnTo>
                  <a:pt x="778041" y="673099"/>
                </a:lnTo>
                <a:lnTo>
                  <a:pt x="819838" y="647699"/>
                </a:lnTo>
                <a:lnTo>
                  <a:pt x="915371" y="609599"/>
                </a:lnTo>
                <a:lnTo>
                  <a:pt x="927354" y="571499"/>
                </a:lnTo>
                <a:lnTo>
                  <a:pt x="941620" y="533399"/>
                </a:lnTo>
                <a:lnTo>
                  <a:pt x="958082" y="495299"/>
                </a:lnTo>
                <a:lnTo>
                  <a:pt x="976655" y="469899"/>
                </a:lnTo>
                <a:lnTo>
                  <a:pt x="930990" y="380999"/>
                </a:lnTo>
                <a:lnTo>
                  <a:pt x="922822" y="355599"/>
                </a:lnTo>
                <a:lnTo>
                  <a:pt x="922880" y="330199"/>
                </a:lnTo>
                <a:lnTo>
                  <a:pt x="930823" y="304799"/>
                </a:lnTo>
                <a:lnTo>
                  <a:pt x="946313" y="279399"/>
                </a:lnTo>
                <a:lnTo>
                  <a:pt x="1046654" y="177799"/>
                </a:lnTo>
                <a:lnTo>
                  <a:pt x="1068152" y="165099"/>
                </a:lnTo>
                <a:lnTo>
                  <a:pt x="1092693" y="152399"/>
                </a:lnTo>
                <a:lnTo>
                  <a:pt x="1118472" y="152399"/>
                </a:lnTo>
                <a:lnTo>
                  <a:pt x="1143688" y="165099"/>
                </a:lnTo>
                <a:lnTo>
                  <a:pt x="1233212" y="203199"/>
                </a:lnTo>
                <a:lnTo>
                  <a:pt x="1425874" y="203199"/>
                </a:lnTo>
                <a:lnTo>
                  <a:pt x="1417364" y="215899"/>
                </a:lnTo>
                <a:lnTo>
                  <a:pt x="1374405" y="228599"/>
                </a:lnTo>
                <a:lnTo>
                  <a:pt x="1097422" y="228599"/>
                </a:lnTo>
                <a:lnTo>
                  <a:pt x="997081" y="330199"/>
                </a:lnTo>
                <a:lnTo>
                  <a:pt x="993179" y="330199"/>
                </a:lnTo>
                <a:lnTo>
                  <a:pt x="992279" y="342899"/>
                </a:lnTo>
                <a:lnTo>
                  <a:pt x="994680" y="342899"/>
                </a:lnTo>
                <a:lnTo>
                  <a:pt x="1049355" y="444499"/>
                </a:lnTo>
                <a:lnTo>
                  <a:pt x="1052463" y="457199"/>
                </a:lnTo>
                <a:lnTo>
                  <a:pt x="1053261" y="469899"/>
                </a:lnTo>
                <a:lnTo>
                  <a:pt x="1051806" y="482599"/>
                </a:lnTo>
                <a:lnTo>
                  <a:pt x="1048155" y="482599"/>
                </a:lnTo>
                <a:lnTo>
                  <a:pt x="1026473" y="520699"/>
                </a:lnTo>
                <a:lnTo>
                  <a:pt x="1007862" y="571499"/>
                </a:lnTo>
                <a:lnTo>
                  <a:pt x="992348" y="609599"/>
                </a:lnTo>
                <a:lnTo>
                  <a:pt x="979962" y="647699"/>
                </a:lnTo>
                <a:lnTo>
                  <a:pt x="976635" y="660399"/>
                </a:lnTo>
                <a:lnTo>
                  <a:pt x="971364" y="660399"/>
                </a:lnTo>
                <a:lnTo>
                  <a:pt x="964458" y="673099"/>
                </a:lnTo>
                <a:lnTo>
                  <a:pt x="956229" y="673099"/>
                </a:lnTo>
                <a:lnTo>
                  <a:pt x="842071" y="711199"/>
                </a:lnTo>
                <a:lnTo>
                  <a:pt x="836668" y="711199"/>
                </a:lnTo>
                <a:lnTo>
                  <a:pt x="833661" y="723899"/>
                </a:lnTo>
                <a:lnTo>
                  <a:pt x="833661" y="876299"/>
                </a:lnTo>
                <a:lnTo>
                  <a:pt x="842071" y="876299"/>
                </a:lnTo>
                <a:lnTo>
                  <a:pt x="882928" y="888999"/>
                </a:lnTo>
                <a:lnTo>
                  <a:pt x="954728" y="888999"/>
                </a:lnTo>
                <a:lnTo>
                  <a:pt x="954728" y="1219199"/>
                </a:lnTo>
                <a:close/>
              </a:path>
              <a:path w="2362200" h="2133600">
                <a:moveTo>
                  <a:pt x="1906444" y="279399"/>
                </a:moveTo>
                <a:lnTo>
                  <a:pt x="1871595" y="279399"/>
                </a:lnTo>
                <a:lnTo>
                  <a:pt x="1832479" y="253999"/>
                </a:lnTo>
                <a:lnTo>
                  <a:pt x="1791870" y="241299"/>
                </a:lnTo>
                <a:lnTo>
                  <a:pt x="1706964" y="215899"/>
                </a:lnTo>
                <a:lnTo>
                  <a:pt x="1698454" y="203199"/>
                </a:lnTo>
                <a:lnTo>
                  <a:pt x="1891421" y="203199"/>
                </a:lnTo>
                <a:lnTo>
                  <a:pt x="1980946" y="165099"/>
                </a:lnTo>
                <a:lnTo>
                  <a:pt x="2006156" y="152399"/>
                </a:lnTo>
                <a:lnTo>
                  <a:pt x="2031903" y="152399"/>
                </a:lnTo>
                <a:lnTo>
                  <a:pt x="2056355" y="165099"/>
                </a:lnTo>
                <a:lnTo>
                  <a:pt x="2077679" y="177799"/>
                </a:lnTo>
                <a:lnTo>
                  <a:pt x="2127850" y="228599"/>
                </a:lnTo>
                <a:lnTo>
                  <a:pt x="2018201" y="228599"/>
                </a:lnTo>
                <a:lnTo>
                  <a:pt x="1906444" y="279399"/>
                </a:lnTo>
                <a:close/>
              </a:path>
              <a:path w="2362200" h="2133600">
                <a:moveTo>
                  <a:pt x="1252738" y="279399"/>
                </a:moveTo>
                <a:lnTo>
                  <a:pt x="1218188" y="279399"/>
                </a:lnTo>
                <a:lnTo>
                  <a:pt x="1110939" y="228599"/>
                </a:lnTo>
                <a:lnTo>
                  <a:pt x="1374405" y="228599"/>
                </a:lnTo>
                <a:lnTo>
                  <a:pt x="1291978" y="253999"/>
                </a:lnTo>
                <a:lnTo>
                  <a:pt x="1252738" y="279399"/>
                </a:lnTo>
                <a:close/>
              </a:path>
              <a:path w="2362200" h="2133600">
                <a:moveTo>
                  <a:pt x="2115307" y="1371599"/>
                </a:moveTo>
                <a:lnTo>
                  <a:pt x="2023310" y="1371599"/>
                </a:lnTo>
                <a:lnTo>
                  <a:pt x="2027217" y="1358899"/>
                </a:lnTo>
                <a:lnTo>
                  <a:pt x="2127558" y="1257299"/>
                </a:lnTo>
                <a:lnTo>
                  <a:pt x="2132060" y="1257299"/>
                </a:lnTo>
                <a:lnTo>
                  <a:pt x="2129659" y="1244599"/>
                </a:lnTo>
                <a:lnTo>
                  <a:pt x="2075284" y="1142999"/>
                </a:lnTo>
                <a:lnTo>
                  <a:pt x="2072176" y="1130299"/>
                </a:lnTo>
                <a:lnTo>
                  <a:pt x="2071378" y="1117599"/>
                </a:lnTo>
                <a:lnTo>
                  <a:pt x="2072832" y="1117599"/>
                </a:lnTo>
                <a:lnTo>
                  <a:pt x="2076484" y="1104899"/>
                </a:lnTo>
                <a:lnTo>
                  <a:pt x="2098165" y="1066799"/>
                </a:lnTo>
                <a:lnTo>
                  <a:pt x="2116775" y="1028699"/>
                </a:lnTo>
                <a:lnTo>
                  <a:pt x="2132288" y="977899"/>
                </a:lnTo>
                <a:lnTo>
                  <a:pt x="2144677" y="939799"/>
                </a:lnTo>
                <a:lnTo>
                  <a:pt x="2148006" y="927099"/>
                </a:lnTo>
                <a:lnTo>
                  <a:pt x="2153277" y="927099"/>
                </a:lnTo>
                <a:lnTo>
                  <a:pt x="2160182" y="914399"/>
                </a:lnTo>
                <a:lnTo>
                  <a:pt x="2168410" y="914399"/>
                </a:lnTo>
                <a:lnTo>
                  <a:pt x="2282568" y="876299"/>
                </a:lnTo>
                <a:lnTo>
                  <a:pt x="2290677" y="876299"/>
                </a:lnTo>
                <a:lnTo>
                  <a:pt x="2290672" y="723899"/>
                </a:lnTo>
                <a:lnTo>
                  <a:pt x="2287670" y="711199"/>
                </a:lnTo>
                <a:lnTo>
                  <a:pt x="2168404" y="673099"/>
                </a:lnTo>
                <a:lnTo>
                  <a:pt x="2160175" y="673099"/>
                </a:lnTo>
                <a:lnTo>
                  <a:pt x="2153269" y="660399"/>
                </a:lnTo>
                <a:lnTo>
                  <a:pt x="2147998" y="660399"/>
                </a:lnTo>
                <a:lnTo>
                  <a:pt x="2144671" y="647699"/>
                </a:lnTo>
                <a:lnTo>
                  <a:pt x="2132285" y="609599"/>
                </a:lnTo>
                <a:lnTo>
                  <a:pt x="2116771" y="571499"/>
                </a:lnTo>
                <a:lnTo>
                  <a:pt x="2098160" y="520699"/>
                </a:lnTo>
                <a:lnTo>
                  <a:pt x="2076478" y="482599"/>
                </a:lnTo>
                <a:lnTo>
                  <a:pt x="2072827" y="482599"/>
                </a:lnTo>
                <a:lnTo>
                  <a:pt x="2071372" y="469899"/>
                </a:lnTo>
                <a:lnTo>
                  <a:pt x="2072170" y="457199"/>
                </a:lnTo>
                <a:lnTo>
                  <a:pt x="2075278" y="444499"/>
                </a:lnTo>
                <a:lnTo>
                  <a:pt x="2129653" y="342899"/>
                </a:lnTo>
                <a:lnTo>
                  <a:pt x="2132060" y="342899"/>
                </a:lnTo>
                <a:lnTo>
                  <a:pt x="2131459" y="330199"/>
                </a:lnTo>
                <a:lnTo>
                  <a:pt x="2127552" y="330199"/>
                </a:lnTo>
                <a:lnTo>
                  <a:pt x="2027211" y="228599"/>
                </a:lnTo>
                <a:lnTo>
                  <a:pt x="2127850" y="228599"/>
                </a:lnTo>
                <a:lnTo>
                  <a:pt x="2178020" y="279399"/>
                </a:lnTo>
                <a:lnTo>
                  <a:pt x="2193641" y="304799"/>
                </a:lnTo>
                <a:lnTo>
                  <a:pt x="2201604" y="330199"/>
                </a:lnTo>
                <a:lnTo>
                  <a:pt x="2201680" y="355599"/>
                </a:lnTo>
                <a:lnTo>
                  <a:pt x="2193644" y="380999"/>
                </a:lnTo>
                <a:lnTo>
                  <a:pt x="2147678" y="469899"/>
                </a:lnTo>
                <a:lnTo>
                  <a:pt x="2166378" y="495299"/>
                </a:lnTo>
                <a:lnTo>
                  <a:pt x="2182826" y="533399"/>
                </a:lnTo>
                <a:lnTo>
                  <a:pt x="2197021" y="571499"/>
                </a:lnTo>
                <a:lnTo>
                  <a:pt x="2208962" y="609599"/>
                </a:lnTo>
                <a:lnTo>
                  <a:pt x="2304795" y="647699"/>
                </a:lnTo>
                <a:lnTo>
                  <a:pt x="2328210" y="660399"/>
                </a:lnTo>
                <a:lnTo>
                  <a:pt x="2346329" y="673099"/>
                </a:lnTo>
                <a:lnTo>
                  <a:pt x="2358027" y="698499"/>
                </a:lnTo>
                <a:lnTo>
                  <a:pt x="2362177" y="723899"/>
                </a:lnTo>
                <a:lnTo>
                  <a:pt x="2362177" y="863599"/>
                </a:lnTo>
                <a:lnTo>
                  <a:pt x="2346330" y="914399"/>
                </a:lnTo>
                <a:lnTo>
                  <a:pt x="2304795" y="952499"/>
                </a:lnTo>
                <a:lnTo>
                  <a:pt x="2208962" y="977899"/>
                </a:lnTo>
                <a:lnTo>
                  <a:pt x="2197021" y="1015999"/>
                </a:lnTo>
                <a:lnTo>
                  <a:pt x="2182826" y="1054099"/>
                </a:lnTo>
                <a:lnTo>
                  <a:pt x="2166378" y="1092199"/>
                </a:lnTo>
                <a:lnTo>
                  <a:pt x="2147678" y="1130299"/>
                </a:lnTo>
                <a:lnTo>
                  <a:pt x="2193644" y="1219199"/>
                </a:lnTo>
                <a:lnTo>
                  <a:pt x="2201678" y="1244599"/>
                </a:lnTo>
                <a:lnTo>
                  <a:pt x="2201602" y="1269999"/>
                </a:lnTo>
                <a:lnTo>
                  <a:pt x="2193641" y="1295399"/>
                </a:lnTo>
                <a:lnTo>
                  <a:pt x="2178020" y="1308099"/>
                </a:lnTo>
                <a:lnTo>
                  <a:pt x="2115307" y="1371599"/>
                </a:lnTo>
                <a:close/>
              </a:path>
              <a:path w="2362200" h="2133600">
                <a:moveTo>
                  <a:pt x="1655529" y="317499"/>
                </a:moveTo>
                <a:lnTo>
                  <a:pt x="1468267" y="317499"/>
                </a:lnTo>
                <a:lnTo>
                  <a:pt x="1514569" y="304799"/>
                </a:lnTo>
                <a:lnTo>
                  <a:pt x="1609480" y="304799"/>
                </a:lnTo>
                <a:lnTo>
                  <a:pt x="1655529" y="317499"/>
                </a:lnTo>
                <a:close/>
              </a:path>
              <a:path w="2362200" h="2133600">
                <a:moveTo>
                  <a:pt x="1142181" y="800099"/>
                </a:moveTo>
                <a:lnTo>
                  <a:pt x="1070687" y="800099"/>
                </a:lnTo>
                <a:lnTo>
                  <a:pt x="1072610" y="749299"/>
                </a:lnTo>
                <a:lnTo>
                  <a:pt x="1078944" y="711199"/>
                </a:lnTo>
                <a:lnTo>
                  <a:pt x="1089481" y="660399"/>
                </a:lnTo>
                <a:lnTo>
                  <a:pt x="1104014" y="622299"/>
                </a:lnTo>
                <a:lnTo>
                  <a:pt x="1122335" y="571499"/>
                </a:lnTo>
                <a:lnTo>
                  <a:pt x="1144237" y="533399"/>
                </a:lnTo>
                <a:lnTo>
                  <a:pt x="1169513" y="495299"/>
                </a:lnTo>
                <a:lnTo>
                  <a:pt x="1197954" y="469899"/>
                </a:lnTo>
                <a:lnTo>
                  <a:pt x="1229354" y="431799"/>
                </a:lnTo>
                <a:lnTo>
                  <a:pt x="1263505" y="406399"/>
                </a:lnTo>
                <a:lnTo>
                  <a:pt x="1300200" y="380999"/>
                </a:lnTo>
                <a:lnTo>
                  <a:pt x="1339231" y="355599"/>
                </a:lnTo>
                <a:lnTo>
                  <a:pt x="1380391" y="342899"/>
                </a:lnTo>
                <a:lnTo>
                  <a:pt x="1423472" y="317499"/>
                </a:lnTo>
                <a:lnTo>
                  <a:pt x="1700110" y="317499"/>
                </a:lnTo>
                <a:lnTo>
                  <a:pt x="1743014" y="342899"/>
                </a:lnTo>
                <a:lnTo>
                  <a:pt x="1784036" y="355599"/>
                </a:lnTo>
                <a:lnTo>
                  <a:pt x="1803501" y="368299"/>
                </a:lnTo>
                <a:lnTo>
                  <a:pt x="1562169" y="368299"/>
                </a:lnTo>
                <a:lnTo>
                  <a:pt x="1511795" y="380999"/>
                </a:lnTo>
                <a:lnTo>
                  <a:pt x="1462882" y="380999"/>
                </a:lnTo>
                <a:lnTo>
                  <a:pt x="1415787" y="406399"/>
                </a:lnTo>
                <a:lnTo>
                  <a:pt x="1370867" y="419099"/>
                </a:lnTo>
                <a:lnTo>
                  <a:pt x="1328481" y="444499"/>
                </a:lnTo>
                <a:lnTo>
                  <a:pt x="1288985" y="469899"/>
                </a:lnTo>
                <a:lnTo>
                  <a:pt x="1252738" y="507999"/>
                </a:lnTo>
                <a:lnTo>
                  <a:pt x="1219014" y="558799"/>
                </a:lnTo>
                <a:lnTo>
                  <a:pt x="1191230" y="596899"/>
                </a:lnTo>
                <a:lnTo>
                  <a:pt x="1169522" y="647699"/>
                </a:lnTo>
                <a:lnTo>
                  <a:pt x="1154022" y="698499"/>
                </a:lnTo>
                <a:lnTo>
                  <a:pt x="1144864" y="749299"/>
                </a:lnTo>
                <a:lnTo>
                  <a:pt x="1142181" y="800099"/>
                </a:lnTo>
                <a:close/>
              </a:path>
              <a:path w="2362200" h="2133600">
                <a:moveTo>
                  <a:pt x="745638" y="1638299"/>
                </a:moveTo>
                <a:lnTo>
                  <a:pt x="674138" y="1638299"/>
                </a:lnTo>
                <a:lnTo>
                  <a:pt x="674138" y="1257299"/>
                </a:lnTo>
                <a:lnTo>
                  <a:pt x="676936" y="1244599"/>
                </a:lnTo>
                <a:lnTo>
                  <a:pt x="684578" y="1231899"/>
                </a:lnTo>
                <a:lnTo>
                  <a:pt x="695938" y="1219199"/>
                </a:lnTo>
                <a:lnTo>
                  <a:pt x="1611092" y="1219199"/>
                </a:lnTo>
                <a:lnTo>
                  <a:pt x="1658381" y="1206499"/>
                </a:lnTo>
                <a:lnTo>
                  <a:pt x="1703718" y="1193799"/>
                </a:lnTo>
                <a:lnTo>
                  <a:pt x="1746784" y="1168399"/>
                </a:lnTo>
                <a:lnTo>
                  <a:pt x="1787260" y="1155699"/>
                </a:lnTo>
                <a:lnTo>
                  <a:pt x="1824828" y="1130299"/>
                </a:lnTo>
                <a:lnTo>
                  <a:pt x="1859169" y="1092199"/>
                </a:lnTo>
                <a:lnTo>
                  <a:pt x="1889966" y="1054099"/>
                </a:lnTo>
                <a:lnTo>
                  <a:pt x="1916898" y="1015999"/>
                </a:lnTo>
                <a:lnTo>
                  <a:pt x="1939648" y="977899"/>
                </a:lnTo>
                <a:lnTo>
                  <a:pt x="1957897" y="939799"/>
                </a:lnTo>
                <a:lnTo>
                  <a:pt x="1971326" y="888999"/>
                </a:lnTo>
                <a:lnTo>
                  <a:pt x="1979617" y="850899"/>
                </a:lnTo>
                <a:lnTo>
                  <a:pt x="1982452" y="800099"/>
                </a:lnTo>
                <a:lnTo>
                  <a:pt x="1979617" y="749299"/>
                </a:lnTo>
                <a:lnTo>
                  <a:pt x="1971326" y="698499"/>
                </a:lnTo>
                <a:lnTo>
                  <a:pt x="1957897" y="647699"/>
                </a:lnTo>
                <a:lnTo>
                  <a:pt x="1939648" y="609599"/>
                </a:lnTo>
                <a:lnTo>
                  <a:pt x="1916898" y="571499"/>
                </a:lnTo>
                <a:lnTo>
                  <a:pt x="1889966" y="533399"/>
                </a:lnTo>
                <a:lnTo>
                  <a:pt x="1859169" y="495299"/>
                </a:lnTo>
                <a:lnTo>
                  <a:pt x="1824828" y="469899"/>
                </a:lnTo>
                <a:lnTo>
                  <a:pt x="1787260" y="444499"/>
                </a:lnTo>
                <a:lnTo>
                  <a:pt x="1746784" y="419099"/>
                </a:lnTo>
                <a:lnTo>
                  <a:pt x="1703718" y="393699"/>
                </a:lnTo>
                <a:lnTo>
                  <a:pt x="1658381" y="380999"/>
                </a:lnTo>
                <a:lnTo>
                  <a:pt x="1611092" y="380999"/>
                </a:lnTo>
                <a:lnTo>
                  <a:pt x="1562169" y="368299"/>
                </a:lnTo>
                <a:lnTo>
                  <a:pt x="1803501" y="368299"/>
                </a:lnTo>
                <a:lnTo>
                  <a:pt x="1822967" y="380999"/>
                </a:lnTo>
                <a:lnTo>
                  <a:pt x="1859600" y="406399"/>
                </a:lnTo>
                <a:lnTo>
                  <a:pt x="1893729" y="431799"/>
                </a:lnTo>
                <a:lnTo>
                  <a:pt x="1925144" y="457199"/>
                </a:lnTo>
                <a:lnTo>
                  <a:pt x="1953641" y="495299"/>
                </a:lnTo>
                <a:lnTo>
                  <a:pt x="1979010" y="533399"/>
                </a:lnTo>
                <a:lnTo>
                  <a:pt x="2001045" y="571499"/>
                </a:lnTo>
                <a:lnTo>
                  <a:pt x="2019539" y="609599"/>
                </a:lnTo>
                <a:lnTo>
                  <a:pt x="2034283" y="660399"/>
                </a:lnTo>
                <a:lnTo>
                  <a:pt x="2045072" y="698499"/>
                </a:lnTo>
                <a:lnTo>
                  <a:pt x="2051697" y="749299"/>
                </a:lnTo>
                <a:lnTo>
                  <a:pt x="2053952" y="800099"/>
                </a:lnTo>
                <a:lnTo>
                  <a:pt x="2051526" y="850899"/>
                </a:lnTo>
                <a:lnTo>
                  <a:pt x="2044403" y="888999"/>
                </a:lnTo>
                <a:lnTo>
                  <a:pt x="2032814" y="939799"/>
                </a:lnTo>
                <a:lnTo>
                  <a:pt x="2016991" y="977899"/>
                </a:lnTo>
                <a:lnTo>
                  <a:pt x="1997165" y="1028699"/>
                </a:lnTo>
                <a:lnTo>
                  <a:pt x="1973568" y="1066799"/>
                </a:lnTo>
                <a:lnTo>
                  <a:pt x="1946431" y="1104899"/>
                </a:lnTo>
                <a:lnTo>
                  <a:pt x="1915985" y="1142999"/>
                </a:lnTo>
                <a:lnTo>
                  <a:pt x="1882463" y="1168399"/>
                </a:lnTo>
                <a:lnTo>
                  <a:pt x="1846095" y="1193799"/>
                </a:lnTo>
                <a:lnTo>
                  <a:pt x="1807113" y="1219199"/>
                </a:lnTo>
                <a:lnTo>
                  <a:pt x="1765748" y="1244599"/>
                </a:lnTo>
                <a:lnTo>
                  <a:pt x="1722233" y="1257299"/>
                </a:lnTo>
                <a:lnTo>
                  <a:pt x="1676798" y="1269999"/>
                </a:lnTo>
                <a:lnTo>
                  <a:pt x="1629675" y="1282699"/>
                </a:lnTo>
                <a:lnTo>
                  <a:pt x="1581095" y="1282699"/>
                </a:lnTo>
                <a:lnTo>
                  <a:pt x="1581095" y="1295399"/>
                </a:lnTo>
                <a:lnTo>
                  <a:pt x="745638" y="1295399"/>
                </a:lnTo>
                <a:lnTo>
                  <a:pt x="745638" y="1638299"/>
                </a:lnTo>
                <a:close/>
              </a:path>
              <a:path w="2362200" h="2133600">
                <a:moveTo>
                  <a:pt x="1745078" y="1904999"/>
                </a:moveTo>
                <a:lnTo>
                  <a:pt x="562484" y="1904999"/>
                </a:lnTo>
                <a:lnTo>
                  <a:pt x="558275" y="1892299"/>
                </a:lnTo>
                <a:lnTo>
                  <a:pt x="555772" y="1892299"/>
                </a:lnTo>
                <a:lnTo>
                  <a:pt x="243640" y="723899"/>
                </a:lnTo>
                <a:lnTo>
                  <a:pt x="35749" y="723899"/>
                </a:lnTo>
                <a:lnTo>
                  <a:pt x="21926" y="711199"/>
                </a:lnTo>
                <a:lnTo>
                  <a:pt x="10552" y="711199"/>
                </a:lnTo>
                <a:lnTo>
                  <a:pt x="2840" y="698499"/>
                </a:lnTo>
                <a:lnTo>
                  <a:pt x="0" y="685799"/>
                </a:lnTo>
                <a:lnTo>
                  <a:pt x="2840" y="673099"/>
                </a:lnTo>
                <a:lnTo>
                  <a:pt x="10552" y="660399"/>
                </a:lnTo>
                <a:lnTo>
                  <a:pt x="21926" y="647699"/>
                </a:lnTo>
                <a:lnTo>
                  <a:pt x="282480" y="647699"/>
                </a:lnTo>
                <a:lnTo>
                  <a:pt x="292004" y="660399"/>
                </a:lnTo>
                <a:lnTo>
                  <a:pt x="299578" y="660399"/>
                </a:lnTo>
                <a:lnTo>
                  <a:pt x="304929" y="673099"/>
                </a:lnTo>
                <a:lnTo>
                  <a:pt x="562987" y="1638299"/>
                </a:lnTo>
                <a:lnTo>
                  <a:pt x="1733704" y="1638299"/>
                </a:lnTo>
                <a:lnTo>
                  <a:pt x="1745078" y="1650999"/>
                </a:lnTo>
                <a:lnTo>
                  <a:pt x="1752791" y="1663699"/>
                </a:lnTo>
                <a:lnTo>
                  <a:pt x="1755631" y="1676399"/>
                </a:lnTo>
                <a:lnTo>
                  <a:pt x="1755631" y="1714499"/>
                </a:lnTo>
                <a:lnTo>
                  <a:pt x="582207" y="1714499"/>
                </a:lnTo>
                <a:lnTo>
                  <a:pt x="617656" y="1841499"/>
                </a:lnTo>
                <a:lnTo>
                  <a:pt x="1755631" y="1841499"/>
                </a:lnTo>
                <a:lnTo>
                  <a:pt x="1755631" y="1879599"/>
                </a:lnTo>
                <a:lnTo>
                  <a:pt x="1752791" y="1892299"/>
                </a:lnTo>
                <a:lnTo>
                  <a:pt x="1745078" y="1904999"/>
                </a:lnTo>
                <a:close/>
              </a:path>
              <a:path w="2362200" h="2133600">
                <a:moveTo>
                  <a:pt x="954728" y="888999"/>
                </a:moveTo>
                <a:lnTo>
                  <a:pt x="882928" y="888999"/>
                </a:lnTo>
                <a:lnTo>
                  <a:pt x="882928" y="838199"/>
                </a:lnTo>
                <a:lnTo>
                  <a:pt x="885773" y="825499"/>
                </a:lnTo>
                <a:lnTo>
                  <a:pt x="893519" y="812799"/>
                </a:lnTo>
                <a:lnTo>
                  <a:pt x="904982" y="800099"/>
                </a:lnTo>
                <a:lnTo>
                  <a:pt x="1350504" y="800099"/>
                </a:lnTo>
                <a:lnTo>
                  <a:pt x="1361864" y="812799"/>
                </a:lnTo>
                <a:lnTo>
                  <a:pt x="1369506" y="825499"/>
                </a:lnTo>
                <a:lnTo>
                  <a:pt x="1372304" y="838199"/>
                </a:lnTo>
                <a:lnTo>
                  <a:pt x="1372304" y="876299"/>
                </a:lnTo>
                <a:lnTo>
                  <a:pt x="954728" y="876299"/>
                </a:lnTo>
                <a:lnTo>
                  <a:pt x="954728" y="888999"/>
                </a:lnTo>
                <a:close/>
              </a:path>
              <a:path w="2362200" h="2133600">
                <a:moveTo>
                  <a:pt x="1512859" y="1219199"/>
                </a:moveTo>
                <a:lnTo>
                  <a:pt x="1300805" y="1219199"/>
                </a:lnTo>
                <a:lnTo>
                  <a:pt x="1300805" y="876299"/>
                </a:lnTo>
                <a:lnTo>
                  <a:pt x="1372304" y="876299"/>
                </a:lnTo>
                <a:lnTo>
                  <a:pt x="1372304" y="1168399"/>
                </a:lnTo>
                <a:lnTo>
                  <a:pt x="1417391" y="1193799"/>
                </a:lnTo>
                <a:lnTo>
                  <a:pt x="1512859" y="1219199"/>
                </a:lnTo>
                <a:close/>
              </a:path>
              <a:path w="2362200" h="2133600">
                <a:moveTo>
                  <a:pt x="1163514" y="1638299"/>
                </a:moveTo>
                <a:lnTo>
                  <a:pt x="1092020" y="1638299"/>
                </a:lnTo>
                <a:lnTo>
                  <a:pt x="1092020" y="1295399"/>
                </a:lnTo>
                <a:lnTo>
                  <a:pt x="1163514" y="1295399"/>
                </a:lnTo>
                <a:lnTo>
                  <a:pt x="1163514" y="1638299"/>
                </a:lnTo>
                <a:close/>
              </a:path>
              <a:path w="2362200" h="2133600">
                <a:moveTo>
                  <a:pt x="1581089" y="1638299"/>
                </a:moveTo>
                <a:lnTo>
                  <a:pt x="1509590" y="1638299"/>
                </a:lnTo>
                <a:lnTo>
                  <a:pt x="1509590" y="1295399"/>
                </a:lnTo>
                <a:lnTo>
                  <a:pt x="1581095" y="1295399"/>
                </a:lnTo>
                <a:lnTo>
                  <a:pt x="1581095" y="1523999"/>
                </a:lnTo>
                <a:lnTo>
                  <a:pt x="1717093" y="1523999"/>
                </a:lnTo>
                <a:lnTo>
                  <a:pt x="1712672" y="1536699"/>
                </a:lnTo>
                <a:lnTo>
                  <a:pt x="1700533" y="1562099"/>
                </a:lnTo>
                <a:lnTo>
                  <a:pt x="1682255" y="1587499"/>
                </a:lnTo>
                <a:lnTo>
                  <a:pt x="1659359" y="1587499"/>
                </a:lnTo>
                <a:lnTo>
                  <a:pt x="1633363" y="1600199"/>
                </a:lnTo>
                <a:lnTo>
                  <a:pt x="1581089" y="1600199"/>
                </a:lnTo>
                <a:lnTo>
                  <a:pt x="1581089" y="1638299"/>
                </a:lnTo>
                <a:close/>
              </a:path>
              <a:path w="2362200" h="2133600">
                <a:moveTo>
                  <a:pt x="2031903" y="1435099"/>
                </a:moveTo>
                <a:lnTo>
                  <a:pt x="2006156" y="1435099"/>
                </a:lnTo>
                <a:lnTo>
                  <a:pt x="1980946" y="1422399"/>
                </a:lnTo>
                <a:lnTo>
                  <a:pt x="1891421" y="1384299"/>
                </a:lnTo>
                <a:lnTo>
                  <a:pt x="1706969" y="1384299"/>
                </a:lnTo>
                <a:lnTo>
                  <a:pt x="1749972" y="1371599"/>
                </a:lnTo>
                <a:lnTo>
                  <a:pt x="1791876" y="1346199"/>
                </a:lnTo>
                <a:lnTo>
                  <a:pt x="1832484" y="1333499"/>
                </a:lnTo>
                <a:lnTo>
                  <a:pt x="1871601" y="1308099"/>
                </a:lnTo>
                <a:lnTo>
                  <a:pt x="1906450" y="1308099"/>
                </a:lnTo>
                <a:lnTo>
                  <a:pt x="2013400" y="1358899"/>
                </a:lnTo>
                <a:lnTo>
                  <a:pt x="2018207" y="1371599"/>
                </a:lnTo>
                <a:lnTo>
                  <a:pt x="2115307" y="1371599"/>
                </a:lnTo>
                <a:lnTo>
                  <a:pt x="2077679" y="1409699"/>
                </a:lnTo>
                <a:lnTo>
                  <a:pt x="2056355" y="1422399"/>
                </a:lnTo>
                <a:lnTo>
                  <a:pt x="2031903" y="1435099"/>
                </a:lnTo>
                <a:close/>
              </a:path>
              <a:path w="2362200" h="2133600">
                <a:moveTo>
                  <a:pt x="1717093" y="1523999"/>
                </a:moveTo>
                <a:lnTo>
                  <a:pt x="1644485" y="1523999"/>
                </a:lnTo>
                <a:lnTo>
                  <a:pt x="1681436" y="1396999"/>
                </a:lnTo>
                <a:lnTo>
                  <a:pt x="1685384" y="1396999"/>
                </a:lnTo>
                <a:lnTo>
                  <a:pt x="1691162" y="1384299"/>
                </a:lnTo>
                <a:lnTo>
                  <a:pt x="1891421" y="1384299"/>
                </a:lnTo>
                <a:lnTo>
                  <a:pt x="1855821" y="1396999"/>
                </a:lnTo>
                <a:lnTo>
                  <a:pt x="1819321" y="1422399"/>
                </a:lnTo>
                <a:lnTo>
                  <a:pt x="1743614" y="1447799"/>
                </a:lnTo>
                <a:lnTo>
                  <a:pt x="1717093" y="1523999"/>
                </a:lnTo>
                <a:close/>
              </a:path>
              <a:path w="2362200" h="2133600">
                <a:moveTo>
                  <a:pt x="1755631" y="1841499"/>
                </a:moveTo>
                <a:lnTo>
                  <a:pt x="1683831" y="1841499"/>
                </a:lnTo>
                <a:lnTo>
                  <a:pt x="1683831" y="1714499"/>
                </a:lnTo>
                <a:lnTo>
                  <a:pt x="1755631" y="1714499"/>
                </a:lnTo>
                <a:lnTo>
                  <a:pt x="1755631" y="1841499"/>
                </a:lnTo>
                <a:close/>
              </a:path>
              <a:path w="2362200" h="2133600">
                <a:moveTo>
                  <a:pt x="1719881" y="1917699"/>
                </a:moveTo>
                <a:lnTo>
                  <a:pt x="586292" y="1917699"/>
                </a:lnTo>
                <a:lnTo>
                  <a:pt x="577621" y="1904999"/>
                </a:lnTo>
                <a:lnTo>
                  <a:pt x="1733704" y="1904999"/>
                </a:lnTo>
                <a:lnTo>
                  <a:pt x="1719881" y="1917699"/>
                </a:lnTo>
                <a:close/>
              </a:path>
              <a:path w="2362200" h="2133600">
                <a:moveTo>
                  <a:pt x="938371" y="2133599"/>
                </a:moveTo>
                <a:lnTo>
                  <a:pt x="846778" y="2133599"/>
                </a:lnTo>
                <a:lnTo>
                  <a:pt x="807697" y="2108199"/>
                </a:lnTo>
                <a:lnTo>
                  <a:pt x="777024" y="2082799"/>
                </a:lnTo>
                <a:lnTo>
                  <a:pt x="756186" y="2044699"/>
                </a:lnTo>
                <a:lnTo>
                  <a:pt x="746612" y="1993899"/>
                </a:lnTo>
                <a:lnTo>
                  <a:pt x="749728" y="1955799"/>
                </a:lnTo>
                <a:lnTo>
                  <a:pt x="766964" y="1917699"/>
                </a:lnTo>
                <a:lnTo>
                  <a:pt x="863622" y="1917699"/>
                </a:lnTo>
                <a:lnTo>
                  <a:pt x="839749" y="1930399"/>
                </a:lnTo>
                <a:lnTo>
                  <a:pt x="823648" y="1955799"/>
                </a:lnTo>
                <a:lnTo>
                  <a:pt x="817743" y="1993899"/>
                </a:lnTo>
                <a:lnTo>
                  <a:pt x="823648" y="2019299"/>
                </a:lnTo>
                <a:lnTo>
                  <a:pt x="839747" y="2044699"/>
                </a:lnTo>
                <a:lnTo>
                  <a:pt x="863620" y="2057399"/>
                </a:lnTo>
                <a:lnTo>
                  <a:pt x="1022291" y="2057399"/>
                </a:lnTo>
                <a:lnTo>
                  <a:pt x="1008188" y="2082799"/>
                </a:lnTo>
                <a:lnTo>
                  <a:pt x="977343" y="2108199"/>
                </a:lnTo>
                <a:lnTo>
                  <a:pt x="938371" y="2133599"/>
                </a:lnTo>
                <a:close/>
              </a:path>
              <a:path w="2362200" h="2133600">
                <a:moveTo>
                  <a:pt x="1022291" y="2057399"/>
                </a:moveTo>
                <a:lnTo>
                  <a:pt x="922069" y="2057399"/>
                </a:lnTo>
                <a:lnTo>
                  <a:pt x="945942" y="2044699"/>
                </a:lnTo>
                <a:lnTo>
                  <a:pt x="962041" y="2019299"/>
                </a:lnTo>
                <a:lnTo>
                  <a:pt x="967946" y="1993899"/>
                </a:lnTo>
                <a:lnTo>
                  <a:pt x="962040" y="1955799"/>
                </a:lnTo>
                <a:lnTo>
                  <a:pt x="945940" y="1930399"/>
                </a:lnTo>
                <a:lnTo>
                  <a:pt x="922067" y="1917699"/>
                </a:lnTo>
                <a:lnTo>
                  <a:pt x="1019014" y="1917699"/>
                </a:lnTo>
                <a:lnTo>
                  <a:pt x="1036320" y="1955799"/>
                </a:lnTo>
                <a:lnTo>
                  <a:pt x="1039242" y="2006599"/>
                </a:lnTo>
                <a:lnTo>
                  <a:pt x="1029343" y="2044699"/>
                </a:lnTo>
                <a:lnTo>
                  <a:pt x="1022291" y="2057399"/>
                </a:lnTo>
                <a:close/>
              </a:path>
              <a:path w="2362200" h="2133600">
                <a:moveTo>
                  <a:pt x="1463357" y="2133599"/>
                </a:moveTo>
                <a:lnTo>
                  <a:pt x="1371601" y="2133599"/>
                </a:lnTo>
                <a:lnTo>
                  <a:pt x="1332520" y="2108199"/>
                </a:lnTo>
                <a:lnTo>
                  <a:pt x="1301847" y="2082799"/>
                </a:lnTo>
                <a:lnTo>
                  <a:pt x="1281010" y="2044699"/>
                </a:lnTo>
                <a:lnTo>
                  <a:pt x="1271436" y="1993899"/>
                </a:lnTo>
                <a:lnTo>
                  <a:pt x="1274554" y="1955799"/>
                </a:lnTo>
                <a:lnTo>
                  <a:pt x="1291789" y="1917699"/>
                </a:lnTo>
                <a:lnTo>
                  <a:pt x="1388438" y="1917699"/>
                </a:lnTo>
                <a:lnTo>
                  <a:pt x="1364564" y="1930399"/>
                </a:lnTo>
                <a:lnTo>
                  <a:pt x="1348462" y="1955799"/>
                </a:lnTo>
                <a:lnTo>
                  <a:pt x="1342557" y="1993899"/>
                </a:lnTo>
                <a:lnTo>
                  <a:pt x="1348462" y="2019299"/>
                </a:lnTo>
                <a:lnTo>
                  <a:pt x="1364564" y="2044699"/>
                </a:lnTo>
                <a:lnTo>
                  <a:pt x="1388438" y="2057399"/>
                </a:lnTo>
                <a:lnTo>
                  <a:pt x="1547318" y="2057399"/>
                </a:lnTo>
                <a:lnTo>
                  <a:pt x="1533255" y="2082799"/>
                </a:lnTo>
                <a:lnTo>
                  <a:pt x="1502406" y="2108199"/>
                </a:lnTo>
                <a:lnTo>
                  <a:pt x="1463357" y="2133599"/>
                </a:lnTo>
                <a:close/>
              </a:path>
              <a:path w="2362200" h="2133600">
                <a:moveTo>
                  <a:pt x="1547318" y="2057399"/>
                </a:moveTo>
                <a:lnTo>
                  <a:pt x="1446890" y="2057399"/>
                </a:lnTo>
                <a:lnTo>
                  <a:pt x="1470764" y="2044699"/>
                </a:lnTo>
                <a:lnTo>
                  <a:pt x="1486865" y="2019299"/>
                </a:lnTo>
                <a:lnTo>
                  <a:pt x="1492771" y="1993899"/>
                </a:lnTo>
                <a:lnTo>
                  <a:pt x="1486865" y="1955799"/>
                </a:lnTo>
                <a:lnTo>
                  <a:pt x="1470764" y="1930399"/>
                </a:lnTo>
                <a:lnTo>
                  <a:pt x="1446890" y="1917699"/>
                </a:lnTo>
                <a:lnTo>
                  <a:pt x="1543539" y="1917699"/>
                </a:lnTo>
                <a:lnTo>
                  <a:pt x="1561047" y="1955799"/>
                </a:lnTo>
                <a:lnTo>
                  <a:pt x="1564131" y="1993899"/>
                </a:lnTo>
                <a:lnTo>
                  <a:pt x="1554349" y="2044699"/>
                </a:lnTo>
                <a:lnTo>
                  <a:pt x="1547318" y="2057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009228" y="4228225"/>
            <a:ext cx="5349875" cy="53149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 marR="5080">
              <a:lnSpc>
                <a:spcPts val="1850"/>
              </a:lnSpc>
              <a:spcBef>
                <a:spcPts val="390"/>
              </a:spcBef>
              <a:tabLst>
                <a:tab pos="2884170" algn="l"/>
              </a:tabLst>
            </a:pPr>
            <a:r>
              <a:rPr dirty="0" sz="1750" spc="10">
                <a:latin typeface="Georgia"/>
                <a:cs typeface="Georgia"/>
              </a:rPr>
              <a:t>Notificacion</a:t>
            </a:r>
            <a:r>
              <a:rPr dirty="0" sz="1750" spc="280">
                <a:latin typeface="Georgia"/>
                <a:cs typeface="Georgia"/>
              </a:rPr>
              <a:t> </a:t>
            </a:r>
            <a:r>
              <a:rPr dirty="0" sz="1750" spc="10">
                <a:latin typeface="Georgia"/>
                <a:cs typeface="Georgia"/>
              </a:rPr>
              <a:t>falta</a:t>
            </a:r>
            <a:r>
              <a:rPr dirty="0" sz="1750" spc="285">
                <a:latin typeface="Georgia"/>
                <a:cs typeface="Georgia"/>
              </a:rPr>
              <a:t> </a:t>
            </a:r>
            <a:r>
              <a:rPr dirty="0" sz="1750" spc="-10">
                <a:latin typeface="Georgia"/>
                <a:cs typeface="Georgia"/>
              </a:rPr>
              <a:t>material</a:t>
            </a:r>
            <a:r>
              <a:rPr dirty="0" sz="1750">
                <a:latin typeface="Georgia"/>
                <a:cs typeface="Georgia"/>
              </a:rPr>
              <a:t>	Usuario</a:t>
            </a:r>
            <a:r>
              <a:rPr dirty="0" sz="1750" spc="100">
                <a:latin typeface="Georgia"/>
                <a:cs typeface="Georgia"/>
              </a:rPr>
              <a:t> </a:t>
            </a:r>
            <a:r>
              <a:rPr dirty="0" sz="1750" spc="-25">
                <a:latin typeface="Georgia"/>
                <a:cs typeface="Georgia"/>
              </a:rPr>
              <a:t>INICIA</a:t>
            </a:r>
            <a:r>
              <a:rPr dirty="0" sz="1750" spc="100">
                <a:latin typeface="Georgia"/>
                <a:cs typeface="Georgia"/>
              </a:rPr>
              <a:t> </a:t>
            </a:r>
            <a:r>
              <a:rPr dirty="0" sz="1750" spc="-10">
                <a:latin typeface="Georgia"/>
                <a:cs typeface="Georgia"/>
              </a:rPr>
              <a:t>SESIÓN inventario</a:t>
            </a:r>
            <a:endParaRPr sz="175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649252" y="4228284"/>
            <a:ext cx="1812289" cy="2959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50">
                <a:latin typeface="Georgia"/>
                <a:cs typeface="Georgia"/>
              </a:rPr>
              <a:t>Compara</a:t>
            </a:r>
            <a:r>
              <a:rPr dirty="0" sz="1750" spc="65">
                <a:latin typeface="Georgia"/>
                <a:cs typeface="Georgia"/>
              </a:rPr>
              <a:t> </a:t>
            </a:r>
            <a:r>
              <a:rPr dirty="0" sz="1750" spc="55">
                <a:latin typeface="Georgia"/>
                <a:cs typeface="Georgia"/>
              </a:rPr>
              <a:t>precios</a:t>
            </a:r>
            <a:endParaRPr sz="175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028682" y="4245185"/>
            <a:ext cx="2545715" cy="53149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 marR="5080">
              <a:lnSpc>
                <a:spcPts val="1850"/>
              </a:lnSpc>
              <a:spcBef>
                <a:spcPts val="390"/>
              </a:spcBef>
            </a:pPr>
            <a:r>
              <a:rPr dirty="0" sz="1750" spc="55">
                <a:latin typeface="Georgia"/>
                <a:cs typeface="Georgia"/>
              </a:rPr>
              <a:t>Compra</a:t>
            </a:r>
            <a:r>
              <a:rPr dirty="0" sz="1750" spc="140">
                <a:latin typeface="Georgia"/>
                <a:cs typeface="Georgia"/>
              </a:rPr>
              <a:t> </a:t>
            </a:r>
            <a:r>
              <a:rPr dirty="0" sz="1750">
                <a:latin typeface="Georgia"/>
                <a:cs typeface="Georgia"/>
              </a:rPr>
              <a:t>material</a:t>
            </a:r>
            <a:r>
              <a:rPr dirty="0" sz="1750" spc="140">
                <a:latin typeface="Georgia"/>
                <a:cs typeface="Georgia"/>
              </a:rPr>
              <a:t> </a:t>
            </a:r>
            <a:r>
              <a:rPr dirty="0" sz="1750" spc="55">
                <a:latin typeface="Georgia"/>
                <a:cs typeface="Georgia"/>
              </a:rPr>
              <a:t>no</a:t>
            </a:r>
            <a:r>
              <a:rPr dirty="0" sz="1750" spc="145">
                <a:latin typeface="Georgia"/>
                <a:cs typeface="Georgia"/>
              </a:rPr>
              <a:t> </a:t>
            </a:r>
            <a:r>
              <a:rPr dirty="0" sz="1750" spc="35">
                <a:latin typeface="Georgia"/>
                <a:cs typeface="Georgia"/>
              </a:rPr>
              <a:t>uso </a:t>
            </a:r>
            <a:r>
              <a:rPr dirty="0" sz="1750" spc="80">
                <a:latin typeface="Georgia"/>
                <a:cs typeface="Georgia"/>
              </a:rPr>
              <a:t>de</a:t>
            </a:r>
            <a:r>
              <a:rPr dirty="0" sz="1750" spc="40">
                <a:latin typeface="Georgia"/>
                <a:cs typeface="Georgia"/>
              </a:rPr>
              <a:t> </a:t>
            </a:r>
            <a:r>
              <a:rPr dirty="0" sz="1750">
                <a:latin typeface="Georgia"/>
                <a:cs typeface="Georgia"/>
              </a:rPr>
              <a:t>la</a:t>
            </a:r>
            <a:r>
              <a:rPr dirty="0" sz="1750" spc="45">
                <a:latin typeface="Georgia"/>
                <a:cs typeface="Georgia"/>
              </a:rPr>
              <a:t> </a:t>
            </a:r>
            <a:r>
              <a:rPr dirty="0" sz="1750" spc="-10">
                <a:latin typeface="Georgia"/>
                <a:cs typeface="Georgia"/>
              </a:rPr>
              <a:t>aplicacion</a:t>
            </a:r>
            <a:endParaRPr sz="175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86513" y="4228284"/>
            <a:ext cx="1443355" cy="2959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>
                <a:latin typeface="Georgia"/>
                <a:cs typeface="Georgia"/>
              </a:rPr>
              <a:t>Abre</a:t>
            </a:r>
            <a:r>
              <a:rPr dirty="0" sz="1750" spc="105">
                <a:latin typeface="Georgia"/>
                <a:cs typeface="Georgia"/>
              </a:rPr>
              <a:t> </a:t>
            </a:r>
            <a:r>
              <a:rPr dirty="0" sz="1750" spc="65">
                <a:latin typeface="Georgia"/>
                <a:cs typeface="Georgia"/>
              </a:rPr>
              <a:t>chat</a:t>
            </a:r>
            <a:r>
              <a:rPr dirty="0" sz="1750" spc="110">
                <a:latin typeface="Georgia"/>
                <a:cs typeface="Georgia"/>
              </a:rPr>
              <a:t> </a:t>
            </a:r>
            <a:r>
              <a:rPr dirty="0" sz="1750" spc="45">
                <a:latin typeface="Georgia"/>
                <a:cs typeface="Georgia"/>
              </a:rPr>
              <a:t>bot</a:t>
            </a:r>
            <a:endParaRPr sz="1750">
              <a:latin typeface="Georgia"/>
              <a:cs typeface="Georgia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1098060" y="2472081"/>
            <a:ext cx="265811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0"/>
              <a:t>EPICAS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5002884" y="4245185"/>
            <a:ext cx="1993264" cy="53149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 marR="5080">
              <a:lnSpc>
                <a:spcPts val="1850"/>
              </a:lnSpc>
              <a:spcBef>
                <a:spcPts val="390"/>
              </a:spcBef>
            </a:pPr>
            <a:r>
              <a:rPr dirty="0" sz="1750">
                <a:latin typeface="Georgia"/>
                <a:cs typeface="Georgia"/>
              </a:rPr>
              <a:t>Agrega</a:t>
            </a:r>
            <a:r>
              <a:rPr dirty="0" sz="1750" spc="310">
                <a:latin typeface="Georgia"/>
                <a:cs typeface="Georgia"/>
              </a:rPr>
              <a:t> </a:t>
            </a:r>
            <a:r>
              <a:rPr dirty="0" sz="1750">
                <a:latin typeface="Georgia"/>
                <a:cs typeface="Georgia"/>
              </a:rPr>
              <a:t>material</a:t>
            </a:r>
            <a:r>
              <a:rPr dirty="0" sz="1750" spc="310">
                <a:latin typeface="Georgia"/>
                <a:cs typeface="Georgia"/>
              </a:rPr>
              <a:t> </a:t>
            </a:r>
            <a:r>
              <a:rPr dirty="0" sz="1750" spc="40">
                <a:latin typeface="Georgia"/>
                <a:cs typeface="Georgia"/>
              </a:rPr>
              <a:t>en </a:t>
            </a:r>
            <a:r>
              <a:rPr dirty="0" sz="1750" spc="-10">
                <a:latin typeface="Georgia"/>
                <a:cs typeface="Georgia"/>
              </a:rPr>
              <a:t>inventario</a:t>
            </a:r>
            <a:endParaRPr sz="175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 rot="2700000">
            <a:off x="10142868" y="6656801"/>
            <a:ext cx="647805" cy="572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505"/>
              </a:lnSpc>
            </a:pPr>
            <a:r>
              <a:rPr dirty="0" sz="4500" spc="-630">
                <a:latin typeface="Georgia"/>
                <a:cs typeface="Georgia"/>
              </a:rPr>
              <a:t>+</a:t>
            </a:r>
            <a:endParaRPr sz="45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 rot="1620000">
            <a:off x="10753529" y="7352740"/>
            <a:ext cx="775559" cy="692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440"/>
              </a:lnSpc>
            </a:pPr>
            <a:r>
              <a:rPr dirty="0" sz="5450" spc="630">
                <a:latin typeface="Georgia"/>
                <a:cs typeface="Georgia"/>
              </a:rPr>
              <a:t>-</a:t>
            </a:r>
            <a:endParaRPr sz="54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8342"/>
            <a:ext cx="8279130" cy="6437630"/>
            <a:chOff x="0" y="-8342"/>
            <a:chExt cx="8279130" cy="64376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8342"/>
              <a:ext cx="8278696" cy="643724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058" y="1931814"/>
              <a:ext cx="4352924" cy="4333874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8220365" y="1566430"/>
            <a:ext cx="3435985" cy="3086100"/>
          </a:xfrm>
          <a:prstGeom prst="rect">
            <a:avLst/>
          </a:prstGeom>
          <a:solidFill>
            <a:srgbClr val="6A95DE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900">
              <a:latin typeface="Times New Roman"/>
              <a:cs typeface="Times New Roman"/>
            </a:endParaRPr>
          </a:p>
          <a:p>
            <a:pPr algn="ctr" marL="144145" marR="138430">
              <a:lnSpc>
                <a:spcPts val="1950"/>
              </a:lnSpc>
            </a:pPr>
            <a:r>
              <a:rPr dirty="0" sz="1900" spc="50">
                <a:latin typeface="Georgia"/>
                <a:cs typeface="Georgia"/>
              </a:rPr>
              <a:t>COMO</a:t>
            </a:r>
            <a:r>
              <a:rPr dirty="0" sz="1900" spc="-20">
                <a:latin typeface="Georgia"/>
                <a:cs typeface="Georgia"/>
              </a:rPr>
              <a:t> </a:t>
            </a:r>
            <a:r>
              <a:rPr dirty="0" sz="1900" spc="-35">
                <a:latin typeface="Georgia"/>
                <a:cs typeface="Georgia"/>
              </a:rPr>
              <a:t>USUARIO</a:t>
            </a:r>
            <a:r>
              <a:rPr dirty="0" sz="1900" spc="-15">
                <a:latin typeface="Georgia"/>
                <a:cs typeface="Georgia"/>
              </a:rPr>
              <a:t> </a:t>
            </a:r>
            <a:r>
              <a:rPr dirty="0" sz="1900" spc="-25">
                <a:latin typeface="Georgia"/>
                <a:cs typeface="Georgia"/>
              </a:rPr>
              <a:t>DE </a:t>
            </a:r>
            <a:r>
              <a:rPr dirty="0" sz="1900" spc="-60">
                <a:latin typeface="Georgia"/>
                <a:cs typeface="Georgia"/>
              </a:rPr>
              <a:t>MANAMI</a:t>
            </a:r>
            <a:r>
              <a:rPr dirty="0" sz="1900" spc="25">
                <a:latin typeface="Georgia"/>
                <a:cs typeface="Georgia"/>
              </a:rPr>
              <a:t> </a:t>
            </a:r>
            <a:r>
              <a:rPr dirty="0" sz="1900" spc="90" b="1">
                <a:latin typeface="Cambria"/>
                <a:cs typeface="Cambria"/>
              </a:rPr>
              <a:t>QUIERO</a:t>
            </a:r>
            <a:r>
              <a:rPr dirty="0" sz="1900" spc="65" b="1">
                <a:latin typeface="Cambria"/>
                <a:cs typeface="Cambria"/>
              </a:rPr>
              <a:t> </a:t>
            </a:r>
            <a:r>
              <a:rPr dirty="0" sz="1900" spc="-10">
                <a:latin typeface="Georgia"/>
                <a:cs typeface="Georgia"/>
              </a:rPr>
              <a:t>INICIAR </a:t>
            </a:r>
            <a:r>
              <a:rPr dirty="0" sz="1900">
                <a:latin typeface="Georgia"/>
                <a:cs typeface="Georgia"/>
              </a:rPr>
              <a:t>SESIÓN</a:t>
            </a:r>
            <a:r>
              <a:rPr dirty="0" sz="1900" spc="-80">
                <a:latin typeface="Georgia"/>
                <a:cs typeface="Georgia"/>
              </a:rPr>
              <a:t> </a:t>
            </a:r>
            <a:r>
              <a:rPr dirty="0" sz="1900">
                <a:latin typeface="Georgia"/>
                <a:cs typeface="Georgia"/>
              </a:rPr>
              <a:t>EN</a:t>
            </a:r>
            <a:r>
              <a:rPr dirty="0" sz="1900" spc="-80">
                <a:latin typeface="Georgia"/>
                <a:cs typeface="Georgia"/>
              </a:rPr>
              <a:t> </a:t>
            </a:r>
            <a:r>
              <a:rPr dirty="0" sz="1900">
                <a:latin typeface="Georgia"/>
                <a:cs typeface="Georgia"/>
              </a:rPr>
              <a:t>LA</a:t>
            </a:r>
            <a:r>
              <a:rPr dirty="0" sz="1900" spc="-80">
                <a:latin typeface="Georgia"/>
                <a:cs typeface="Georgia"/>
              </a:rPr>
              <a:t> </a:t>
            </a:r>
            <a:r>
              <a:rPr dirty="0" sz="1900" spc="-25">
                <a:latin typeface="Georgia"/>
                <a:cs typeface="Georgia"/>
              </a:rPr>
              <a:t>APLICACIÓN </a:t>
            </a:r>
            <a:r>
              <a:rPr dirty="0" sz="1900" b="1">
                <a:latin typeface="Cambria"/>
                <a:cs typeface="Cambria"/>
              </a:rPr>
              <a:t>PARA</a:t>
            </a:r>
            <a:r>
              <a:rPr dirty="0" sz="1900" spc="25" b="1">
                <a:latin typeface="Cambria"/>
                <a:cs typeface="Cambria"/>
              </a:rPr>
              <a:t> </a:t>
            </a:r>
            <a:r>
              <a:rPr dirty="0" sz="1900" spc="-20">
                <a:latin typeface="Georgia"/>
                <a:cs typeface="Georgia"/>
              </a:rPr>
              <a:t>ACCEDER</a:t>
            </a:r>
            <a:r>
              <a:rPr dirty="0" sz="1900" spc="-15">
                <a:latin typeface="Georgia"/>
                <a:cs typeface="Georgia"/>
              </a:rPr>
              <a:t> </a:t>
            </a:r>
            <a:r>
              <a:rPr dirty="0" sz="1900">
                <a:latin typeface="Georgia"/>
                <a:cs typeface="Georgia"/>
              </a:rPr>
              <a:t>DE</a:t>
            </a:r>
            <a:r>
              <a:rPr dirty="0" sz="1900" spc="-20">
                <a:latin typeface="Georgia"/>
                <a:cs typeface="Georgia"/>
              </a:rPr>
              <a:t> FORMA </a:t>
            </a:r>
            <a:r>
              <a:rPr dirty="0" sz="1900" spc="-10">
                <a:latin typeface="Georgia"/>
                <a:cs typeface="Georgia"/>
              </a:rPr>
              <a:t>SEGURA</a:t>
            </a:r>
            <a:r>
              <a:rPr dirty="0" sz="1900" spc="-60">
                <a:latin typeface="Georgia"/>
                <a:cs typeface="Georgia"/>
              </a:rPr>
              <a:t> </a:t>
            </a:r>
            <a:r>
              <a:rPr dirty="0" sz="1900">
                <a:latin typeface="Georgia"/>
                <a:cs typeface="Georgia"/>
              </a:rPr>
              <a:t>A</a:t>
            </a:r>
            <a:r>
              <a:rPr dirty="0" sz="1900" spc="-55">
                <a:latin typeface="Georgia"/>
                <a:cs typeface="Georgia"/>
              </a:rPr>
              <a:t> </a:t>
            </a:r>
            <a:r>
              <a:rPr dirty="0" sz="1900" spc="-25">
                <a:latin typeface="Georgia"/>
                <a:cs typeface="Georgia"/>
              </a:rPr>
              <a:t>LAS </a:t>
            </a:r>
            <a:r>
              <a:rPr dirty="0" sz="1900" spc="-40">
                <a:latin typeface="Georgia"/>
                <a:cs typeface="Georgia"/>
              </a:rPr>
              <a:t>FUNCIONALIDADES</a:t>
            </a:r>
            <a:r>
              <a:rPr dirty="0" sz="1900" spc="-20">
                <a:latin typeface="Georgia"/>
                <a:cs typeface="Georgia"/>
              </a:rPr>
              <a:t> </a:t>
            </a:r>
            <a:r>
              <a:rPr dirty="0" sz="1900" spc="-25">
                <a:latin typeface="Georgia"/>
                <a:cs typeface="Georgia"/>
              </a:rPr>
              <a:t>DEL </a:t>
            </a:r>
            <a:r>
              <a:rPr dirty="0" sz="1900" spc="-10">
                <a:latin typeface="Georgia"/>
                <a:cs typeface="Georgia"/>
              </a:rPr>
              <a:t>SISTEMA.</a:t>
            </a:r>
            <a:endParaRPr sz="19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401419" y="1566430"/>
            <a:ext cx="4147185" cy="3086100"/>
          </a:xfrm>
          <a:prstGeom prst="rect">
            <a:avLst/>
          </a:prstGeom>
          <a:solidFill>
            <a:srgbClr val="B4C1B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20"/>
              </a:spcBef>
            </a:pPr>
            <a:endParaRPr sz="1900">
              <a:latin typeface="Times New Roman"/>
              <a:cs typeface="Times New Roman"/>
            </a:endParaRPr>
          </a:p>
          <a:p>
            <a:pPr algn="ctr" marL="161290" marR="150495" indent="-635">
              <a:lnSpc>
                <a:spcPts val="1950"/>
              </a:lnSpc>
            </a:pPr>
            <a:r>
              <a:rPr dirty="0" sz="1900" spc="50">
                <a:latin typeface="Georgia"/>
                <a:cs typeface="Georgia"/>
              </a:rPr>
              <a:t>COMO</a:t>
            </a:r>
            <a:r>
              <a:rPr dirty="0" sz="1900" spc="-10">
                <a:latin typeface="Georgia"/>
                <a:cs typeface="Georgia"/>
              </a:rPr>
              <a:t> </a:t>
            </a:r>
            <a:r>
              <a:rPr dirty="0" sz="1900" spc="-20">
                <a:latin typeface="Georgia"/>
                <a:cs typeface="Georgia"/>
              </a:rPr>
              <a:t>ENCARGADO</a:t>
            </a:r>
            <a:r>
              <a:rPr dirty="0" sz="1900" spc="-10">
                <a:latin typeface="Georgia"/>
                <a:cs typeface="Georgia"/>
              </a:rPr>
              <a:t> </a:t>
            </a:r>
            <a:r>
              <a:rPr dirty="0" sz="1900">
                <a:latin typeface="Georgia"/>
                <a:cs typeface="Georgia"/>
              </a:rPr>
              <a:t>DE</a:t>
            </a:r>
            <a:r>
              <a:rPr dirty="0" sz="1900" spc="-10">
                <a:latin typeface="Georgia"/>
                <a:cs typeface="Georgia"/>
              </a:rPr>
              <a:t> </a:t>
            </a:r>
            <a:r>
              <a:rPr dirty="0" sz="1900" spc="-25">
                <a:latin typeface="Georgia"/>
                <a:cs typeface="Georgia"/>
              </a:rPr>
              <a:t>LA </a:t>
            </a:r>
            <a:r>
              <a:rPr dirty="0" sz="1900" spc="-55">
                <a:latin typeface="Georgia"/>
                <a:cs typeface="Georgia"/>
              </a:rPr>
              <a:t>EMPRESA</a:t>
            </a:r>
            <a:r>
              <a:rPr dirty="0" sz="1900" spc="25">
                <a:latin typeface="Georgia"/>
                <a:cs typeface="Georgia"/>
              </a:rPr>
              <a:t> </a:t>
            </a:r>
            <a:r>
              <a:rPr dirty="0" sz="1900" spc="90" b="1">
                <a:latin typeface="Cambria"/>
                <a:cs typeface="Cambria"/>
              </a:rPr>
              <a:t>QUIERO</a:t>
            </a:r>
            <a:r>
              <a:rPr dirty="0" sz="1900" spc="65" b="1">
                <a:latin typeface="Cambria"/>
                <a:cs typeface="Cambria"/>
              </a:rPr>
              <a:t> </a:t>
            </a:r>
            <a:r>
              <a:rPr dirty="0" sz="1900" spc="-10">
                <a:latin typeface="Georgia"/>
                <a:cs typeface="Georgia"/>
              </a:rPr>
              <a:t>AGREGAR, </a:t>
            </a:r>
            <a:r>
              <a:rPr dirty="0" sz="1900" spc="-45">
                <a:latin typeface="Georgia"/>
                <a:cs typeface="Georgia"/>
              </a:rPr>
              <a:t>MODIFICAR</a:t>
            </a:r>
            <a:r>
              <a:rPr dirty="0" sz="1900" spc="-5">
                <a:latin typeface="Georgia"/>
                <a:cs typeface="Georgia"/>
              </a:rPr>
              <a:t> </a:t>
            </a:r>
            <a:r>
              <a:rPr dirty="0" sz="1900">
                <a:latin typeface="Georgia"/>
                <a:cs typeface="Georgia"/>
              </a:rPr>
              <a:t>Y </a:t>
            </a:r>
            <a:r>
              <a:rPr dirty="0" sz="1900" spc="-10">
                <a:latin typeface="Georgia"/>
                <a:cs typeface="Georgia"/>
              </a:rPr>
              <a:t>CONSULTAR </a:t>
            </a:r>
            <a:r>
              <a:rPr dirty="0" sz="1900" spc="-60">
                <a:latin typeface="Georgia"/>
                <a:cs typeface="Georgia"/>
              </a:rPr>
              <a:t>MATERIALES</a:t>
            </a:r>
            <a:r>
              <a:rPr dirty="0" sz="1900" spc="-70">
                <a:latin typeface="Georgia"/>
                <a:cs typeface="Georgia"/>
              </a:rPr>
              <a:t> </a:t>
            </a:r>
            <a:r>
              <a:rPr dirty="0" sz="1900">
                <a:latin typeface="Georgia"/>
                <a:cs typeface="Georgia"/>
              </a:rPr>
              <a:t>EN</a:t>
            </a:r>
            <a:r>
              <a:rPr dirty="0" sz="1900" spc="-65">
                <a:latin typeface="Georgia"/>
                <a:cs typeface="Georgia"/>
              </a:rPr>
              <a:t> </a:t>
            </a:r>
            <a:r>
              <a:rPr dirty="0" sz="1900">
                <a:latin typeface="Georgia"/>
                <a:cs typeface="Georgia"/>
              </a:rPr>
              <a:t>EL</a:t>
            </a:r>
            <a:r>
              <a:rPr dirty="0" sz="1900" spc="-60">
                <a:latin typeface="Georgia"/>
                <a:cs typeface="Georgia"/>
              </a:rPr>
              <a:t> </a:t>
            </a:r>
            <a:r>
              <a:rPr dirty="0" sz="1900" spc="-10">
                <a:latin typeface="Georgia"/>
                <a:cs typeface="Georgia"/>
              </a:rPr>
              <a:t>INVENTARIO </a:t>
            </a:r>
            <a:r>
              <a:rPr dirty="0" sz="1900" b="1">
                <a:latin typeface="Cambria"/>
                <a:cs typeface="Cambria"/>
              </a:rPr>
              <a:t>PARA</a:t>
            </a:r>
            <a:r>
              <a:rPr dirty="0" sz="1900" spc="40" b="1">
                <a:latin typeface="Cambria"/>
                <a:cs typeface="Cambria"/>
              </a:rPr>
              <a:t> </a:t>
            </a:r>
            <a:r>
              <a:rPr dirty="0" sz="1900" spc="-45">
                <a:latin typeface="Georgia"/>
                <a:cs typeface="Georgia"/>
              </a:rPr>
              <a:t>MANTENER</a:t>
            </a:r>
            <a:r>
              <a:rPr dirty="0" sz="1900" spc="5">
                <a:latin typeface="Georgia"/>
                <a:cs typeface="Georgia"/>
              </a:rPr>
              <a:t> </a:t>
            </a:r>
            <a:r>
              <a:rPr dirty="0" sz="1900" spc="-10">
                <a:latin typeface="Georgia"/>
                <a:cs typeface="Georgia"/>
              </a:rPr>
              <a:t>ACTUALIZADO </a:t>
            </a:r>
            <a:r>
              <a:rPr dirty="0" sz="1900">
                <a:latin typeface="Georgia"/>
                <a:cs typeface="Georgia"/>
              </a:rPr>
              <a:t>EL</a:t>
            </a:r>
            <a:r>
              <a:rPr dirty="0" sz="1900" spc="-15">
                <a:latin typeface="Georgia"/>
                <a:cs typeface="Georgia"/>
              </a:rPr>
              <a:t> </a:t>
            </a:r>
            <a:r>
              <a:rPr dirty="0" sz="1900">
                <a:latin typeface="Georgia"/>
                <a:cs typeface="Georgia"/>
              </a:rPr>
              <a:t>STOCK</a:t>
            </a:r>
            <a:r>
              <a:rPr dirty="0" sz="1900" spc="-10">
                <a:latin typeface="Georgia"/>
                <a:cs typeface="Georgia"/>
              </a:rPr>
              <a:t> </a:t>
            </a:r>
            <a:r>
              <a:rPr dirty="0" sz="1900">
                <a:latin typeface="Georgia"/>
                <a:cs typeface="Georgia"/>
              </a:rPr>
              <a:t>DE</a:t>
            </a:r>
            <a:r>
              <a:rPr dirty="0" sz="1900" spc="-15">
                <a:latin typeface="Georgia"/>
                <a:cs typeface="Georgia"/>
              </a:rPr>
              <a:t> </a:t>
            </a:r>
            <a:r>
              <a:rPr dirty="0" sz="1900">
                <a:latin typeface="Georgia"/>
                <a:cs typeface="Georgia"/>
              </a:rPr>
              <a:t>TELAS</a:t>
            </a:r>
            <a:r>
              <a:rPr dirty="0" sz="1900" spc="-10">
                <a:latin typeface="Georgia"/>
                <a:cs typeface="Georgia"/>
              </a:rPr>
              <a:t> </a:t>
            </a:r>
            <a:r>
              <a:rPr dirty="0" sz="1900">
                <a:latin typeface="Georgia"/>
                <a:cs typeface="Georgia"/>
              </a:rPr>
              <a:t>E</a:t>
            </a:r>
            <a:r>
              <a:rPr dirty="0" sz="1900" spc="-15">
                <a:latin typeface="Georgia"/>
                <a:cs typeface="Georgia"/>
              </a:rPr>
              <a:t> </a:t>
            </a:r>
            <a:r>
              <a:rPr dirty="0" sz="1900" spc="-10">
                <a:latin typeface="Georgia"/>
                <a:cs typeface="Georgia"/>
              </a:rPr>
              <a:t>INSUMOS.</a:t>
            </a:r>
            <a:endParaRPr sz="19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20365" y="5935736"/>
            <a:ext cx="3435985" cy="3086100"/>
          </a:xfrm>
          <a:prstGeom prst="rect">
            <a:avLst/>
          </a:prstGeom>
          <a:solidFill>
            <a:srgbClr val="E2B4BF"/>
          </a:solidFill>
        </p:spPr>
        <p:txBody>
          <a:bodyPr wrap="square" lIns="0" tIns="565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45"/>
              </a:spcBef>
            </a:pPr>
            <a:endParaRPr sz="2000">
              <a:latin typeface="Times New Roman"/>
              <a:cs typeface="Times New Roman"/>
            </a:endParaRPr>
          </a:p>
          <a:p>
            <a:pPr algn="ctr" marL="77470" marR="71120">
              <a:lnSpc>
                <a:spcPts val="2100"/>
              </a:lnSpc>
            </a:pPr>
            <a:r>
              <a:rPr dirty="0" sz="2000" spc="55">
                <a:latin typeface="Georgia"/>
                <a:cs typeface="Georgia"/>
              </a:rPr>
              <a:t>COMO</a:t>
            </a:r>
            <a:r>
              <a:rPr dirty="0" sz="2000" spc="-5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ENCARGADO</a:t>
            </a:r>
            <a:r>
              <a:rPr dirty="0" sz="2000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DE </a:t>
            </a:r>
            <a:r>
              <a:rPr dirty="0" sz="2000">
                <a:latin typeface="Georgia"/>
                <a:cs typeface="Georgia"/>
              </a:rPr>
              <a:t>PRODUCCIÓN</a:t>
            </a:r>
            <a:r>
              <a:rPr dirty="0" sz="2000" spc="-30">
                <a:latin typeface="Georgia"/>
                <a:cs typeface="Georgia"/>
              </a:rPr>
              <a:t> </a:t>
            </a:r>
            <a:r>
              <a:rPr dirty="0" sz="2000" spc="85" b="1">
                <a:latin typeface="Cambria"/>
                <a:cs typeface="Cambria"/>
              </a:rPr>
              <a:t>QUIERO </a:t>
            </a:r>
            <a:r>
              <a:rPr dirty="0" sz="2000" spc="-85">
                <a:latin typeface="Georgia"/>
                <a:cs typeface="Georgia"/>
              </a:rPr>
              <a:t>RECIBIR</a:t>
            </a:r>
            <a:r>
              <a:rPr dirty="0" sz="2000" spc="10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UNA </a:t>
            </a:r>
            <a:r>
              <a:rPr dirty="0" sz="2000" spc="-20">
                <a:latin typeface="Georgia"/>
                <a:cs typeface="Georgia"/>
              </a:rPr>
              <a:t>NOTIFICACIÓN </a:t>
            </a:r>
            <a:r>
              <a:rPr dirty="0" sz="2000" spc="-10">
                <a:latin typeface="Georgia"/>
                <a:cs typeface="Georgia"/>
              </a:rPr>
              <a:t>CUANDO </a:t>
            </a:r>
            <a:r>
              <a:rPr dirty="0" sz="2000">
                <a:latin typeface="Georgia"/>
                <a:cs typeface="Georgia"/>
              </a:rPr>
              <a:t>UN</a:t>
            </a:r>
            <a:r>
              <a:rPr dirty="0" sz="2000" spc="-45">
                <a:latin typeface="Georgia"/>
                <a:cs typeface="Georgia"/>
              </a:rPr>
              <a:t> </a:t>
            </a:r>
            <a:r>
              <a:rPr dirty="0" sz="2000" spc="-70">
                <a:latin typeface="Georgia"/>
                <a:cs typeface="Georgia"/>
              </a:rPr>
              <a:t>MATERIAL</a:t>
            </a:r>
            <a:r>
              <a:rPr dirty="0" sz="2000" spc="-4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TENGA</a:t>
            </a:r>
            <a:r>
              <a:rPr dirty="0" sz="2000" spc="-40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UN </a:t>
            </a:r>
            <a:r>
              <a:rPr dirty="0" sz="2000" spc="-50">
                <a:latin typeface="Georgia"/>
                <a:cs typeface="Georgia"/>
              </a:rPr>
              <a:t>NIVEL</a:t>
            </a:r>
            <a:r>
              <a:rPr dirty="0" sz="2000" spc="3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DE</a:t>
            </a:r>
            <a:r>
              <a:rPr dirty="0" sz="2000" spc="3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STOCK</a:t>
            </a:r>
            <a:r>
              <a:rPr dirty="0" sz="2000" spc="35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BAJO </a:t>
            </a:r>
            <a:r>
              <a:rPr dirty="0" sz="2000" b="1">
                <a:latin typeface="Cambria"/>
                <a:cs typeface="Cambria"/>
              </a:rPr>
              <a:t>PARA</a:t>
            </a:r>
            <a:r>
              <a:rPr dirty="0" sz="2000" spc="30" b="1">
                <a:latin typeface="Cambria"/>
                <a:cs typeface="Cambria"/>
              </a:rPr>
              <a:t> </a:t>
            </a:r>
            <a:r>
              <a:rPr dirty="0" sz="2000" spc="-55">
                <a:latin typeface="Georgia"/>
                <a:cs typeface="Georgia"/>
              </a:rPr>
              <a:t>ANTICIPARME</a:t>
            </a:r>
            <a:r>
              <a:rPr dirty="0" sz="2000" spc="-1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A</a:t>
            </a:r>
            <a:r>
              <a:rPr dirty="0" sz="2000" spc="-10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UNA </a:t>
            </a:r>
            <a:r>
              <a:rPr dirty="0" sz="2000" spc="-30">
                <a:latin typeface="Georgia"/>
                <a:cs typeface="Georgia"/>
              </a:rPr>
              <a:t>POSIBLE</a:t>
            </a:r>
            <a:r>
              <a:rPr dirty="0" sz="2000" spc="-50">
                <a:latin typeface="Georgia"/>
                <a:cs typeface="Georgia"/>
              </a:rPr>
              <a:t> </a:t>
            </a:r>
            <a:r>
              <a:rPr dirty="0" sz="2000" spc="-105">
                <a:latin typeface="Georgia"/>
                <a:cs typeface="Georgia"/>
              </a:rPr>
              <a:t>FALTA</a:t>
            </a:r>
            <a:r>
              <a:rPr dirty="0" sz="2000" spc="-20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DE </a:t>
            </a:r>
            <a:r>
              <a:rPr dirty="0" sz="2000" spc="-80">
                <a:latin typeface="Georgia"/>
                <a:cs typeface="Georgia"/>
              </a:rPr>
              <a:t>MATERIA</a:t>
            </a:r>
            <a:r>
              <a:rPr dirty="0" sz="2000" spc="15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PRIMA.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6000" y="6375753"/>
            <a:ext cx="5285105" cy="173990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 marR="5080">
              <a:lnSpc>
                <a:spcPts val="6300"/>
              </a:lnSpc>
              <a:spcBef>
                <a:spcPts val="1060"/>
              </a:spcBef>
            </a:pPr>
            <a:r>
              <a:rPr dirty="0" sz="6000" spc="-100">
                <a:latin typeface="Georgia"/>
                <a:cs typeface="Georgia"/>
              </a:rPr>
              <a:t>HISTORIAS</a:t>
            </a:r>
            <a:r>
              <a:rPr dirty="0" sz="6000" spc="-215">
                <a:latin typeface="Georgia"/>
                <a:cs typeface="Georgia"/>
              </a:rPr>
              <a:t> </a:t>
            </a:r>
            <a:r>
              <a:rPr dirty="0" sz="6000" spc="-50">
                <a:latin typeface="Georgia"/>
                <a:cs typeface="Georgia"/>
              </a:rPr>
              <a:t>DE </a:t>
            </a:r>
            <a:r>
              <a:rPr dirty="0" sz="6000" spc="-10">
                <a:latin typeface="Georgia"/>
                <a:cs typeface="Georgia"/>
              </a:rPr>
              <a:t>USUARIOS</a:t>
            </a:r>
            <a:endParaRPr sz="6000">
              <a:latin typeface="Georgia"/>
              <a:cs typeface="Georgia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8639267" y="849455"/>
            <a:ext cx="2248535" cy="330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/>
              <a:t>INICIO</a:t>
            </a:r>
            <a:r>
              <a:rPr dirty="0" sz="2000" spc="-95"/>
              <a:t> </a:t>
            </a:r>
            <a:r>
              <a:rPr dirty="0" sz="2000"/>
              <a:t>DE</a:t>
            </a:r>
            <a:r>
              <a:rPr dirty="0" sz="2000" spc="-90"/>
              <a:t> </a:t>
            </a:r>
            <a:r>
              <a:rPr dirty="0" sz="2000" spc="-10"/>
              <a:t>SESIÓN</a:t>
            </a:r>
            <a:endParaRPr sz="2000"/>
          </a:p>
        </p:txBody>
      </p:sp>
      <p:sp>
        <p:nvSpPr>
          <p:cNvPr id="10" name="object 10"/>
          <p:cNvSpPr txBox="1"/>
          <p:nvPr/>
        </p:nvSpPr>
        <p:spPr>
          <a:xfrm>
            <a:off x="12880943" y="849455"/>
            <a:ext cx="319214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Georgia"/>
                <a:cs typeface="Georgia"/>
              </a:rPr>
              <a:t>GESTIÓN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DE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40">
                <a:latin typeface="Georgia"/>
                <a:cs typeface="Georgia"/>
              </a:rPr>
              <a:t>INVENTARIO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89489" y="5238526"/>
            <a:ext cx="3496310" cy="59690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119505" marR="5080" indent="-1107440">
              <a:lnSpc>
                <a:spcPts val="2100"/>
              </a:lnSpc>
              <a:spcBef>
                <a:spcPts val="420"/>
              </a:spcBef>
            </a:pPr>
            <a:r>
              <a:rPr dirty="0" sz="2000" spc="-20">
                <a:latin typeface="Georgia"/>
                <a:cs typeface="Georgia"/>
              </a:rPr>
              <a:t>NOTIFICACIÓN</a:t>
            </a:r>
            <a:r>
              <a:rPr dirty="0" sz="2000" spc="-5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DE</a:t>
            </a:r>
            <a:r>
              <a:rPr dirty="0" sz="2000" spc="-35">
                <a:latin typeface="Georgia"/>
                <a:cs typeface="Georgia"/>
              </a:rPr>
              <a:t> </a:t>
            </a:r>
            <a:r>
              <a:rPr dirty="0" sz="2000" spc="-105">
                <a:latin typeface="Georgia"/>
                <a:cs typeface="Georgia"/>
              </a:rPr>
              <a:t>FALTA</a:t>
            </a:r>
            <a:r>
              <a:rPr dirty="0" sz="2000" spc="-15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DE </a:t>
            </a:r>
            <a:r>
              <a:rPr dirty="0" sz="2000" spc="-10">
                <a:latin typeface="Georgia"/>
                <a:cs typeface="Georgia"/>
              </a:rPr>
              <a:t>MATERIAL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401419" y="5980186"/>
            <a:ext cx="4147185" cy="3086100"/>
          </a:xfrm>
          <a:prstGeom prst="rect">
            <a:avLst/>
          </a:prstGeom>
          <a:solidFill>
            <a:srgbClr val="B65D66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2000">
              <a:latin typeface="Times New Roman"/>
              <a:cs typeface="Times New Roman"/>
            </a:endParaRPr>
          </a:p>
          <a:p>
            <a:pPr algn="ctr" marL="76835" marR="66675" indent="-635">
              <a:lnSpc>
                <a:spcPts val="2100"/>
              </a:lnSpc>
            </a:pPr>
            <a:r>
              <a:rPr dirty="0" sz="2000" spc="55">
                <a:latin typeface="Georgia"/>
                <a:cs typeface="Georgia"/>
              </a:rPr>
              <a:t>COMO</a:t>
            </a:r>
            <a:r>
              <a:rPr dirty="0" sz="2000" spc="-35">
                <a:latin typeface="Georgia"/>
                <a:cs typeface="Georgia"/>
              </a:rPr>
              <a:t> </a:t>
            </a:r>
            <a:r>
              <a:rPr dirty="0" sz="2000" spc="-40">
                <a:latin typeface="Georgia"/>
                <a:cs typeface="Georgia"/>
              </a:rPr>
              <a:t>USUARIO</a:t>
            </a:r>
            <a:r>
              <a:rPr dirty="0" sz="2000" spc="-3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DE</a:t>
            </a:r>
            <a:r>
              <a:rPr dirty="0" sz="2000" spc="-3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MANAMI </a:t>
            </a:r>
            <a:r>
              <a:rPr dirty="0" sz="2000" spc="95" b="1">
                <a:latin typeface="Cambria"/>
                <a:cs typeface="Cambria"/>
              </a:rPr>
              <a:t>QUIERO</a:t>
            </a:r>
            <a:r>
              <a:rPr dirty="0" sz="2000" spc="50" b="1">
                <a:latin typeface="Cambria"/>
                <a:cs typeface="Cambria"/>
              </a:rPr>
              <a:t> </a:t>
            </a:r>
            <a:r>
              <a:rPr dirty="0" sz="2000" spc="-55">
                <a:latin typeface="Georgia"/>
                <a:cs typeface="Georgia"/>
              </a:rPr>
              <a:t>UTILIZAR</a:t>
            </a:r>
            <a:r>
              <a:rPr dirty="0" sz="2000" spc="1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UN</a:t>
            </a:r>
            <a:r>
              <a:rPr dirty="0" sz="2000" spc="5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CHATBOT DENTRO</a:t>
            </a:r>
            <a:r>
              <a:rPr dirty="0" sz="2000" spc="-8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DE</a:t>
            </a:r>
            <a:r>
              <a:rPr dirty="0" sz="2000" spc="-8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LA</a:t>
            </a:r>
            <a:r>
              <a:rPr dirty="0" sz="2000" spc="-8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APLICACIÓN </a:t>
            </a:r>
            <a:r>
              <a:rPr dirty="0" sz="2000" b="1">
                <a:latin typeface="Cambria"/>
                <a:cs typeface="Cambria"/>
              </a:rPr>
              <a:t>PARA</a:t>
            </a:r>
            <a:r>
              <a:rPr dirty="0" sz="2000" spc="15" b="1">
                <a:latin typeface="Cambria"/>
                <a:cs typeface="Cambria"/>
              </a:rPr>
              <a:t> </a:t>
            </a:r>
            <a:r>
              <a:rPr dirty="0" sz="2000" spc="-35">
                <a:latin typeface="Georgia"/>
                <a:cs typeface="Georgia"/>
              </a:rPr>
              <a:t>OBTENER</a:t>
            </a:r>
            <a:r>
              <a:rPr dirty="0" sz="2000" spc="-25">
                <a:latin typeface="Georgia"/>
                <a:cs typeface="Georgia"/>
              </a:rPr>
              <a:t> </a:t>
            </a:r>
            <a:r>
              <a:rPr dirty="0" sz="2000" spc="-35">
                <a:latin typeface="Georgia"/>
                <a:cs typeface="Georgia"/>
              </a:rPr>
              <a:t>AYUDA</a:t>
            </a:r>
            <a:r>
              <a:rPr dirty="0" sz="2000" spc="-25">
                <a:latin typeface="Georgia"/>
                <a:cs typeface="Georgia"/>
              </a:rPr>
              <a:t> </a:t>
            </a:r>
            <a:r>
              <a:rPr dirty="0" sz="2000" spc="35">
                <a:latin typeface="Georgia"/>
                <a:cs typeface="Georgia"/>
              </a:rPr>
              <a:t>O </a:t>
            </a:r>
            <a:r>
              <a:rPr dirty="0" sz="2000" spc="-25">
                <a:latin typeface="Georgia"/>
                <a:cs typeface="Georgia"/>
              </a:rPr>
              <a:t>CONSULTAR</a:t>
            </a:r>
            <a:r>
              <a:rPr dirty="0" sz="2000" spc="-6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INFORMACIÓN </a:t>
            </a:r>
            <a:r>
              <a:rPr dirty="0" sz="2000" spc="-50">
                <a:latin typeface="Georgia"/>
                <a:cs typeface="Georgia"/>
              </a:rPr>
              <a:t>RELACIONADA</a:t>
            </a:r>
            <a:r>
              <a:rPr dirty="0" sz="2000" spc="-20">
                <a:latin typeface="Georgia"/>
                <a:cs typeface="Georgia"/>
              </a:rPr>
              <a:t> </a:t>
            </a:r>
            <a:r>
              <a:rPr dirty="0" sz="2000" spc="50">
                <a:latin typeface="Georgia"/>
                <a:cs typeface="Georgia"/>
              </a:rPr>
              <a:t>CON</a:t>
            </a:r>
            <a:r>
              <a:rPr dirty="0" sz="2000" spc="-2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LA</a:t>
            </a:r>
            <a:r>
              <a:rPr dirty="0" sz="2000" spc="-2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GESTIÓN </a:t>
            </a:r>
            <a:r>
              <a:rPr dirty="0" sz="2000">
                <a:latin typeface="Georgia"/>
                <a:cs typeface="Georgia"/>
              </a:rPr>
              <a:t>DE</a:t>
            </a:r>
            <a:r>
              <a:rPr dirty="0" sz="2000" spc="-8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MATERIALES.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859092" y="5505226"/>
            <a:ext cx="12357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Georgia"/>
                <a:cs typeface="Georgia"/>
              </a:rPr>
              <a:t>CHATBOT</a:t>
            </a:r>
            <a:endParaRPr sz="2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9190" y="2402061"/>
            <a:ext cx="16976412" cy="656566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3615" rIns="0" bIns="0" rtlCol="0" vert="horz">
            <a:spAutoFit/>
          </a:bodyPr>
          <a:lstStyle/>
          <a:p>
            <a:pPr marL="3764279">
              <a:lnSpc>
                <a:spcPct val="100000"/>
              </a:lnSpc>
              <a:spcBef>
                <a:spcPts val="125"/>
              </a:spcBef>
            </a:pPr>
            <a:r>
              <a:rPr dirty="0" sz="8550" spc="-114"/>
              <a:t>ARQUITECTURA</a:t>
            </a:r>
            <a:endParaRPr sz="85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84019" y="1527295"/>
            <a:ext cx="2400299" cy="74199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1875" y="1527295"/>
            <a:ext cx="2200274" cy="74199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53820" y="3959060"/>
            <a:ext cx="2324099" cy="240029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1211885" y="3889867"/>
            <a:ext cx="2628900" cy="2600325"/>
            <a:chOff x="11211885" y="3889867"/>
            <a:chExt cx="2628900" cy="2600325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382588" y="3917060"/>
              <a:ext cx="2238374" cy="24384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211885" y="3889867"/>
              <a:ext cx="2628899" cy="260032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012762" y="3223051"/>
            <a:ext cx="3592195" cy="504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150">
                <a:latin typeface="Georgia"/>
                <a:cs typeface="Georgia"/>
              </a:rPr>
              <a:t>PRODUCT</a:t>
            </a:r>
            <a:r>
              <a:rPr dirty="0" sz="3150" spc="114">
                <a:latin typeface="Georgia"/>
                <a:cs typeface="Georgia"/>
              </a:rPr>
              <a:t> </a:t>
            </a:r>
            <a:r>
              <a:rPr dirty="0" sz="3150" spc="-20">
                <a:latin typeface="Georgia"/>
                <a:cs typeface="Georgia"/>
              </a:rPr>
              <a:t>OWNER</a:t>
            </a:r>
            <a:endParaRPr sz="31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12975" y="2924931"/>
            <a:ext cx="337312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Georgia"/>
                <a:cs typeface="Georgia"/>
              </a:rPr>
              <a:t>SCRUM</a:t>
            </a:r>
            <a:r>
              <a:rPr dirty="0" sz="3000" spc="-114">
                <a:latin typeface="Georgia"/>
                <a:cs typeface="Georgia"/>
              </a:rPr>
              <a:t> </a:t>
            </a:r>
            <a:r>
              <a:rPr dirty="0" sz="3000" spc="-45">
                <a:latin typeface="Georgia"/>
                <a:cs typeface="Georgia"/>
              </a:rPr>
              <a:t>MASTER</a:t>
            </a:r>
            <a:r>
              <a:rPr dirty="0" sz="3000" spc="-114">
                <a:latin typeface="Georgia"/>
                <a:cs typeface="Georgia"/>
              </a:rPr>
              <a:t> </a:t>
            </a:r>
            <a:r>
              <a:rPr dirty="0" sz="3000" spc="-50">
                <a:latin typeface="Georgia"/>
                <a:cs typeface="Georgia"/>
              </a:rPr>
              <a:t>&amp;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12975" y="3324981"/>
            <a:ext cx="226187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60">
                <a:latin typeface="Georgia"/>
                <a:cs typeface="Georgia"/>
              </a:rPr>
              <a:t>DEVELOPER</a:t>
            </a:r>
            <a:endParaRPr sz="3000">
              <a:latin typeface="Georgia"/>
              <a:cs typeface="Georgia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5554309" y="1620211"/>
            <a:ext cx="508000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SCRUM</a:t>
            </a:r>
            <a:r>
              <a:rPr dirty="0" spc="-95"/>
              <a:t> </a:t>
            </a:r>
            <a:r>
              <a:rPr dirty="0" spc="-70"/>
              <a:t>TEAM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369888" y="3223973"/>
            <a:ext cx="226187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60">
                <a:latin typeface="Georgia"/>
                <a:cs typeface="Georgia"/>
              </a:rPr>
              <a:t>DEVELOPER</a:t>
            </a:r>
            <a:endParaRPr sz="3000">
              <a:latin typeface="Georgia"/>
              <a:cs typeface="Georgi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09680" y="3842473"/>
            <a:ext cx="2562224" cy="260032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090054" y="6578293"/>
            <a:ext cx="144780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5">
                <a:latin typeface="Verdana"/>
                <a:cs typeface="Verdana"/>
              </a:rPr>
              <a:t>Marcia</a:t>
            </a:r>
            <a:r>
              <a:rPr dirty="0" sz="1600" spc="-175">
                <a:latin typeface="Verdana"/>
                <a:cs typeface="Verdana"/>
              </a:rPr>
              <a:t> </a:t>
            </a:r>
            <a:r>
              <a:rPr dirty="0" sz="1600" spc="-40">
                <a:latin typeface="Verdana"/>
                <a:cs typeface="Verdana"/>
              </a:rPr>
              <a:t>Alvarez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403185" y="3842473"/>
            <a:ext cx="2581275" cy="2724150"/>
            <a:chOff x="7403185" y="3842473"/>
            <a:chExt cx="2581275" cy="2724150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55585" y="3917060"/>
              <a:ext cx="2390774" cy="25717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03185" y="3842473"/>
              <a:ext cx="2581274" cy="272414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655313" y="6589723"/>
            <a:ext cx="1669414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latin typeface="Verdana"/>
                <a:cs typeface="Verdana"/>
              </a:rPr>
              <a:t>Nicolas</a:t>
            </a:r>
            <a:r>
              <a:rPr dirty="0" sz="1600" spc="-155">
                <a:latin typeface="Verdana"/>
                <a:cs typeface="Verdana"/>
              </a:rPr>
              <a:t> </a:t>
            </a:r>
            <a:r>
              <a:rPr dirty="0" sz="1600" spc="-10">
                <a:latin typeface="Verdana"/>
                <a:cs typeface="Verdana"/>
              </a:rPr>
              <a:t>Pimentel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902559" y="6643716"/>
            <a:ext cx="14719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5">
                <a:latin typeface="Verdana"/>
                <a:cs typeface="Verdana"/>
              </a:rPr>
              <a:t>Matias</a:t>
            </a:r>
            <a:r>
              <a:rPr dirty="0" sz="1600" spc="-140">
                <a:latin typeface="Verdana"/>
                <a:cs typeface="Verdana"/>
              </a:rPr>
              <a:t> </a:t>
            </a:r>
            <a:r>
              <a:rPr dirty="0" sz="1600" spc="-25">
                <a:latin typeface="Verdana"/>
                <a:cs typeface="Verdana"/>
              </a:rPr>
              <a:t>Rosales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775982"/>
            <a:ext cx="2839085" cy="1760855"/>
          </a:xfrm>
          <a:custGeom>
            <a:avLst/>
            <a:gdLst/>
            <a:ahLst/>
            <a:cxnLst/>
            <a:rect l="l" t="t" r="r" b="b"/>
            <a:pathLst>
              <a:path w="2839085" h="1760854">
                <a:moveTo>
                  <a:pt x="1266724" y="1760553"/>
                </a:moveTo>
                <a:lnTo>
                  <a:pt x="1311518" y="1757628"/>
                </a:lnTo>
                <a:lnTo>
                  <a:pt x="1353876" y="1746204"/>
                </a:lnTo>
                <a:lnTo>
                  <a:pt x="1393022" y="1726480"/>
                </a:lnTo>
                <a:lnTo>
                  <a:pt x="1428176" y="1698653"/>
                </a:lnTo>
                <a:lnTo>
                  <a:pt x="1458562" y="1662920"/>
                </a:lnTo>
                <a:lnTo>
                  <a:pt x="1479040" y="1627307"/>
                </a:lnTo>
                <a:lnTo>
                  <a:pt x="1494409" y="1587067"/>
                </a:lnTo>
                <a:lnTo>
                  <a:pt x="1504505" y="1543729"/>
                </a:lnTo>
                <a:lnTo>
                  <a:pt x="1509169" y="1498820"/>
                </a:lnTo>
                <a:lnTo>
                  <a:pt x="1542900" y="1495872"/>
                </a:lnTo>
                <a:lnTo>
                  <a:pt x="1625197" y="1485748"/>
                </a:lnTo>
                <a:lnTo>
                  <a:pt x="1673740" y="1478262"/>
                </a:lnTo>
                <a:lnTo>
                  <a:pt x="1722151" y="1469764"/>
                </a:lnTo>
                <a:lnTo>
                  <a:pt x="1770365" y="1460197"/>
                </a:lnTo>
                <a:lnTo>
                  <a:pt x="1818316" y="1449505"/>
                </a:lnTo>
                <a:lnTo>
                  <a:pt x="1865938" y="1437631"/>
                </a:lnTo>
                <a:lnTo>
                  <a:pt x="1913165" y="1424520"/>
                </a:lnTo>
                <a:lnTo>
                  <a:pt x="1959931" y="1410113"/>
                </a:lnTo>
                <a:lnTo>
                  <a:pt x="2006172" y="1394355"/>
                </a:lnTo>
                <a:lnTo>
                  <a:pt x="2051820" y="1377190"/>
                </a:lnTo>
                <a:lnTo>
                  <a:pt x="2096810" y="1358560"/>
                </a:lnTo>
                <a:lnTo>
                  <a:pt x="2141076" y="1338410"/>
                </a:lnTo>
                <a:lnTo>
                  <a:pt x="2184553" y="1316682"/>
                </a:lnTo>
                <a:lnTo>
                  <a:pt x="2227174" y="1293321"/>
                </a:lnTo>
                <a:lnTo>
                  <a:pt x="2268875" y="1268269"/>
                </a:lnTo>
                <a:lnTo>
                  <a:pt x="2309588" y="1241471"/>
                </a:lnTo>
                <a:lnTo>
                  <a:pt x="2349249" y="1212869"/>
                </a:lnTo>
                <a:lnTo>
                  <a:pt x="2387791" y="1182407"/>
                </a:lnTo>
                <a:lnTo>
                  <a:pt x="2425149" y="1150029"/>
                </a:lnTo>
                <a:lnTo>
                  <a:pt x="2461257" y="1115678"/>
                </a:lnTo>
                <a:lnTo>
                  <a:pt x="2496049" y="1079298"/>
                </a:lnTo>
                <a:lnTo>
                  <a:pt x="2529459" y="1040831"/>
                </a:lnTo>
                <a:lnTo>
                  <a:pt x="2569341" y="984515"/>
                </a:lnTo>
                <a:lnTo>
                  <a:pt x="2588875" y="951449"/>
                </a:lnTo>
                <a:lnTo>
                  <a:pt x="2608066" y="915527"/>
                </a:lnTo>
                <a:lnTo>
                  <a:pt x="2626864" y="877060"/>
                </a:lnTo>
                <a:lnTo>
                  <a:pt x="2645214" y="836359"/>
                </a:lnTo>
                <a:lnTo>
                  <a:pt x="2663065" y="793738"/>
                </a:lnTo>
                <a:lnTo>
                  <a:pt x="2680363" y="749507"/>
                </a:lnTo>
                <a:lnTo>
                  <a:pt x="2697055" y="703978"/>
                </a:lnTo>
                <a:lnTo>
                  <a:pt x="2713090" y="657462"/>
                </a:lnTo>
                <a:lnTo>
                  <a:pt x="2728415" y="610272"/>
                </a:lnTo>
                <a:lnTo>
                  <a:pt x="2742976" y="562719"/>
                </a:lnTo>
                <a:lnTo>
                  <a:pt x="2756721" y="515114"/>
                </a:lnTo>
                <a:lnTo>
                  <a:pt x="2769598" y="467770"/>
                </a:lnTo>
                <a:lnTo>
                  <a:pt x="2781554" y="420998"/>
                </a:lnTo>
                <a:lnTo>
                  <a:pt x="2792536" y="375110"/>
                </a:lnTo>
                <a:lnTo>
                  <a:pt x="2802491" y="330417"/>
                </a:lnTo>
                <a:lnTo>
                  <a:pt x="2811367" y="287231"/>
                </a:lnTo>
                <a:lnTo>
                  <a:pt x="2819111" y="245864"/>
                </a:lnTo>
                <a:lnTo>
                  <a:pt x="2825670" y="206627"/>
                </a:lnTo>
                <a:lnTo>
                  <a:pt x="2835024" y="135791"/>
                </a:lnTo>
                <a:lnTo>
                  <a:pt x="2839008" y="77217"/>
                </a:lnTo>
                <a:lnTo>
                  <a:pt x="2838854" y="53308"/>
                </a:lnTo>
                <a:lnTo>
                  <a:pt x="2829177" y="6828"/>
                </a:lnTo>
                <a:lnTo>
                  <a:pt x="2814521" y="0"/>
                </a:lnTo>
                <a:lnTo>
                  <a:pt x="2804573" y="4768"/>
                </a:lnTo>
                <a:lnTo>
                  <a:pt x="2763617" y="55542"/>
                </a:lnTo>
                <a:lnTo>
                  <a:pt x="2739665" y="130785"/>
                </a:lnTo>
                <a:lnTo>
                  <a:pt x="2724572" y="178214"/>
                </a:lnTo>
                <a:lnTo>
                  <a:pt x="2705320" y="234425"/>
                </a:lnTo>
                <a:lnTo>
                  <a:pt x="2681548" y="297984"/>
                </a:lnTo>
                <a:lnTo>
                  <a:pt x="2652891" y="367455"/>
                </a:lnTo>
                <a:lnTo>
                  <a:pt x="2636618" y="403960"/>
                </a:lnTo>
                <a:lnTo>
                  <a:pt x="2618989" y="441405"/>
                </a:lnTo>
                <a:lnTo>
                  <a:pt x="2599957" y="479611"/>
                </a:lnTo>
                <a:lnTo>
                  <a:pt x="2579478" y="518398"/>
                </a:lnTo>
                <a:lnTo>
                  <a:pt x="2557506" y="557587"/>
                </a:lnTo>
                <a:lnTo>
                  <a:pt x="2533997" y="596999"/>
                </a:lnTo>
                <a:lnTo>
                  <a:pt x="2508903" y="636455"/>
                </a:lnTo>
                <a:lnTo>
                  <a:pt x="2482182" y="675775"/>
                </a:lnTo>
                <a:lnTo>
                  <a:pt x="2453786" y="714779"/>
                </a:lnTo>
                <a:lnTo>
                  <a:pt x="2423671" y="753289"/>
                </a:lnTo>
                <a:lnTo>
                  <a:pt x="2391792" y="791124"/>
                </a:lnTo>
                <a:lnTo>
                  <a:pt x="2358102" y="828107"/>
                </a:lnTo>
                <a:lnTo>
                  <a:pt x="2322558" y="864056"/>
                </a:lnTo>
                <a:lnTo>
                  <a:pt x="2285113" y="898794"/>
                </a:lnTo>
                <a:lnTo>
                  <a:pt x="2245722" y="932140"/>
                </a:lnTo>
                <a:lnTo>
                  <a:pt x="2204340" y="963916"/>
                </a:lnTo>
                <a:lnTo>
                  <a:pt x="2160922" y="993941"/>
                </a:lnTo>
                <a:lnTo>
                  <a:pt x="2115422" y="1022037"/>
                </a:lnTo>
                <a:lnTo>
                  <a:pt x="2067796" y="1048025"/>
                </a:lnTo>
                <a:lnTo>
                  <a:pt x="2017997" y="1071724"/>
                </a:lnTo>
                <a:lnTo>
                  <a:pt x="1965980" y="1092956"/>
                </a:lnTo>
                <a:lnTo>
                  <a:pt x="1911700" y="1111540"/>
                </a:lnTo>
                <a:lnTo>
                  <a:pt x="1855112" y="1127299"/>
                </a:lnTo>
                <a:lnTo>
                  <a:pt x="1796171" y="1140052"/>
                </a:lnTo>
                <a:lnTo>
                  <a:pt x="1734831" y="1149621"/>
                </a:lnTo>
                <a:lnTo>
                  <a:pt x="1671047" y="1155825"/>
                </a:lnTo>
                <a:lnTo>
                  <a:pt x="1604773" y="1158485"/>
                </a:lnTo>
                <a:lnTo>
                  <a:pt x="1535964" y="1157423"/>
                </a:lnTo>
                <a:lnTo>
                  <a:pt x="1472266" y="1153211"/>
                </a:lnTo>
                <a:lnTo>
                  <a:pt x="1409188" y="1146115"/>
                </a:lnTo>
                <a:lnTo>
                  <a:pt x="1346765" y="1136266"/>
                </a:lnTo>
                <a:lnTo>
                  <a:pt x="1285032" y="1123800"/>
                </a:lnTo>
                <a:lnTo>
                  <a:pt x="1224023" y="1108851"/>
                </a:lnTo>
                <a:lnTo>
                  <a:pt x="1163775" y="1091551"/>
                </a:lnTo>
                <a:lnTo>
                  <a:pt x="1104322" y="1072035"/>
                </a:lnTo>
                <a:lnTo>
                  <a:pt x="1045699" y="1050437"/>
                </a:lnTo>
                <a:lnTo>
                  <a:pt x="987941" y="1026891"/>
                </a:lnTo>
                <a:lnTo>
                  <a:pt x="931084" y="1001530"/>
                </a:lnTo>
                <a:lnTo>
                  <a:pt x="875161" y="974488"/>
                </a:lnTo>
                <a:lnTo>
                  <a:pt x="820210" y="945900"/>
                </a:lnTo>
                <a:lnTo>
                  <a:pt x="766263" y="915898"/>
                </a:lnTo>
                <a:lnTo>
                  <a:pt x="713358" y="884617"/>
                </a:lnTo>
                <a:lnTo>
                  <a:pt x="661527" y="852191"/>
                </a:lnTo>
                <a:lnTo>
                  <a:pt x="610808" y="818753"/>
                </a:lnTo>
                <a:lnTo>
                  <a:pt x="561234" y="784438"/>
                </a:lnTo>
                <a:lnTo>
                  <a:pt x="512841" y="749378"/>
                </a:lnTo>
                <a:lnTo>
                  <a:pt x="465664" y="713709"/>
                </a:lnTo>
                <a:lnTo>
                  <a:pt x="419737" y="677564"/>
                </a:lnTo>
                <a:lnTo>
                  <a:pt x="375097" y="641076"/>
                </a:lnTo>
                <a:lnTo>
                  <a:pt x="331777" y="604380"/>
                </a:lnTo>
                <a:lnTo>
                  <a:pt x="289814" y="567609"/>
                </a:lnTo>
                <a:lnTo>
                  <a:pt x="249242" y="530897"/>
                </a:lnTo>
                <a:lnTo>
                  <a:pt x="210096" y="494379"/>
                </a:lnTo>
                <a:lnTo>
                  <a:pt x="172411" y="458187"/>
                </a:lnTo>
                <a:lnTo>
                  <a:pt x="136223" y="422456"/>
                </a:lnTo>
                <a:lnTo>
                  <a:pt x="101566" y="387320"/>
                </a:lnTo>
                <a:lnTo>
                  <a:pt x="68475" y="352912"/>
                </a:lnTo>
                <a:lnTo>
                  <a:pt x="36986" y="319367"/>
                </a:lnTo>
                <a:lnTo>
                  <a:pt x="0" y="278863"/>
                </a:lnTo>
                <a:lnTo>
                  <a:pt x="0" y="813488"/>
                </a:lnTo>
                <a:lnTo>
                  <a:pt x="47999" y="882326"/>
                </a:lnTo>
                <a:lnTo>
                  <a:pt x="78345" y="921573"/>
                </a:lnTo>
                <a:lnTo>
                  <a:pt x="109902" y="959582"/>
                </a:lnTo>
                <a:lnTo>
                  <a:pt x="142631" y="996347"/>
                </a:lnTo>
                <a:lnTo>
                  <a:pt x="176494" y="1031865"/>
                </a:lnTo>
                <a:lnTo>
                  <a:pt x="211452" y="1066132"/>
                </a:lnTo>
                <a:lnTo>
                  <a:pt x="247466" y="1099143"/>
                </a:lnTo>
                <a:lnTo>
                  <a:pt x="284498" y="1130895"/>
                </a:lnTo>
                <a:lnTo>
                  <a:pt x="322508" y="1161383"/>
                </a:lnTo>
                <a:lnTo>
                  <a:pt x="361459" y="1190604"/>
                </a:lnTo>
                <a:lnTo>
                  <a:pt x="401310" y="1218553"/>
                </a:lnTo>
                <a:lnTo>
                  <a:pt x="442024" y="1245227"/>
                </a:lnTo>
                <a:lnTo>
                  <a:pt x="483563" y="1270620"/>
                </a:lnTo>
                <a:lnTo>
                  <a:pt x="525886" y="1294730"/>
                </a:lnTo>
                <a:lnTo>
                  <a:pt x="568955" y="1317552"/>
                </a:lnTo>
                <a:lnTo>
                  <a:pt x="612733" y="1339082"/>
                </a:lnTo>
                <a:lnTo>
                  <a:pt x="657179" y="1359315"/>
                </a:lnTo>
                <a:lnTo>
                  <a:pt x="702256" y="1378248"/>
                </a:lnTo>
                <a:lnTo>
                  <a:pt x="747924" y="1395877"/>
                </a:lnTo>
                <a:lnTo>
                  <a:pt x="794145" y="1412198"/>
                </a:lnTo>
                <a:lnTo>
                  <a:pt x="840881" y="1427206"/>
                </a:lnTo>
                <a:lnTo>
                  <a:pt x="888091" y="1440898"/>
                </a:lnTo>
                <a:lnTo>
                  <a:pt x="935738" y="1453269"/>
                </a:lnTo>
                <a:lnTo>
                  <a:pt x="983784" y="1464315"/>
                </a:lnTo>
                <a:lnTo>
                  <a:pt x="1032188" y="1474033"/>
                </a:lnTo>
                <a:lnTo>
                  <a:pt x="1029724" y="1502820"/>
                </a:lnTo>
                <a:lnTo>
                  <a:pt x="1034714" y="1559836"/>
                </a:lnTo>
                <a:lnTo>
                  <a:pt x="1064284" y="1633503"/>
                </a:lnTo>
                <a:lnTo>
                  <a:pt x="1093275" y="1675219"/>
                </a:lnTo>
                <a:lnTo>
                  <a:pt x="1129273" y="1710673"/>
                </a:lnTo>
                <a:lnTo>
                  <a:pt x="1171773" y="1737861"/>
                </a:lnTo>
                <a:lnTo>
                  <a:pt x="1220272" y="1754782"/>
                </a:lnTo>
                <a:lnTo>
                  <a:pt x="1266724" y="1760553"/>
                </a:lnTo>
                <a:close/>
              </a:path>
            </a:pathLst>
          </a:custGeom>
          <a:solidFill>
            <a:srgbClr val="80879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3241328"/>
            <a:ext cx="2839085" cy="2783205"/>
            <a:chOff x="0" y="3241328"/>
            <a:chExt cx="2839085" cy="2783205"/>
          </a:xfrm>
        </p:grpSpPr>
        <p:sp>
          <p:nvSpPr>
            <p:cNvPr id="4" name="object 4"/>
            <p:cNvSpPr/>
            <p:nvPr/>
          </p:nvSpPr>
          <p:spPr>
            <a:xfrm>
              <a:off x="0" y="3241328"/>
              <a:ext cx="2839085" cy="2783205"/>
            </a:xfrm>
            <a:custGeom>
              <a:avLst/>
              <a:gdLst/>
              <a:ahLst/>
              <a:cxnLst/>
              <a:rect l="l" t="t" r="r" b="b"/>
              <a:pathLst>
                <a:path w="2839085" h="2783204">
                  <a:moveTo>
                    <a:pt x="1345500" y="2782858"/>
                  </a:moveTo>
                  <a:lnTo>
                    <a:pt x="1393771" y="2782876"/>
                  </a:lnTo>
                  <a:lnTo>
                    <a:pt x="1442082" y="2781637"/>
                  </a:lnTo>
                  <a:lnTo>
                    <a:pt x="1490399" y="2779137"/>
                  </a:lnTo>
                  <a:lnTo>
                    <a:pt x="1538688" y="2775373"/>
                  </a:lnTo>
                  <a:lnTo>
                    <a:pt x="1586916" y="2770340"/>
                  </a:lnTo>
                  <a:lnTo>
                    <a:pt x="1636354" y="2763693"/>
                  </a:lnTo>
                  <a:lnTo>
                    <a:pt x="1685726" y="2756076"/>
                  </a:lnTo>
                  <a:lnTo>
                    <a:pt x="1734965" y="2747431"/>
                  </a:lnTo>
                  <a:lnTo>
                    <a:pt x="1784003" y="2737700"/>
                  </a:lnTo>
                  <a:lnTo>
                    <a:pt x="1832775" y="2726827"/>
                  </a:lnTo>
                  <a:lnTo>
                    <a:pt x="1881212" y="2714752"/>
                  </a:lnTo>
                  <a:lnTo>
                    <a:pt x="1929247" y="2701420"/>
                  </a:lnTo>
                  <a:lnTo>
                    <a:pt x="1976815" y="2686772"/>
                  </a:lnTo>
                  <a:lnTo>
                    <a:pt x="2023847" y="2670750"/>
                  </a:lnTo>
                  <a:lnTo>
                    <a:pt x="2070277" y="2653297"/>
                  </a:lnTo>
                  <a:lnTo>
                    <a:pt x="2116038" y="2634355"/>
                  </a:lnTo>
                  <a:lnTo>
                    <a:pt x="2161063" y="2613867"/>
                  </a:lnTo>
                  <a:lnTo>
                    <a:pt x="2205285" y="2591775"/>
                  </a:lnTo>
                  <a:lnTo>
                    <a:pt x="2248636" y="2568021"/>
                  </a:lnTo>
                  <a:lnTo>
                    <a:pt x="2291050" y="2542548"/>
                  </a:lnTo>
                  <a:lnTo>
                    <a:pt x="2332460" y="2515299"/>
                  </a:lnTo>
                  <a:lnTo>
                    <a:pt x="2372799" y="2486214"/>
                  </a:lnTo>
                  <a:lnTo>
                    <a:pt x="2412000" y="2455238"/>
                  </a:lnTo>
                  <a:lnTo>
                    <a:pt x="2449996" y="2422313"/>
                  </a:lnTo>
                  <a:lnTo>
                    <a:pt x="2486719" y="2387380"/>
                  </a:lnTo>
                  <a:lnTo>
                    <a:pt x="2522104" y="2350382"/>
                  </a:lnTo>
                  <a:lnTo>
                    <a:pt x="2556082" y="2311261"/>
                  </a:lnTo>
                  <a:lnTo>
                    <a:pt x="2586891" y="2272141"/>
                  </a:lnTo>
                  <a:lnTo>
                    <a:pt x="2615939" y="2232085"/>
                  </a:lnTo>
                  <a:lnTo>
                    <a:pt x="2643224" y="2191141"/>
                  </a:lnTo>
                  <a:lnTo>
                    <a:pt x="2668741" y="2149357"/>
                  </a:lnTo>
                  <a:lnTo>
                    <a:pt x="2692489" y="2106781"/>
                  </a:lnTo>
                  <a:lnTo>
                    <a:pt x="2714465" y="2063459"/>
                  </a:lnTo>
                  <a:lnTo>
                    <a:pt x="2734664" y="2019441"/>
                  </a:lnTo>
                  <a:lnTo>
                    <a:pt x="2753085" y="1974774"/>
                  </a:lnTo>
                  <a:lnTo>
                    <a:pt x="2769723" y="1929506"/>
                  </a:lnTo>
                  <a:lnTo>
                    <a:pt x="2784577" y="1883684"/>
                  </a:lnTo>
                  <a:lnTo>
                    <a:pt x="2797642" y="1837357"/>
                  </a:lnTo>
                  <a:lnTo>
                    <a:pt x="2808917" y="1790572"/>
                  </a:lnTo>
                  <a:lnTo>
                    <a:pt x="2818397" y="1743378"/>
                  </a:lnTo>
                  <a:lnTo>
                    <a:pt x="2826081" y="1695821"/>
                  </a:lnTo>
                  <a:lnTo>
                    <a:pt x="2831964" y="1647950"/>
                  </a:lnTo>
                  <a:lnTo>
                    <a:pt x="2836044" y="1599812"/>
                  </a:lnTo>
                  <a:lnTo>
                    <a:pt x="2838318" y="1551456"/>
                  </a:lnTo>
                  <a:lnTo>
                    <a:pt x="2838782" y="1502929"/>
                  </a:lnTo>
                  <a:lnTo>
                    <a:pt x="2837434" y="1454279"/>
                  </a:lnTo>
                  <a:lnTo>
                    <a:pt x="2834271" y="1405554"/>
                  </a:lnTo>
                  <a:lnTo>
                    <a:pt x="2829290" y="1356802"/>
                  </a:lnTo>
                  <a:lnTo>
                    <a:pt x="2822487" y="1308070"/>
                  </a:lnTo>
                  <a:lnTo>
                    <a:pt x="2813520" y="1261285"/>
                  </a:lnTo>
                  <a:lnTo>
                    <a:pt x="2802931" y="1214868"/>
                  </a:lnTo>
                  <a:lnTo>
                    <a:pt x="2790756" y="1168847"/>
                  </a:lnTo>
                  <a:lnTo>
                    <a:pt x="2777028" y="1123253"/>
                  </a:lnTo>
                  <a:lnTo>
                    <a:pt x="2761782" y="1078116"/>
                  </a:lnTo>
                  <a:lnTo>
                    <a:pt x="2745052" y="1033464"/>
                  </a:lnTo>
                  <a:lnTo>
                    <a:pt x="2726874" y="989328"/>
                  </a:lnTo>
                  <a:lnTo>
                    <a:pt x="2707283" y="945737"/>
                  </a:lnTo>
                  <a:lnTo>
                    <a:pt x="2686312" y="902722"/>
                  </a:lnTo>
                  <a:lnTo>
                    <a:pt x="2663996" y="860312"/>
                  </a:lnTo>
                  <a:lnTo>
                    <a:pt x="2640370" y="818537"/>
                  </a:lnTo>
                  <a:lnTo>
                    <a:pt x="2615469" y="777426"/>
                  </a:lnTo>
                  <a:lnTo>
                    <a:pt x="2589327" y="737010"/>
                  </a:lnTo>
                  <a:lnTo>
                    <a:pt x="2561979" y="697318"/>
                  </a:lnTo>
                  <a:lnTo>
                    <a:pt x="2533460" y="658379"/>
                  </a:lnTo>
                  <a:lnTo>
                    <a:pt x="2503804" y="620224"/>
                  </a:lnTo>
                  <a:lnTo>
                    <a:pt x="2473045" y="582883"/>
                  </a:lnTo>
                  <a:lnTo>
                    <a:pt x="2441219" y="546385"/>
                  </a:lnTo>
                  <a:lnTo>
                    <a:pt x="2408360" y="510759"/>
                  </a:lnTo>
                  <a:lnTo>
                    <a:pt x="2374503" y="476036"/>
                  </a:lnTo>
                  <a:lnTo>
                    <a:pt x="2339683" y="442246"/>
                  </a:lnTo>
                  <a:lnTo>
                    <a:pt x="2303933" y="409417"/>
                  </a:lnTo>
                  <a:lnTo>
                    <a:pt x="2267289" y="377581"/>
                  </a:lnTo>
                  <a:lnTo>
                    <a:pt x="2229785" y="346766"/>
                  </a:lnTo>
                  <a:lnTo>
                    <a:pt x="2191456" y="317003"/>
                  </a:lnTo>
                  <a:lnTo>
                    <a:pt x="2152337" y="288321"/>
                  </a:lnTo>
                  <a:lnTo>
                    <a:pt x="2112462" y="260750"/>
                  </a:lnTo>
                  <a:lnTo>
                    <a:pt x="2071865" y="234319"/>
                  </a:lnTo>
                  <a:lnTo>
                    <a:pt x="2030583" y="209059"/>
                  </a:lnTo>
                  <a:lnTo>
                    <a:pt x="1988648" y="184999"/>
                  </a:lnTo>
                  <a:lnTo>
                    <a:pt x="1946096" y="162169"/>
                  </a:lnTo>
                  <a:lnTo>
                    <a:pt x="1902962" y="140599"/>
                  </a:lnTo>
                  <a:lnTo>
                    <a:pt x="1859280" y="120318"/>
                  </a:lnTo>
                  <a:lnTo>
                    <a:pt x="1815084" y="101357"/>
                  </a:lnTo>
                  <a:lnTo>
                    <a:pt x="1770410" y="83744"/>
                  </a:lnTo>
                  <a:lnTo>
                    <a:pt x="1718317" y="65305"/>
                  </a:lnTo>
                  <a:lnTo>
                    <a:pt x="1666587" y="49375"/>
                  </a:lnTo>
                  <a:lnTo>
                    <a:pt x="1615159" y="35857"/>
                  </a:lnTo>
                  <a:lnTo>
                    <a:pt x="1563971" y="24656"/>
                  </a:lnTo>
                  <a:lnTo>
                    <a:pt x="1512963" y="15673"/>
                  </a:lnTo>
                  <a:lnTo>
                    <a:pt x="1462074" y="8813"/>
                  </a:lnTo>
                  <a:lnTo>
                    <a:pt x="1411242" y="3978"/>
                  </a:lnTo>
                  <a:lnTo>
                    <a:pt x="1360408" y="1073"/>
                  </a:lnTo>
                  <a:lnTo>
                    <a:pt x="1309509" y="0"/>
                  </a:lnTo>
                  <a:lnTo>
                    <a:pt x="1258486" y="662"/>
                  </a:lnTo>
                  <a:lnTo>
                    <a:pt x="1207644" y="2976"/>
                  </a:lnTo>
                  <a:lnTo>
                    <a:pt x="1156539" y="6812"/>
                  </a:lnTo>
                  <a:lnTo>
                    <a:pt x="1105112" y="12083"/>
                  </a:lnTo>
                  <a:lnTo>
                    <a:pt x="1053304" y="18700"/>
                  </a:lnTo>
                  <a:lnTo>
                    <a:pt x="1001055" y="26577"/>
                  </a:lnTo>
                  <a:lnTo>
                    <a:pt x="948306" y="35626"/>
                  </a:lnTo>
                  <a:lnTo>
                    <a:pt x="894998" y="45760"/>
                  </a:lnTo>
                  <a:lnTo>
                    <a:pt x="798243" y="64748"/>
                  </a:lnTo>
                  <a:lnTo>
                    <a:pt x="748696" y="75131"/>
                  </a:lnTo>
                  <a:lnTo>
                    <a:pt x="699024" y="86683"/>
                  </a:lnTo>
                  <a:lnTo>
                    <a:pt x="649719" y="99836"/>
                  </a:lnTo>
                  <a:lnTo>
                    <a:pt x="601271" y="115022"/>
                  </a:lnTo>
                  <a:lnTo>
                    <a:pt x="554172" y="132672"/>
                  </a:lnTo>
                  <a:lnTo>
                    <a:pt x="508913" y="153221"/>
                  </a:lnTo>
                  <a:lnTo>
                    <a:pt x="465985" y="177098"/>
                  </a:lnTo>
                  <a:lnTo>
                    <a:pt x="423908" y="204278"/>
                  </a:lnTo>
                  <a:lnTo>
                    <a:pt x="382623" y="233180"/>
                  </a:lnTo>
                  <a:lnTo>
                    <a:pt x="342173" y="263652"/>
                  </a:lnTo>
                  <a:lnTo>
                    <a:pt x="302602" y="295540"/>
                  </a:lnTo>
                  <a:lnTo>
                    <a:pt x="263952" y="328690"/>
                  </a:lnTo>
                  <a:lnTo>
                    <a:pt x="226266" y="362949"/>
                  </a:lnTo>
                  <a:lnTo>
                    <a:pt x="189586" y="398165"/>
                  </a:lnTo>
                  <a:lnTo>
                    <a:pt x="153957" y="434183"/>
                  </a:lnTo>
                  <a:lnTo>
                    <a:pt x="119419" y="470851"/>
                  </a:lnTo>
                  <a:lnTo>
                    <a:pt x="86017" y="508014"/>
                  </a:lnTo>
                  <a:lnTo>
                    <a:pt x="53794" y="545521"/>
                  </a:lnTo>
                  <a:lnTo>
                    <a:pt x="22791" y="583216"/>
                  </a:lnTo>
                  <a:lnTo>
                    <a:pt x="0" y="612133"/>
                  </a:lnTo>
                  <a:lnTo>
                    <a:pt x="0" y="2104770"/>
                  </a:lnTo>
                  <a:lnTo>
                    <a:pt x="25122" y="2140297"/>
                  </a:lnTo>
                  <a:lnTo>
                    <a:pt x="54186" y="2178619"/>
                  </a:lnTo>
                  <a:lnTo>
                    <a:pt x="84376" y="2215801"/>
                  </a:lnTo>
                  <a:lnTo>
                    <a:pt x="115659" y="2251838"/>
                  </a:lnTo>
                  <a:lnTo>
                    <a:pt x="148000" y="2286728"/>
                  </a:lnTo>
                  <a:lnTo>
                    <a:pt x="181366" y="2320467"/>
                  </a:lnTo>
                  <a:lnTo>
                    <a:pt x="215723" y="2353051"/>
                  </a:lnTo>
                  <a:lnTo>
                    <a:pt x="251037" y="2384476"/>
                  </a:lnTo>
                  <a:lnTo>
                    <a:pt x="287273" y="2414739"/>
                  </a:lnTo>
                  <a:lnTo>
                    <a:pt x="324398" y="2443835"/>
                  </a:lnTo>
                  <a:lnTo>
                    <a:pt x="362378" y="2471763"/>
                  </a:lnTo>
                  <a:lnTo>
                    <a:pt x="401179" y="2498517"/>
                  </a:lnTo>
                  <a:lnTo>
                    <a:pt x="440767" y="2524094"/>
                  </a:lnTo>
                  <a:lnTo>
                    <a:pt x="481108" y="2548490"/>
                  </a:lnTo>
                  <a:lnTo>
                    <a:pt x="522168" y="2571702"/>
                  </a:lnTo>
                  <a:lnTo>
                    <a:pt x="563913" y="2593727"/>
                  </a:lnTo>
                  <a:lnTo>
                    <a:pt x="606309" y="2614560"/>
                  </a:lnTo>
                  <a:lnTo>
                    <a:pt x="649323" y="2634197"/>
                  </a:lnTo>
                  <a:lnTo>
                    <a:pt x="692920" y="2652636"/>
                  </a:lnTo>
                  <a:lnTo>
                    <a:pt x="737066" y="2669873"/>
                  </a:lnTo>
                  <a:lnTo>
                    <a:pt x="781727" y="2685903"/>
                  </a:lnTo>
                  <a:lnTo>
                    <a:pt x="826870" y="2700723"/>
                  </a:lnTo>
                  <a:lnTo>
                    <a:pt x="872460" y="2714330"/>
                  </a:lnTo>
                  <a:lnTo>
                    <a:pt x="918463" y="2726720"/>
                  </a:lnTo>
                  <a:lnTo>
                    <a:pt x="964847" y="2737889"/>
                  </a:lnTo>
                  <a:lnTo>
                    <a:pt x="1011575" y="2747834"/>
                  </a:lnTo>
                  <a:lnTo>
                    <a:pt x="1058616" y="2756551"/>
                  </a:lnTo>
                  <a:lnTo>
                    <a:pt x="1105934" y="2764036"/>
                  </a:lnTo>
                  <a:lnTo>
                    <a:pt x="1153495" y="2770286"/>
                  </a:lnTo>
                  <a:lnTo>
                    <a:pt x="1201267" y="2775297"/>
                  </a:lnTo>
                  <a:lnTo>
                    <a:pt x="1249214" y="2779065"/>
                  </a:lnTo>
                  <a:lnTo>
                    <a:pt x="1297303" y="2781586"/>
                  </a:lnTo>
                  <a:lnTo>
                    <a:pt x="1345500" y="2782858"/>
                  </a:lnTo>
                  <a:close/>
                </a:path>
              </a:pathLst>
            </a:custGeom>
            <a:solidFill>
              <a:srgbClr val="EBDA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4063" y="3684866"/>
              <a:ext cx="2747010" cy="2288540"/>
            </a:xfrm>
            <a:custGeom>
              <a:avLst/>
              <a:gdLst/>
              <a:ahLst/>
              <a:cxnLst/>
              <a:rect l="l" t="t" r="r" b="b"/>
              <a:pathLst>
                <a:path w="2747010" h="2288540">
                  <a:moveTo>
                    <a:pt x="23469" y="821042"/>
                  </a:moveTo>
                  <a:lnTo>
                    <a:pt x="22212" y="818235"/>
                  </a:lnTo>
                  <a:lnTo>
                    <a:pt x="20027" y="816051"/>
                  </a:lnTo>
                  <a:lnTo>
                    <a:pt x="15608" y="811695"/>
                  </a:lnTo>
                  <a:lnTo>
                    <a:pt x="7810" y="811695"/>
                  </a:lnTo>
                  <a:lnTo>
                    <a:pt x="3390" y="816051"/>
                  </a:lnTo>
                  <a:lnTo>
                    <a:pt x="1257" y="818235"/>
                  </a:lnTo>
                  <a:lnTo>
                    <a:pt x="0" y="821385"/>
                  </a:lnTo>
                  <a:lnTo>
                    <a:pt x="0" y="827303"/>
                  </a:lnTo>
                  <a:lnTo>
                    <a:pt x="1257" y="830453"/>
                  </a:lnTo>
                  <a:lnTo>
                    <a:pt x="3390" y="832637"/>
                  </a:lnTo>
                  <a:lnTo>
                    <a:pt x="5626" y="834821"/>
                  </a:lnTo>
                  <a:lnTo>
                    <a:pt x="8724" y="836079"/>
                  </a:lnTo>
                  <a:lnTo>
                    <a:pt x="14973" y="836079"/>
                  </a:lnTo>
                  <a:lnTo>
                    <a:pt x="17792" y="834821"/>
                  </a:lnTo>
                  <a:lnTo>
                    <a:pt x="22212" y="830453"/>
                  </a:lnTo>
                  <a:lnTo>
                    <a:pt x="23469" y="827303"/>
                  </a:lnTo>
                  <a:lnTo>
                    <a:pt x="23469" y="821042"/>
                  </a:lnTo>
                  <a:close/>
                </a:path>
                <a:path w="2747010" h="2288540">
                  <a:moveTo>
                    <a:pt x="39128" y="1008837"/>
                  </a:moveTo>
                  <a:lnTo>
                    <a:pt x="37807" y="1006030"/>
                  </a:lnTo>
                  <a:lnTo>
                    <a:pt x="35636" y="1003795"/>
                  </a:lnTo>
                  <a:lnTo>
                    <a:pt x="31267" y="999439"/>
                  </a:lnTo>
                  <a:lnTo>
                    <a:pt x="23469" y="999439"/>
                  </a:lnTo>
                  <a:lnTo>
                    <a:pt x="19050" y="1003795"/>
                  </a:lnTo>
                  <a:lnTo>
                    <a:pt x="16865" y="1006030"/>
                  </a:lnTo>
                  <a:lnTo>
                    <a:pt x="15608" y="1009129"/>
                  </a:lnTo>
                  <a:lnTo>
                    <a:pt x="15608" y="1015441"/>
                  </a:lnTo>
                  <a:lnTo>
                    <a:pt x="16865" y="1018247"/>
                  </a:lnTo>
                  <a:lnTo>
                    <a:pt x="19392" y="1020432"/>
                  </a:lnTo>
                  <a:lnTo>
                    <a:pt x="21234" y="1022616"/>
                  </a:lnTo>
                  <a:lnTo>
                    <a:pt x="24333" y="1023874"/>
                  </a:lnTo>
                  <a:lnTo>
                    <a:pt x="30645" y="1023874"/>
                  </a:lnTo>
                  <a:lnTo>
                    <a:pt x="33451" y="1022616"/>
                  </a:lnTo>
                  <a:lnTo>
                    <a:pt x="35636" y="1020432"/>
                  </a:lnTo>
                  <a:lnTo>
                    <a:pt x="37807" y="1018540"/>
                  </a:lnTo>
                  <a:lnTo>
                    <a:pt x="39128" y="1015441"/>
                  </a:lnTo>
                  <a:lnTo>
                    <a:pt x="39128" y="1008837"/>
                  </a:lnTo>
                  <a:close/>
                </a:path>
                <a:path w="2747010" h="2288540">
                  <a:moveTo>
                    <a:pt x="39128" y="883640"/>
                  </a:moveTo>
                  <a:lnTo>
                    <a:pt x="37807" y="880833"/>
                  </a:lnTo>
                  <a:lnTo>
                    <a:pt x="35636" y="878649"/>
                  </a:lnTo>
                  <a:lnTo>
                    <a:pt x="31267" y="874229"/>
                  </a:lnTo>
                  <a:lnTo>
                    <a:pt x="23469" y="874229"/>
                  </a:lnTo>
                  <a:lnTo>
                    <a:pt x="16865" y="880833"/>
                  </a:lnTo>
                  <a:lnTo>
                    <a:pt x="15608" y="883932"/>
                  </a:lnTo>
                  <a:lnTo>
                    <a:pt x="15608" y="889901"/>
                  </a:lnTo>
                  <a:lnTo>
                    <a:pt x="16865" y="893051"/>
                  </a:lnTo>
                  <a:lnTo>
                    <a:pt x="21234" y="897420"/>
                  </a:lnTo>
                  <a:lnTo>
                    <a:pt x="24333" y="898677"/>
                  </a:lnTo>
                  <a:lnTo>
                    <a:pt x="30645" y="898677"/>
                  </a:lnTo>
                  <a:lnTo>
                    <a:pt x="33451" y="897420"/>
                  </a:lnTo>
                  <a:lnTo>
                    <a:pt x="37807" y="893051"/>
                  </a:lnTo>
                  <a:lnTo>
                    <a:pt x="39128" y="890244"/>
                  </a:lnTo>
                  <a:lnTo>
                    <a:pt x="39128" y="883640"/>
                  </a:lnTo>
                  <a:close/>
                </a:path>
                <a:path w="2747010" h="2288540">
                  <a:moveTo>
                    <a:pt x="54737" y="655396"/>
                  </a:moveTo>
                  <a:lnTo>
                    <a:pt x="53479" y="652589"/>
                  </a:lnTo>
                  <a:lnTo>
                    <a:pt x="46939" y="646049"/>
                  </a:lnTo>
                  <a:lnTo>
                    <a:pt x="39128" y="646049"/>
                  </a:lnTo>
                  <a:lnTo>
                    <a:pt x="32537" y="652589"/>
                  </a:lnTo>
                  <a:lnTo>
                    <a:pt x="31267" y="655688"/>
                  </a:lnTo>
                  <a:lnTo>
                    <a:pt x="31267" y="661657"/>
                  </a:lnTo>
                  <a:lnTo>
                    <a:pt x="32537" y="664806"/>
                  </a:lnTo>
                  <a:lnTo>
                    <a:pt x="36893" y="669163"/>
                  </a:lnTo>
                  <a:lnTo>
                    <a:pt x="40055" y="670433"/>
                  </a:lnTo>
                  <a:lnTo>
                    <a:pt x="43154" y="670433"/>
                  </a:lnTo>
                  <a:lnTo>
                    <a:pt x="46304" y="670433"/>
                  </a:lnTo>
                  <a:lnTo>
                    <a:pt x="49110" y="669163"/>
                  </a:lnTo>
                  <a:lnTo>
                    <a:pt x="53479" y="664806"/>
                  </a:lnTo>
                  <a:lnTo>
                    <a:pt x="54737" y="662000"/>
                  </a:lnTo>
                  <a:lnTo>
                    <a:pt x="54737" y="655396"/>
                  </a:lnTo>
                  <a:close/>
                </a:path>
                <a:path w="2747010" h="2288540">
                  <a:moveTo>
                    <a:pt x="54737" y="608457"/>
                  </a:moveTo>
                  <a:lnTo>
                    <a:pt x="53479" y="605358"/>
                  </a:lnTo>
                  <a:lnTo>
                    <a:pt x="51295" y="603465"/>
                  </a:lnTo>
                  <a:lnTo>
                    <a:pt x="46939" y="599046"/>
                  </a:lnTo>
                  <a:lnTo>
                    <a:pt x="39128" y="599046"/>
                  </a:lnTo>
                  <a:lnTo>
                    <a:pt x="32537" y="605650"/>
                  </a:lnTo>
                  <a:lnTo>
                    <a:pt x="31267" y="608457"/>
                  </a:lnTo>
                  <a:lnTo>
                    <a:pt x="31267" y="614718"/>
                  </a:lnTo>
                  <a:lnTo>
                    <a:pt x="32537" y="617867"/>
                  </a:lnTo>
                  <a:lnTo>
                    <a:pt x="34709" y="620052"/>
                  </a:lnTo>
                  <a:lnTo>
                    <a:pt x="37236" y="622236"/>
                  </a:lnTo>
                  <a:lnTo>
                    <a:pt x="40055" y="623493"/>
                  </a:lnTo>
                  <a:lnTo>
                    <a:pt x="43154" y="623493"/>
                  </a:lnTo>
                  <a:lnTo>
                    <a:pt x="45961" y="623493"/>
                  </a:lnTo>
                  <a:lnTo>
                    <a:pt x="48768" y="622236"/>
                  </a:lnTo>
                  <a:lnTo>
                    <a:pt x="51295" y="620395"/>
                  </a:lnTo>
                  <a:lnTo>
                    <a:pt x="53479" y="617867"/>
                  </a:lnTo>
                  <a:lnTo>
                    <a:pt x="54737" y="614718"/>
                  </a:lnTo>
                  <a:lnTo>
                    <a:pt x="54737" y="608457"/>
                  </a:lnTo>
                  <a:close/>
                </a:path>
                <a:path w="2747010" h="2288540">
                  <a:moveTo>
                    <a:pt x="86004" y="1087043"/>
                  </a:moveTo>
                  <a:lnTo>
                    <a:pt x="84747" y="1084237"/>
                  </a:lnTo>
                  <a:lnTo>
                    <a:pt x="82626" y="1082052"/>
                  </a:lnTo>
                  <a:lnTo>
                    <a:pt x="78206" y="1077696"/>
                  </a:lnTo>
                  <a:lnTo>
                    <a:pt x="70408" y="1077696"/>
                  </a:lnTo>
                  <a:lnTo>
                    <a:pt x="63804" y="1084237"/>
                  </a:lnTo>
                  <a:lnTo>
                    <a:pt x="62547" y="1087399"/>
                  </a:lnTo>
                  <a:lnTo>
                    <a:pt x="62547" y="1093647"/>
                  </a:lnTo>
                  <a:lnTo>
                    <a:pt x="63804" y="1096797"/>
                  </a:lnTo>
                  <a:lnTo>
                    <a:pt x="66332" y="1098638"/>
                  </a:lnTo>
                  <a:lnTo>
                    <a:pt x="68160" y="1100874"/>
                  </a:lnTo>
                  <a:lnTo>
                    <a:pt x="71323" y="1102080"/>
                  </a:lnTo>
                  <a:lnTo>
                    <a:pt x="77571" y="1102080"/>
                  </a:lnTo>
                  <a:lnTo>
                    <a:pt x="80391" y="1100874"/>
                  </a:lnTo>
                  <a:lnTo>
                    <a:pt x="82626" y="1098638"/>
                  </a:lnTo>
                  <a:lnTo>
                    <a:pt x="84747" y="1096797"/>
                  </a:lnTo>
                  <a:lnTo>
                    <a:pt x="86004" y="1093647"/>
                  </a:lnTo>
                  <a:lnTo>
                    <a:pt x="86004" y="1087043"/>
                  </a:lnTo>
                  <a:close/>
                </a:path>
                <a:path w="2747010" h="2288540">
                  <a:moveTo>
                    <a:pt x="86004" y="946238"/>
                  </a:moveTo>
                  <a:lnTo>
                    <a:pt x="84747" y="943140"/>
                  </a:lnTo>
                  <a:lnTo>
                    <a:pt x="82626" y="941247"/>
                  </a:lnTo>
                  <a:lnTo>
                    <a:pt x="78549" y="936828"/>
                  </a:lnTo>
                  <a:lnTo>
                    <a:pt x="70408" y="936828"/>
                  </a:lnTo>
                  <a:lnTo>
                    <a:pt x="65989" y="941247"/>
                  </a:lnTo>
                  <a:lnTo>
                    <a:pt x="63804" y="943381"/>
                  </a:lnTo>
                  <a:lnTo>
                    <a:pt x="62547" y="946238"/>
                  </a:lnTo>
                  <a:lnTo>
                    <a:pt x="62547" y="952842"/>
                  </a:lnTo>
                  <a:lnTo>
                    <a:pt x="63804" y="955941"/>
                  </a:lnTo>
                  <a:lnTo>
                    <a:pt x="66332" y="957834"/>
                  </a:lnTo>
                  <a:lnTo>
                    <a:pt x="68160" y="960018"/>
                  </a:lnTo>
                  <a:lnTo>
                    <a:pt x="71323" y="961275"/>
                  </a:lnTo>
                  <a:lnTo>
                    <a:pt x="77571" y="961275"/>
                  </a:lnTo>
                  <a:lnTo>
                    <a:pt x="80391" y="960018"/>
                  </a:lnTo>
                  <a:lnTo>
                    <a:pt x="82626" y="957834"/>
                  </a:lnTo>
                  <a:lnTo>
                    <a:pt x="84747" y="955941"/>
                  </a:lnTo>
                  <a:lnTo>
                    <a:pt x="86004" y="952842"/>
                  </a:lnTo>
                  <a:lnTo>
                    <a:pt x="86004" y="946238"/>
                  </a:lnTo>
                  <a:close/>
                </a:path>
                <a:path w="2747010" h="2288540">
                  <a:moveTo>
                    <a:pt x="101676" y="789774"/>
                  </a:moveTo>
                  <a:lnTo>
                    <a:pt x="100469" y="786625"/>
                  </a:lnTo>
                  <a:lnTo>
                    <a:pt x="98234" y="784720"/>
                  </a:lnTo>
                  <a:lnTo>
                    <a:pt x="94500" y="780707"/>
                  </a:lnTo>
                  <a:lnTo>
                    <a:pt x="86360" y="780364"/>
                  </a:lnTo>
                  <a:lnTo>
                    <a:pt x="81648" y="784720"/>
                  </a:lnTo>
                  <a:lnTo>
                    <a:pt x="79463" y="786625"/>
                  </a:lnTo>
                  <a:lnTo>
                    <a:pt x="78206" y="789774"/>
                  </a:lnTo>
                  <a:lnTo>
                    <a:pt x="78206" y="793216"/>
                  </a:lnTo>
                  <a:lnTo>
                    <a:pt x="78206" y="796378"/>
                  </a:lnTo>
                  <a:lnTo>
                    <a:pt x="79463" y="799477"/>
                  </a:lnTo>
                  <a:lnTo>
                    <a:pt x="81991" y="801649"/>
                  </a:lnTo>
                  <a:lnTo>
                    <a:pt x="83832" y="803541"/>
                  </a:lnTo>
                  <a:lnTo>
                    <a:pt x="86982" y="804811"/>
                  </a:lnTo>
                  <a:lnTo>
                    <a:pt x="93243" y="804811"/>
                  </a:lnTo>
                  <a:lnTo>
                    <a:pt x="96393" y="803541"/>
                  </a:lnTo>
                  <a:lnTo>
                    <a:pt x="100469" y="799477"/>
                  </a:lnTo>
                  <a:lnTo>
                    <a:pt x="101676" y="796378"/>
                  </a:lnTo>
                  <a:lnTo>
                    <a:pt x="101676" y="789774"/>
                  </a:lnTo>
                  <a:close/>
                </a:path>
                <a:path w="2747010" h="2288540">
                  <a:moveTo>
                    <a:pt x="117335" y="1008837"/>
                  </a:moveTo>
                  <a:lnTo>
                    <a:pt x="116078" y="1006030"/>
                  </a:lnTo>
                  <a:lnTo>
                    <a:pt x="113893" y="1003795"/>
                  </a:lnTo>
                  <a:lnTo>
                    <a:pt x="109537" y="999439"/>
                  </a:lnTo>
                  <a:lnTo>
                    <a:pt x="101676" y="999439"/>
                  </a:lnTo>
                  <a:lnTo>
                    <a:pt x="97307" y="1003795"/>
                  </a:lnTo>
                  <a:lnTo>
                    <a:pt x="95135" y="1006030"/>
                  </a:lnTo>
                  <a:lnTo>
                    <a:pt x="93865" y="1009129"/>
                  </a:lnTo>
                  <a:lnTo>
                    <a:pt x="93865" y="1015098"/>
                  </a:lnTo>
                  <a:lnTo>
                    <a:pt x="95135" y="1018247"/>
                  </a:lnTo>
                  <a:lnTo>
                    <a:pt x="99491" y="1022616"/>
                  </a:lnTo>
                  <a:lnTo>
                    <a:pt x="102590" y="1023874"/>
                  </a:lnTo>
                  <a:lnTo>
                    <a:pt x="108902" y="1023874"/>
                  </a:lnTo>
                  <a:lnTo>
                    <a:pt x="111709" y="1022616"/>
                  </a:lnTo>
                  <a:lnTo>
                    <a:pt x="116078" y="1018247"/>
                  </a:lnTo>
                  <a:lnTo>
                    <a:pt x="117335" y="1015441"/>
                  </a:lnTo>
                  <a:lnTo>
                    <a:pt x="117335" y="1008837"/>
                  </a:lnTo>
                  <a:close/>
                </a:path>
                <a:path w="2747010" h="2288540">
                  <a:moveTo>
                    <a:pt x="117335" y="686727"/>
                  </a:moveTo>
                  <a:lnTo>
                    <a:pt x="116078" y="683907"/>
                  </a:lnTo>
                  <a:lnTo>
                    <a:pt x="113893" y="681672"/>
                  </a:lnTo>
                  <a:lnTo>
                    <a:pt x="109537" y="677316"/>
                  </a:lnTo>
                  <a:lnTo>
                    <a:pt x="101727" y="677316"/>
                  </a:lnTo>
                  <a:lnTo>
                    <a:pt x="97307" y="681672"/>
                  </a:lnTo>
                  <a:lnTo>
                    <a:pt x="95135" y="683907"/>
                  </a:lnTo>
                  <a:lnTo>
                    <a:pt x="93865" y="687006"/>
                  </a:lnTo>
                  <a:lnTo>
                    <a:pt x="93865" y="692975"/>
                  </a:lnTo>
                  <a:lnTo>
                    <a:pt x="95135" y="696137"/>
                  </a:lnTo>
                  <a:lnTo>
                    <a:pt x="99491" y="700493"/>
                  </a:lnTo>
                  <a:lnTo>
                    <a:pt x="102590" y="701763"/>
                  </a:lnTo>
                  <a:lnTo>
                    <a:pt x="105752" y="701763"/>
                  </a:lnTo>
                  <a:lnTo>
                    <a:pt x="108902" y="701763"/>
                  </a:lnTo>
                  <a:lnTo>
                    <a:pt x="111709" y="700493"/>
                  </a:lnTo>
                  <a:lnTo>
                    <a:pt x="116078" y="696137"/>
                  </a:lnTo>
                  <a:lnTo>
                    <a:pt x="117335" y="693318"/>
                  </a:lnTo>
                  <a:lnTo>
                    <a:pt x="117335" y="686727"/>
                  </a:lnTo>
                  <a:close/>
                </a:path>
                <a:path w="2747010" h="2288540">
                  <a:moveTo>
                    <a:pt x="117335" y="514591"/>
                  </a:moveTo>
                  <a:lnTo>
                    <a:pt x="116078" y="511784"/>
                  </a:lnTo>
                  <a:lnTo>
                    <a:pt x="113893" y="509536"/>
                  </a:lnTo>
                  <a:lnTo>
                    <a:pt x="109537" y="505180"/>
                  </a:lnTo>
                  <a:lnTo>
                    <a:pt x="101676" y="505180"/>
                  </a:lnTo>
                  <a:lnTo>
                    <a:pt x="97307" y="509536"/>
                  </a:lnTo>
                  <a:lnTo>
                    <a:pt x="95135" y="511784"/>
                  </a:lnTo>
                  <a:lnTo>
                    <a:pt x="93865" y="514883"/>
                  </a:lnTo>
                  <a:lnTo>
                    <a:pt x="93865" y="521195"/>
                  </a:lnTo>
                  <a:lnTo>
                    <a:pt x="95135" y="524294"/>
                  </a:lnTo>
                  <a:lnTo>
                    <a:pt x="97663" y="526186"/>
                  </a:lnTo>
                  <a:lnTo>
                    <a:pt x="99491" y="528358"/>
                  </a:lnTo>
                  <a:lnTo>
                    <a:pt x="102590" y="529628"/>
                  </a:lnTo>
                  <a:lnTo>
                    <a:pt x="105752" y="529628"/>
                  </a:lnTo>
                  <a:lnTo>
                    <a:pt x="108902" y="529628"/>
                  </a:lnTo>
                  <a:lnTo>
                    <a:pt x="111709" y="528358"/>
                  </a:lnTo>
                  <a:lnTo>
                    <a:pt x="113893" y="526186"/>
                  </a:lnTo>
                  <a:lnTo>
                    <a:pt x="116078" y="524294"/>
                  </a:lnTo>
                  <a:lnTo>
                    <a:pt x="117335" y="521195"/>
                  </a:lnTo>
                  <a:lnTo>
                    <a:pt x="117335" y="514591"/>
                  </a:lnTo>
                  <a:close/>
                </a:path>
                <a:path w="2747010" h="2288540">
                  <a:moveTo>
                    <a:pt x="133007" y="883640"/>
                  </a:moveTo>
                  <a:lnTo>
                    <a:pt x="131737" y="880541"/>
                  </a:lnTo>
                  <a:lnTo>
                    <a:pt x="129565" y="878649"/>
                  </a:lnTo>
                  <a:lnTo>
                    <a:pt x="125196" y="874229"/>
                  </a:lnTo>
                  <a:lnTo>
                    <a:pt x="117335" y="874229"/>
                  </a:lnTo>
                  <a:lnTo>
                    <a:pt x="112915" y="878649"/>
                  </a:lnTo>
                  <a:lnTo>
                    <a:pt x="110794" y="880833"/>
                  </a:lnTo>
                  <a:lnTo>
                    <a:pt x="109537" y="883640"/>
                  </a:lnTo>
                  <a:lnTo>
                    <a:pt x="109537" y="887082"/>
                  </a:lnTo>
                  <a:lnTo>
                    <a:pt x="109537" y="890244"/>
                  </a:lnTo>
                  <a:lnTo>
                    <a:pt x="110794" y="893051"/>
                  </a:lnTo>
                  <a:lnTo>
                    <a:pt x="112915" y="895235"/>
                  </a:lnTo>
                  <a:lnTo>
                    <a:pt x="115163" y="897420"/>
                  </a:lnTo>
                  <a:lnTo>
                    <a:pt x="118262" y="898677"/>
                  </a:lnTo>
                  <a:lnTo>
                    <a:pt x="124510" y="898677"/>
                  </a:lnTo>
                  <a:lnTo>
                    <a:pt x="127317" y="897420"/>
                  </a:lnTo>
                  <a:lnTo>
                    <a:pt x="131737" y="893051"/>
                  </a:lnTo>
                  <a:lnTo>
                    <a:pt x="133007" y="890244"/>
                  </a:lnTo>
                  <a:lnTo>
                    <a:pt x="133007" y="883640"/>
                  </a:lnTo>
                  <a:close/>
                </a:path>
                <a:path w="2747010" h="2288540">
                  <a:moveTo>
                    <a:pt x="148615" y="1134046"/>
                  </a:moveTo>
                  <a:lnTo>
                    <a:pt x="147345" y="1131176"/>
                  </a:lnTo>
                  <a:lnTo>
                    <a:pt x="145161" y="1128991"/>
                  </a:lnTo>
                  <a:lnTo>
                    <a:pt x="140804" y="1124635"/>
                  </a:lnTo>
                  <a:lnTo>
                    <a:pt x="133007" y="1124635"/>
                  </a:lnTo>
                  <a:lnTo>
                    <a:pt x="126403" y="1131176"/>
                  </a:lnTo>
                  <a:lnTo>
                    <a:pt x="125196" y="1134275"/>
                  </a:lnTo>
                  <a:lnTo>
                    <a:pt x="125196" y="1140294"/>
                  </a:lnTo>
                  <a:lnTo>
                    <a:pt x="126403" y="1143457"/>
                  </a:lnTo>
                  <a:lnTo>
                    <a:pt x="130759" y="1147749"/>
                  </a:lnTo>
                  <a:lnTo>
                    <a:pt x="133858" y="1149019"/>
                  </a:lnTo>
                  <a:lnTo>
                    <a:pt x="140169" y="1149019"/>
                  </a:lnTo>
                  <a:lnTo>
                    <a:pt x="142989" y="1147749"/>
                  </a:lnTo>
                  <a:lnTo>
                    <a:pt x="147345" y="1143393"/>
                  </a:lnTo>
                  <a:lnTo>
                    <a:pt x="148615" y="1140637"/>
                  </a:lnTo>
                  <a:lnTo>
                    <a:pt x="148615" y="1134046"/>
                  </a:lnTo>
                  <a:close/>
                </a:path>
                <a:path w="2747010" h="2288540">
                  <a:moveTo>
                    <a:pt x="148615" y="930579"/>
                  </a:moveTo>
                  <a:lnTo>
                    <a:pt x="147345" y="927481"/>
                  </a:lnTo>
                  <a:lnTo>
                    <a:pt x="145161" y="925588"/>
                  </a:lnTo>
                  <a:lnTo>
                    <a:pt x="140804" y="921232"/>
                  </a:lnTo>
                  <a:lnTo>
                    <a:pt x="133007" y="921232"/>
                  </a:lnTo>
                  <a:lnTo>
                    <a:pt x="126403" y="927773"/>
                  </a:lnTo>
                  <a:lnTo>
                    <a:pt x="125196" y="930579"/>
                  </a:lnTo>
                  <a:lnTo>
                    <a:pt x="125196" y="936828"/>
                  </a:lnTo>
                  <a:lnTo>
                    <a:pt x="126403" y="939990"/>
                  </a:lnTo>
                  <a:lnTo>
                    <a:pt x="130759" y="944346"/>
                  </a:lnTo>
                  <a:lnTo>
                    <a:pt x="133858" y="945616"/>
                  </a:lnTo>
                  <a:lnTo>
                    <a:pt x="140169" y="945616"/>
                  </a:lnTo>
                  <a:lnTo>
                    <a:pt x="142989" y="944346"/>
                  </a:lnTo>
                  <a:lnTo>
                    <a:pt x="147345" y="939990"/>
                  </a:lnTo>
                  <a:lnTo>
                    <a:pt x="148615" y="937183"/>
                  </a:lnTo>
                  <a:lnTo>
                    <a:pt x="148615" y="930579"/>
                  </a:lnTo>
                  <a:close/>
                </a:path>
                <a:path w="2747010" h="2288540">
                  <a:moveTo>
                    <a:pt x="148615" y="593140"/>
                  </a:moveTo>
                  <a:lnTo>
                    <a:pt x="147345" y="589991"/>
                  </a:lnTo>
                  <a:lnTo>
                    <a:pt x="145161" y="587806"/>
                  </a:lnTo>
                  <a:lnTo>
                    <a:pt x="140169" y="583095"/>
                  </a:lnTo>
                  <a:lnTo>
                    <a:pt x="133286" y="583450"/>
                  </a:lnTo>
                  <a:lnTo>
                    <a:pt x="128930" y="587514"/>
                  </a:lnTo>
                  <a:lnTo>
                    <a:pt x="126403" y="589991"/>
                  </a:lnTo>
                  <a:lnTo>
                    <a:pt x="125196" y="593140"/>
                  </a:lnTo>
                  <a:lnTo>
                    <a:pt x="125196" y="599401"/>
                  </a:lnTo>
                  <a:lnTo>
                    <a:pt x="126403" y="602551"/>
                  </a:lnTo>
                  <a:lnTo>
                    <a:pt x="128930" y="604393"/>
                  </a:lnTo>
                  <a:lnTo>
                    <a:pt x="130822" y="606564"/>
                  </a:lnTo>
                  <a:lnTo>
                    <a:pt x="133921" y="607834"/>
                  </a:lnTo>
                  <a:lnTo>
                    <a:pt x="137071" y="607834"/>
                  </a:lnTo>
                  <a:lnTo>
                    <a:pt x="140169" y="607834"/>
                  </a:lnTo>
                  <a:lnTo>
                    <a:pt x="142989" y="606564"/>
                  </a:lnTo>
                  <a:lnTo>
                    <a:pt x="145161" y="604393"/>
                  </a:lnTo>
                  <a:lnTo>
                    <a:pt x="147345" y="602551"/>
                  </a:lnTo>
                  <a:lnTo>
                    <a:pt x="148615" y="599401"/>
                  </a:lnTo>
                  <a:lnTo>
                    <a:pt x="148615" y="593140"/>
                  </a:lnTo>
                  <a:close/>
                </a:path>
                <a:path w="2747010" h="2288540">
                  <a:moveTo>
                    <a:pt x="195605" y="1540852"/>
                  </a:moveTo>
                  <a:lnTo>
                    <a:pt x="194335" y="1538033"/>
                  </a:lnTo>
                  <a:lnTo>
                    <a:pt x="192163" y="1535861"/>
                  </a:lnTo>
                  <a:lnTo>
                    <a:pt x="188366" y="1531835"/>
                  </a:lnTo>
                  <a:lnTo>
                    <a:pt x="180225" y="1531493"/>
                  </a:lnTo>
                  <a:lnTo>
                    <a:pt x="175006" y="1536319"/>
                  </a:lnTo>
                  <a:lnTo>
                    <a:pt x="174713" y="1537004"/>
                  </a:lnTo>
                  <a:lnTo>
                    <a:pt x="174320" y="1537576"/>
                  </a:lnTo>
                  <a:lnTo>
                    <a:pt x="178447" y="1543545"/>
                  </a:lnTo>
                  <a:lnTo>
                    <a:pt x="182753" y="1549450"/>
                  </a:lnTo>
                  <a:lnTo>
                    <a:pt x="186931" y="1555305"/>
                  </a:lnTo>
                  <a:lnTo>
                    <a:pt x="195605" y="1547164"/>
                  </a:lnTo>
                  <a:lnTo>
                    <a:pt x="195605" y="1540852"/>
                  </a:lnTo>
                  <a:close/>
                </a:path>
                <a:path w="2747010" h="2288540">
                  <a:moveTo>
                    <a:pt x="195605" y="1165593"/>
                  </a:moveTo>
                  <a:lnTo>
                    <a:pt x="194335" y="1162507"/>
                  </a:lnTo>
                  <a:lnTo>
                    <a:pt x="192163" y="1160322"/>
                  </a:lnTo>
                  <a:lnTo>
                    <a:pt x="188366" y="1156246"/>
                  </a:lnTo>
                  <a:lnTo>
                    <a:pt x="179933" y="1155903"/>
                  </a:lnTo>
                  <a:lnTo>
                    <a:pt x="175514" y="1160322"/>
                  </a:lnTo>
                  <a:lnTo>
                    <a:pt x="173393" y="1162507"/>
                  </a:lnTo>
                  <a:lnTo>
                    <a:pt x="172135" y="1165313"/>
                  </a:lnTo>
                  <a:lnTo>
                    <a:pt x="172135" y="1171905"/>
                  </a:lnTo>
                  <a:lnTo>
                    <a:pt x="173393" y="1175004"/>
                  </a:lnTo>
                  <a:lnTo>
                    <a:pt x="175869" y="1176909"/>
                  </a:lnTo>
                  <a:lnTo>
                    <a:pt x="177761" y="1179080"/>
                  </a:lnTo>
                  <a:lnTo>
                    <a:pt x="180860" y="1180350"/>
                  </a:lnTo>
                  <a:lnTo>
                    <a:pt x="187109" y="1180350"/>
                  </a:lnTo>
                  <a:lnTo>
                    <a:pt x="190271" y="1179080"/>
                  </a:lnTo>
                  <a:lnTo>
                    <a:pt x="192443" y="1176909"/>
                  </a:lnTo>
                  <a:lnTo>
                    <a:pt x="194335" y="1174724"/>
                  </a:lnTo>
                  <a:lnTo>
                    <a:pt x="195605" y="1171905"/>
                  </a:lnTo>
                  <a:lnTo>
                    <a:pt x="195605" y="1165593"/>
                  </a:lnTo>
                  <a:close/>
                </a:path>
                <a:path w="2747010" h="2288540">
                  <a:moveTo>
                    <a:pt x="195605" y="1071448"/>
                  </a:moveTo>
                  <a:lnTo>
                    <a:pt x="194335" y="1068628"/>
                  </a:lnTo>
                  <a:lnTo>
                    <a:pt x="192163" y="1066393"/>
                  </a:lnTo>
                  <a:lnTo>
                    <a:pt x="188366" y="1062380"/>
                  </a:lnTo>
                  <a:lnTo>
                    <a:pt x="180225" y="1062037"/>
                  </a:lnTo>
                  <a:lnTo>
                    <a:pt x="175514" y="1066393"/>
                  </a:lnTo>
                  <a:lnTo>
                    <a:pt x="173393" y="1068285"/>
                  </a:lnTo>
                  <a:lnTo>
                    <a:pt x="172135" y="1071448"/>
                  </a:lnTo>
                  <a:lnTo>
                    <a:pt x="172135" y="1078039"/>
                  </a:lnTo>
                  <a:lnTo>
                    <a:pt x="173393" y="1080846"/>
                  </a:lnTo>
                  <a:lnTo>
                    <a:pt x="177761" y="1085215"/>
                  </a:lnTo>
                  <a:lnTo>
                    <a:pt x="180860" y="1086472"/>
                  </a:lnTo>
                  <a:lnTo>
                    <a:pt x="187109" y="1086472"/>
                  </a:lnTo>
                  <a:lnTo>
                    <a:pt x="190271" y="1085215"/>
                  </a:lnTo>
                  <a:lnTo>
                    <a:pt x="192443" y="1082979"/>
                  </a:lnTo>
                  <a:lnTo>
                    <a:pt x="194335" y="1080846"/>
                  </a:lnTo>
                  <a:lnTo>
                    <a:pt x="195605" y="1077696"/>
                  </a:lnTo>
                  <a:lnTo>
                    <a:pt x="195605" y="1071448"/>
                  </a:lnTo>
                  <a:close/>
                </a:path>
                <a:path w="2747010" h="2288540">
                  <a:moveTo>
                    <a:pt x="195605" y="483260"/>
                  </a:moveTo>
                  <a:lnTo>
                    <a:pt x="194335" y="480453"/>
                  </a:lnTo>
                  <a:lnTo>
                    <a:pt x="192163" y="478269"/>
                  </a:lnTo>
                  <a:lnTo>
                    <a:pt x="188366" y="474256"/>
                  </a:lnTo>
                  <a:lnTo>
                    <a:pt x="180225" y="473913"/>
                  </a:lnTo>
                  <a:lnTo>
                    <a:pt x="175514" y="478269"/>
                  </a:lnTo>
                  <a:lnTo>
                    <a:pt x="173393" y="480161"/>
                  </a:lnTo>
                  <a:lnTo>
                    <a:pt x="172135" y="483260"/>
                  </a:lnTo>
                  <a:lnTo>
                    <a:pt x="172135" y="489864"/>
                  </a:lnTo>
                  <a:lnTo>
                    <a:pt x="173393" y="492671"/>
                  </a:lnTo>
                  <a:lnTo>
                    <a:pt x="175514" y="494855"/>
                  </a:lnTo>
                  <a:lnTo>
                    <a:pt x="177761" y="497039"/>
                  </a:lnTo>
                  <a:lnTo>
                    <a:pt x="180860" y="498297"/>
                  </a:lnTo>
                  <a:lnTo>
                    <a:pt x="187109" y="498297"/>
                  </a:lnTo>
                  <a:lnTo>
                    <a:pt x="190271" y="497039"/>
                  </a:lnTo>
                  <a:lnTo>
                    <a:pt x="192443" y="494855"/>
                  </a:lnTo>
                  <a:lnTo>
                    <a:pt x="194335" y="492671"/>
                  </a:lnTo>
                  <a:lnTo>
                    <a:pt x="195605" y="489572"/>
                  </a:lnTo>
                  <a:lnTo>
                    <a:pt x="195605" y="486702"/>
                  </a:lnTo>
                  <a:lnTo>
                    <a:pt x="195605" y="483260"/>
                  </a:lnTo>
                  <a:close/>
                </a:path>
                <a:path w="2747010" h="2288540">
                  <a:moveTo>
                    <a:pt x="211213" y="1493913"/>
                  </a:moveTo>
                  <a:lnTo>
                    <a:pt x="210007" y="1491107"/>
                  </a:lnTo>
                  <a:lnTo>
                    <a:pt x="207772" y="1488922"/>
                  </a:lnTo>
                  <a:lnTo>
                    <a:pt x="203403" y="1484566"/>
                  </a:lnTo>
                  <a:lnTo>
                    <a:pt x="195605" y="1484566"/>
                  </a:lnTo>
                  <a:lnTo>
                    <a:pt x="189001" y="1491107"/>
                  </a:lnTo>
                  <a:lnTo>
                    <a:pt x="187744" y="1494205"/>
                  </a:lnTo>
                  <a:lnTo>
                    <a:pt x="187744" y="1497355"/>
                  </a:lnTo>
                  <a:lnTo>
                    <a:pt x="187744" y="1500174"/>
                  </a:lnTo>
                  <a:lnTo>
                    <a:pt x="189001" y="1503324"/>
                  </a:lnTo>
                  <a:lnTo>
                    <a:pt x="193370" y="1507680"/>
                  </a:lnTo>
                  <a:lnTo>
                    <a:pt x="196519" y="1508950"/>
                  </a:lnTo>
                  <a:lnTo>
                    <a:pt x="202768" y="1508950"/>
                  </a:lnTo>
                  <a:lnTo>
                    <a:pt x="205587" y="1507680"/>
                  </a:lnTo>
                  <a:lnTo>
                    <a:pt x="210007" y="1503324"/>
                  </a:lnTo>
                  <a:lnTo>
                    <a:pt x="211213" y="1500517"/>
                  </a:lnTo>
                  <a:lnTo>
                    <a:pt x="211213" y="1493913"/>
                  </a:lnTo>
                  <a:close/>
                </a:path>
                <a:path w="2747010" h="2288540">
                  <a:moveTo>
                    <a:pt x="211213" y="436333"/>
                  </a:moveTo>
                  <a:lnTo>
                    <a:pt x="210007" y="433514"/>
                  </a:lnTo>
                  <a:lnTo>
                    <a:pt x="207772" y="431342"/>
                  </a:lnTo>
                  <a:lnTo>
                    <a:pt x="203403" y="426974"/>
                  </a:lnTo>
                  <a:lnTo>
                    <a:pt x="195605" y="426974"/>
                  </a:lnTo>
                  <a:lnTo>
                    <a:pt x="189001" y="433514"/>
                  </a:lnTo>
                  <a:lnTo>
                    <a:pt x="187744" y="436613"/>
                  </a:lnTo>
                  <a:lnTo>
                    <a:pt x="187744" y="442582"/>
                  </a:lnTo>
                  <a:lnTo>
                    <a:pt x="189001" y="445744"/>
                  </a:lnTo>
                  <a:lnTo>
                    <a:pt x="193370" y="450100"/>
                  </a:lnTo>
                  <a:lnTo>
                    <a:pt x="196519" y="451358"/>
                  </a:lnTo>
                  <a:lnTo>
                    <a:pt x="199669" y="451358"/>
                  </a:lnTo>
                  <a:lnTo>
                    <a:pt x="202768" y="451358"/>
                  </a:lnTo>
                  <a:lnTo>
                    <a:pt x="205587" y="450100"/>
                  </a:lnTo>
                  <a:lnTo>
                    <a:pt x="210007" y="445744"/>
                  </a:lnTo>
                  <a:lnTo>
                    <a:pt x="211213" y="442925"/>
                  </a:lnTo>
                  <a:lnTo>
                    <a:pt x="211213" y="436333"/>
                  </a:lnTo>
                  <a:close/>
                </a:path>
                <a:path w="2747010" h="2288540">
                  <a:moveTo>
                    <a:pt x="226872" y="1243571"/>
                  </a:moveTo>
                  <a:lnTo>
                    <a:pt x="225615" y="1240421"/>
                  </a:lnTo>
                  <a:lnTo>
                    <a:pt x="223431" y="1238529"/>
                  </a:lnTo>
                  <a:lnTo>
                    <a:pt x="219646" y="1234516"/>
                  </a:lnTo>
                  <a:lnTo>
                    <a:pt x="211493" y="1234160"/>
                  </a:lnTo>
                  <a:lnTo>
                    <a:pt x="206844" y="1238529"/>
                  </a:lnTo>
                  <a:lnTo>
                    <a:pt x="204673" y="1240764"/>
                  </a:lnTo>
                  <a:lnTo>
                    <a:pt x="203403" y="1243571"/>
                  </a:lnTo>
                  <a:lnTo>
                    <a:pt x="203403" y="1247013"/>
                  </a:lnTo>
                  <a:lnTo>
                    <a:pt x="203403" y="1249832"/>
                  </a:lnTo>
                  <a:lnTo>
                    <a:pt x="204673" y="1252982"/>
                  </a:lnTo>
                  <a:lnTo>
                    <a:pt x="209029" y="1257350"/>
                  </a:lnTo>
                  <a:lnTo>
                    <a:pt x="212128" y="1258608"/>
                  </a:lnTo>
                  <a:lnTo>
                    <a:pt x="218376" y="1258608"/>
                  </a:lnTo>
                  <a:lnTo>
                    <a:pt x="221589" y="1257350"/>
                  </a:lnTo>
                  <a:lnTo>
                    <a:pt x="223710" y="1255166"/>
                  </a:lnTo>
                  <a:lnTo>
                    <a:pt x="225615" y="1252982"/>
                  </a:lnTo>
                  <a:lnTo>
                    <a:pt x="226872" y="1249832"/>
                  </a:lnTo>
                  <a:lnTo>
                    <a:pt x="226872" y="1243571"/>
                  </a:lnTo>
                  <a:close/>
                </a:path>
                <a:path w="2747010" h="2288540">
                  <a:moveTo>
                    <a:pt x="242531" y="1603451"/>
                  </a:moveTo>
                  <a:lnTo>
                    <a:pt x="241274" y="1600631"/>
                  </a:lnTo>
                  <a:lnTo>
                    <a:pt x="239090" y="1598396"/>
                  </a:lnTo>
                  <a:lnTo>
                    <a:pt x="235026" y="1594091"/>
                  </a:lnTo>
                  <a:lnTo>
                    <a:pt x="226872" y="1594091"/>
                  </a:lnTo>
                  <a:lnTo>
                    <a:pt x="222453" y="1598396"/>
                  </a:lnTo>
                  <a:lnTo>
                    <a:pt x="221881" y="1599031"/>
                  </a:lnTo>
                  <a:lnTo>
                    <a:pt x="221538" y="1599831"/>
                  </a:lnTo>
                  <a:lnTo>
                    <a:pt x="221081" y="1600581"/>
                  </a:lnTo>
                  <a:lnTo>
                    <a:pt x="230022" y="1612112"/>
                  </a:lnTo>
                  <a:lnTo>
                    <a:pt x="234619" y="1617738"/>
                  </a:lnTo>
                  <a:lnTo>
                    <a:pt x="236397" y="1617167"/>
                  </a:lnTo>
                  <a:lnTo>
                    <a:pt x="238112" y="1616354"/>
                  </a:lnTo>
                  <a:lnTo>
                    <a:pt x="239382" y="1615033"/>
                  </a:lnTo>
                  <a:lnTo>
                    <a:pt x="241274" y="1613141"/>
                  </a:lnTo>
                  <a:lnTo>
                    <a:pt x="242531" y="1610042"/>
                  </a:lnTo>
                  <a:lnTo>
                    <a:pt x="242531" y="1603451"/>
                  </a:lnTo>
                  <a:close/>
                </a:path>
                <a:path w="2747010" h="2288540">
                  <a:moveTo>
                    <a:pt x="242531" y="1149997"/>
                  </a:moveTo>
                  <a:lnTo>
                    <a:pt x="241274" y="1146835"/>
                  </a:lnTo>
                  <a:lnTo>
                    <a:pt x="239039" y="1144651"/>
                  </a:lnTo>
                  <a:lnTo>
                    <a:pt x="235305" y="1140294"/>
                  </a:lnTo>
                  <a:lnTo>
                    <a:pt x="226872" y="1140294"/>
                  </a:lnTo>
                  <a:lnTo>
                    <a:pt x="222453" y="1144651"/>
                  </a:lnTo>
                  <a:lnTo>
                    <a:pt x="220332" y="1146835"/>
                  </a:lnTo>
                  <a:lnTo>
                    <a:pt x="219075" y="1149997"/>
                  </a:lnTo>
                  <a:lnTo>
                    <a:pt x="219075" y="1156246"/>
                  </a:lnTo>
                  <a:lnTo>
                    <a:pt x="220332" y="1159408"/>
                  </a:lnTo>
                  <a:lnTo>
                    <a:pt x="222796" y="1161237"/>
                  </a:lnTo>
                  <a:lnTo>
                    <a:pt x="224688" y="1163421"/>
                  </a:lnTo>
                  <a:lnTo>
                    <a:pt x="227787" y="1164678"/>
                  </a:lnTo>
                  <a:lnTo>
                    <a:pt x="234048" y="1164678"/>
                  </a:lnTo>
                  <a:lnTo>
                    <a:pt x="237197" y="1163472"/>
                  </a:lnTo>
                  <a:lnTo>
                    <a:pt x="239382" y="1161237"/>
                  </a:lnTo>
                  <a:lnTo>
                    <a:pt x="241274" y="1159408"/>
                  </a:lnTo>
                  <a:lnTo>
                    <a:pt x="242531" y="1156246"/>
                  </a:lnTo>
                  <a:lnTo>
                    <a:pt x="242531" y="1149997"/>
                  </a:lnTo>
                  <a:close/>
                </a:path>
                <a:path w="2747010" h="2288540">
                  <a:moveTo>
                    <a:pt x="242531" y="545858"/>
                  </a:moveTo>
                  <a:lnTo>
                    <a:pt x="241274" y="543052"/>
                  </a:lnTo>
                  <a:lnTo>
                    <a:pt x="239039" y="540867"/>
                  </a:lnTo>
                  <a:lnTo>
                    <a:pt x="235026" y="536511"/>
                  </a:lnTo>
                  <a:lnTo>
                    <a:pt x="226872" y="536511"/>
                  </a:lnTo>
                  <a:lnTo>
                    <a:pt x="222453" y="540867"/>
                  </a:lnTo>
                  <a:lnTo>
                    <a:pt x="220332" y="543052"/>
                  </a:lnTo>
                  <a:lnTo>
                    <a:pt x="219075" y="546150"/>
                  </a:lnTo>
                  <a:lnTo>
                    <a:pt x="219075" y="552462"/>
                  </a:lnTo>
                  <a:lnTo>
                    <a:pt x="220332" y="555612"/>
                  </a:lnTo>
                  <a:lnTo>
                    <a:pt x="222796" y="557453"/>
                  </a:lnTo>
                  <a:lnTo>
                    <a:pt x="224688" y="559638"/>
                  </a:lnTo>
                  <a:lnTo>
                    <a:pt x="227787" y="560895"/>
                  </a:lnTo>
                  <a:lnTo>
                    <a:pt x="234048" y="560895"/>
                  </a:lnTo>
                  <a:lnTo>
                    <a:pt x="237197" y="559638"/>
                  </a:lnTo>
                  <a:lnTo>
                    <a:pt x="241274" y="555612"/>
                  </a:lnTo>
                  <a:lnTo>
                    <a:pt x="242531" y="552462"/>
                  </a:lnTo>
                  <a:lnTo>
                    <a:pt x="242531" y="549300"/>
                  </a:lnTo>
                  <a:lnTo>
                    <a:pt x="242531" y="545858"/>
                  </a:lnTo>
                  <a:close/>
                </a:path>
                <a:path w="2747010" h="2288540">
                  <a:moveTo>
                    <a:pt x="258140" y="1431315"/>
                  </a:moveTo>
                  <a:lnTo>
                    <a:pt x="256882" y="1428216"/>
                  </a:lnTo>
                  <a:lnTo>
                    <a:pt x="254698" y="1426324"/>
                  </a:lnTo>
                  <a:lnTo>
                    <a:pt x="250964" y="1422311"/>
                  </a:lnTo>
                  <a:lnTo>
                    <a:pt x="242824" y="1421968"/>
                  </a:lnTo>
                  <a:lnTo>
                    <a:pt x="238112" y="1426324"/>
                  </a:lnTo>
                  <a:lnTo>
                    <a:pt x="235940" y="1428508"/>
                  </a:lnTo>
                  <a:lnTo>
                    <a:pt x="234734" y="1431315"/>
                  </a:lnTo>
                  <a:lnTo>
                    <a:pt x="234734" y="1434757"/>
                  </a:lnTo>
                  <a:lnTo>
                    <a:pt x="234734" y="1437563"/>
                  </a:lnTo>
                  <a:lnTo>
                    <a:pt x="235940" y="1440726"/>
                  </a:lnTo>
                  <a:lnTo>
                    <a:pt x="240296" y="1445082"/>
                  </a:lnTo>
                  <a:lnTo>
                    <a:pt x="243459" y="1446352"/>
                  </a:lnTo>
                  <a:lnTo>
                    <a:pt x="249707" y="1446352"/>
                  </a:lnTo>
                  <a:lnTo>
                    <a:pt x="252869" y="1445082"/>
                  </a:lnTo>
                  <a:lnTo>
                    <a:pt x="254990" y="1442910"/>
                  </a:lnTo>
                  <a:lnTo>
                    <a:pt x="256882" y="1440726"/>
                  </a:lnTo>
                  <a:lnTo>
                    <a:pt x="258140" y="1437919"/>
                  </a:lnTo>
                  <a:lnTo>
                    <a:pt x="258140" y="1431315"/>
                  </a:lnTo>
                  <a:close/>
                </a:path>
                <a:path w="2747010" h="2288540">
                  <a:moveTo>
                    <a:pt x="258140" y="789774"/>
                  </a:moveTo>
                  <a:lnTo>
                    <a:pt x="256882" y="786968"/>
                  </a:lnTo>
                  <a:lnTo>
                    <a:pt x="254698" y="784720"/>
                  </a:lnTo>
                  <a:lnTo>
                    <a:pt x="250964" y="780707"/>
                  </a:lnTo>
                  <a:lnTo>
                    <a:pt x="242531" y="780364"/>
                  </a:lnTo>
                  <a:lnTo>
                    <a:pt x="238112" y="784720"/>
                  </a:lnTo>
                  <a:lnTo>
                    <a:pt x="235940" y="786968"/>
                  </a:lnTo>
                  <a:lnTo>
                    <a:pt x="234734" y="790067"/>
                  </a:lnTo>
                  <a:lnTo>
                    <a:pt x="234734" y="796023"/>
                  </a:lnTo>
                  <a:lnTo>
                    <a:pt x="235940" y="799185"/>
                  </a:lnTo>
                  <a:lnTo>
                    <a:pt x="238112" y="801370"/>
                  </a:lnTo>
                  <a:lnTo>
                    <a:pt x="240360" y="803541"/>
                  </a:lnTo>
                  <a:lnTo>
                    <a:pt x="243459" y="804811"/>
                  </a:lnTo>
                  <a:lnTo>
                    <a:pt x="249707" y="804811"/>
                  </a:lnTo>
                  <a:lnTo>
                    <a:pt x="252869" y="803541"/>
                  </a:lnTo>
                  <a:lnTo>
                    <a:pt x="254990" y="801370"/>
                  </a:lnTo>
                  <a:lnTo>
                    <a:pt x="256882" y="799185"/>
                  </a:lnTo>
                  <a:lnTo>
                    <a:pt x="258140" y="795972"/>
                  </a:lnTo>
                  <a:lnTo>
                    <a:pt x="258140" y="789774"/>
                  </a:lnTo>
                  <a:close/>
                </a:path>
                <a:path w="2747010" h="2288540">
                  <a:moveTo>
                    <a:pt x="258140" y="373735"/>
                  </a:moveTo>
                  <a:lnTo>
                    <a:pt x="256882" y="370636"/>
                  </a:lnTo>
                  <a:lnTo>
                    <a:pt x="254698" y="368731"/>
                  </a:lnTo>
                  <a:lnTo>
                    <a:pt x="250964" y="364718"/>
                  </a:lnTo>
                  <a:lnTo>
                    <a:pt x="242824" y="364375"/>
                  </a:lnTo>
                  <a:lnTo>
                    <a:pt x="238112" y="368731"/>
                  </a:lnTo>
                  <a:lnTo>
                    <a:pt x="235940" y="370916"/>
                  </a:lnTo>
                  <a:lnTo>
                    <a:pt x="234734" y="373735"/>
                  </a:lnTo>
                  <a:lnTo>
                    <a:pt x="234734" y="380047"/>
                  </a:lnTo>
                  <a:lnTo>
                    <a:pt x="235940" y="383133"/>
                  </a:lnTo>
                  <a:lnTo>
                    <a:pt x="240296" y="387502"/>
                  </a:lnTo>
                  <a:lnTo>
                    <a:pt x="243459" y="388759"/>
                  </a:lnTo>
                  <a:lnTo>
                    <a:pt x="246608" y="388759"/>
                  </a:lnTo>
                  <a:lnTo>
                    <a:pt x="249707" y="388759"/>
                  </a:lnTo>
                  <a:lnTo>
                    <a:pt x="252869" y="387502"/>
                  </a:lnTo>
                  <a:lnTo>
                    <a:pt x="254990" y="385318"/>
                  </a:lnTo>
                  <a:lnTo>
                    <a:pt x="256882" y="383133"/>
                  </a:lnTo>
                  <a:lnTo>
                    <a:pt x="258140" y="380326"/>
                  </a:lnTo>
                  <a:lnTo>
                    <a:pt x="258140" y="373735"/>
                  </a:lnTo>
                  <a:close/>
                </a:path>
                <a:path w="2747010" h="2288540">
                  <a:moveTo>
                    <a:pt x="258140" y="279857"/>
                  </a:moveTo>
                  <a:lnTo>
                    <a:pt x="256882" y="276758"/>
                  </a:lnTo>
                  <a:lnTo>
                    <a:pt x="254698" y="274866"/>
                  </a:lnTo>
                  <a:lnTo>
                    <a:pt x="250964" y="270789"/>
                  </a:lnTo>
                  <a:lnTo>
                    <a:pt x="242531" y="270446"/>
                  </a:lnTo>
                  <a:lnTo>
                    <a:pt x="235940" y="277050"/>
                  </a:lnTo>
                  <a:lnTo>
                    <a:pt x="234734" y="279857"/>
                  </a:lnTo>
                  <a:lnTo>
                    <a:pt x="234734" y="286118"/>
                  </a:lnTo>
                  <a:lnTo>
                    <a:pt x="235940" y="289267"/>
                  </a:lnTo>
                  <a:lnTo>
                    <a:pt x="238112" y="291452"/>
                  </a:lnTo>
                  <a:lnTo>
                    <a:pt x="240639" y="293636"/>
                  </a:lnTo>
                  <a:lnTo>
                    <a:pt x="243459" y="294894"/>
                  </a:lnTo>
                  <a:lnTo>
                    <a:pt x="246608" y="294894"/>
                  </a:lnTo>
                  <a:lnTo>
                    <a:pt x="249707" y="294894"/>
                  </a:lnTo>
                  <a:lnTo>
                    <a:pt x="252514" y="293636"/>
                  </a:lnTo>
                  <a:lnTo>
                    <a:pt x="256882" y="289267"/>
                  </a:lnTo>
                  <a:lnTo>
                    <a:pt x="258140" y="286118"/>
                  </a:lnTo>
                  <a:lnTo>
                    <a:pt x="258140" y="279857"/>
                  </a:lnTo>
                  <a:close/>
                </a:path>
                <a:path w="2747010" h="2288540">
                  <a:moveTo>
                    <a:pt x="258203" y="1343698"/>
                  </a:moveTo>
                  <a:lnTo>
                    <a:pt x="258140" y="1340891"/>
                  </a:lnTo>
                  <a:lnTo>
                    <a:pt x="258140" y="1337449"/>
                  </a:lnTo>
                  <a:lnTo>
                    <a:pt x="256882" y="1334350"/>
                  </a:lnTo>
                  <a:lnTo>
                    <a:pt x="254698" y="1332458"/>
                  </a:lnTo>
                  <a:lnTo>
                    <a:pt x="250964" y="1328381"/>
                  </a:lnTo>
                  <a:lnTo>
                    <a:pt x="242531" y="1328039"/>
                  </a:lnTo>
                  <a:lnTo>
                    <a:pt x="235940" y="1334630"/>
                  </a:lnTo>
                  <a:lnTo>
                    <a:pt x="234734" y="1337449"/>
                  </a:lnTo>
                  <a:lnTo>
                    <a:pt x="234734" y="1343698"/>
                  </a:lnTo>
                  <a:lnTo>
                    <a:pt x="235940" y="1346860"/>
                  </a:lnTo>
                  <a:lnTo>
                    <a:pt x="238112" y="1349032"/>
                  </a:lnTo>
                  <a:lnTo>
                    <a:pt x="240639" y="1351216"/>
                  </a:lnTo>
                  <a:lnTo>
                    <a:pt x="243459" y="1352473"/>
                  </a:lnTo>
                  <a:lnTo>
                    <a:pt x="249707" y="1352473"/>
                  </a:lnTo>
                  <a:lnTo>
                    <a:pt x="252514" y="1351216"/>
                  </a:lnTo>
                  <a:lnTo>
                    <a:pt x="254698" y="1349032"/>
                  </a:lnTo>
                  <a:lnTo>
                    <a:pt x="256933" y="1346860"/>
                  </a:lnTo>
                  <a:lnTo>
                    <a:pt x="258203" y="1343698"/>
                  </a:lnTo>
                  <a:close/>
                </a:path>
                <a:path w="2747010" h="2288540">
                  <a:moveTo>
                    <a:pt x="273812" y="1525524"/>
                  </a:moveTo>
                  <a:lnTo>
                    <a:pt x="272605" y="1522374"/>
                  </a:lnTo>
                  <a:lnTo>
                    <a:pt x="270370" y="1520190"/>
                  </a:lnTo>
                  <a:lnTo>
                    <a:pt x="266636" y="1516176"/>
                  </a:lnTo>
                  <a:lnTo>
                    <a:pt x="258203" y="1515833"/>
                  </a:lnTo>
                  <a:lnTo>
                    <a:pt x="251599" y="1522374"/>
                  </a:lnTo>
                  <a:lnTo>
                    <a:pt x="250342" y="1525524"/>
                  </a:lnTo>
                  <a:lnTo>
                    <a:pt x="250342" y="1531493"/>
                  </a:lnTo>
                  <a:lnTo>
                    <a:pt x="251599" y="1534655"/>
                  </a:lnTo>
                  <a:lnTo>
                    <a:pt x="255968" y="1538960"/>
                  </a:lnTo>
                  <a:lnTo>
                    <a:pt x="259118" y="1540281"/>
                  </a:lnTo>
                  <a:lnTo>
                    <a:pt x="265366" y="1540281"/>
                  </a:lnTo>
                  <a:lnTo>
                    <a:pt x="268465" y="1538960"/>
                  </a:lnTo>
                  <a:lnTo>
                    <a:pt x="270649" y="1536776"/>
                  </a:lnTo>
                  <a:lnTo>
                    <a:pt x="272605" y="1534591"/>
                  </a:lnTo>
                  <a:lnTo>
                    <a:pt x="273812" y="1531442"/>
                  </a:lnTo>
                  <a:lnTo>
                    <a:pt x="273812" y="1525524"/>
                  </a:lnTo>
                  <a:close/>
                </a:path>
                <a:path w="2747010" h="2288540">
                  <a:moveTo>
                    <a:pt x="273812" y="467944"/>
                  </a:moveTo>
                  <a:lnTo>
                    <a:pt x="272605" y="464781"/>
                  </a:lnTo>
                  <a:lnTo>
                    <a:pt x="270370" y="462610"/>
                  </a:lnTo>
                  <a:lnTo>
                    <a:pt x="266636" y="458597"/>
                  </a:lnTo>
                  <a:lnTo>
                    <a:pt x="258203" y="458241"/>
                  </a:lnTo>
                  <a:lnTo>
                    <a:pt x="251599" y="464781"/>
                  </a:lnTo>
                  <a:lnTo>
                    <a:pt x="250342" y="467944"/>
                  </a:lnTo>
                  <a:lnTo>
                    <a:pt x="250342" y="473913"/>
                  </a:lnTo>
                  <a:lnTo>
                    <a:pt x="251599" y="477062"/>
                  </a:lnTo>
                  <a:lnTo>
                    <a:pt x="255968" y="481431"/>
                  </a:lnTo>
                  <a:lnTo>
                    <a:pt x="259118" y="482688"/>
                  </a:lnTo>
                  <a:lnTo>
                    <a:pt x="265366" y="482688"/>
                  </a:lnTo>
                  <a:lnTo>
                    <a:pt x="268465" y="481431"/>
                  </a:lnTo>
                  <a:lnTo>
                    <a:pt x="270649" y="479247"/>
                  </a:lnTo>
                  <a:lnTo>
                    <a:pt x="272605" y="477062"/>
                  </a:lnTo>
                  <a:lnTo>
                    <a:pt x="273812" y="473913"/>
                  </a:lnTo>
                  <a:lnTo>
                    <a:pt x="273812" y="471093"/>
                  </a:lnTo>
                  <a:lnTo>
                    <a:pt x="273812" y="467944"/>
                  </a:lnTo>
                  <a:close/>
                </a:path>
                <a:path w="2747010" h="2288540">
                  <a:moveTo>
                    <a:pt x="289471" y="1384376"/>
                  </a:moveTo>
                  <a:lnTo>
                    <a:pt x="288213" y="1381569"/>
                  </a:lnTo>
                  <a:lnTo>
                    <a:pt x="281673" y="1375029"/>
                  </a:lnTo>
                  <a:lnTo>
                    <a:pt x="273812" y="1375029"/>
                  </a:lnTo>
                  <a:lnTo>
                    <a:pt x="267271" y="1381569"/>
                  </a:lnTo>
                  <a:lnTo>
                    <a:pt x="266001" y="1384668"/>
                  </a:lnTo>
                  <a:lnTo>
                    <a:pt x="266001" y="1387817"/>
                  </a:lnTo>
                  <a:lnTo>
                    <a:pt x="266001" y="1390637"/>
                  </a:lnTo>
                  <a:lnTo>
                    <a:pt x="267271" y="1393786"/>
                  </a:lnTo>
                  <a:lnTo>
                    <a:pt x="271627" y="1398155"/>
                  </a:lnTo>
                  <a:lnTo>
                    <a:pt x="274726" y="1399413"/>
                  </a:lnTo>
                  <a:lnTo>
                    <a:pt x="281038" y="1399413"/>
                  </a:lnTo>
                  <a:lnTo>
                    <a:pt x="283845" y="1398155"/>
                  </a:lnTo>
                  <a:lnTo>
                    <a:pt x="288213" y="1393786"/>
                  </a:lnTo>
                  <a:lnTo>
                    <a:pt x="289471" y="1390980"/>
                  </a:lnTo>
                  <a:lnTo>
                    <a:pt x="289471" y="1384376"/>
                  </a:lnTo>
                  <a:close/>
                </a:path>
                <a:path w="2747010" h="2288540">
                  <a:moveTo>
                    <a:pt x="289471" y="326796"/>
                  </a:moveTo>
                  <a:lnTo>
                    <a:pt x="288213" y="323989"/>
                  </a:lnTo>
                  <a:lnTo>
                    <a:pt x="281673" y="317385"/>
                  </a:lnTo>
                  <a:lnTo>
                    <a:pt x="273812" y="317385"/>
                  </a:lnTo>
                  <a:lnTo>
                    <a:pt x="267271" y="323989"/>
                  </a:lnTo>
                  <a:lnTo>
                    <a:pt x="266001" y="327075"/>
                  </a:lnTo>
                  <a:lnTo>
                    <a:pt x="266001" y="333044"/>
                  </a:lnTo>
                  <a:lnTo>
                    <a:pt x="267271" y="336207"/>
                  </a:lnTo>
                  <a:lnTo>
                    <a:pt x="269443" y="338391"/>
                  </a:lnTo>
                  <a:lnTo>
                    <a:pt x="271627" y="340563"/>
                  </a:lnTo>
                  <a:lnTo>
                    <a:pt x="274726" y="341833"/>
                  </a:lnTo>
                  <a:lnTo>
                    <a:pt x="281038" y="341833"/>
                  </a:lnTo>
                  <a:lnTo>
                    <a:pt x="283845" y="340563"/>
                  </a:lnTo>
                  <a:lnTo>
                    <a:pt x="288213" y="336207"/>
                  </a:lnTo>
                  <a:lnTo>
                    <a:pt x="289471" y="333387"/>
                  </a:lnTo>
                  <a:lnTo>
                    <a:pt x="289471" y="326796"/>
                  </a:lnTo>
                  <a:close/>
                </a:path>
                <a:path w="2747010" h="2288540">
                  <a:moveTo>
                    <a:pt x="305079" y="1259179"/>
                  </a:moveTo>
                  <a:lnTo>
                    <a:pt x="303872" y="1256080"/>
                  </a:lnTo>
                  <a:lnTo>
                    <a:pt x="301688" y="1254188"/>
                  </a:lnTo>
                  <a:lnTo>
                    <a:pt x="297903" y="1250175"/>
                  </a:lnTo>
                  <a:lnTo>
                    <a:pt x="289763" y="1249832"/>
                  </a:lnTo>
                  <a:lnTo>
                    <a:pt x="285051" y="1254188"/>
                  </a:lnTo>
                  <a:lnTo>
                    <a:pt x="282930" y="1256372"/>
                  </a:lnTo>
                  <a:lnTo>
                    <a:pt x="281673" y="1259179"/>
                  </a:lnTo>
                  <a:lnTo>
                    <a:pt x="281673" y="1262621"/>
                  </a:lnTo>
                  <a:lnTo>
                    <a:pt x="281673" y="1265491"/>
                  </a:lnTo>
                  <a:lnTo>
                    <a:pt x="282930" y="1268590"/>
                  </a:lnTo>
                  <a:lnTo>
                    <a:pt x="287235" y="1272959"/>
                  </a:lnTo>
                  <a:lnTo>
                    <a:pt x="290385" y="1274216"/>
                  </a:lnTo>
                  <a:lnTo>
                    <a:pt x="296646" y="1274216"/>
                  </a:lnTo>
                  <a:lnTo>
                    <a:pt x="299796" y="1272959"/>
                  </a:lnTo>
                  <a:lnTo>
                    <a:pt x="301980" y="1270774"/>
                  </a:lnTo>
                  <a:lnTo>
                    <a:pt x="303872" y="1268590"/>
                  </a:lnTo>
                  <a:lnTo>
                    <a:pt x="305079" y="1265440"/>
                  </a:lnTo>
                  <a:lnTo>
                    <a:pt x="305079" y="1259179"/>
                  </a:lnTo>
                  <a:close/>
                </a:path>
                <a:path w="2747010" h="2288540">
                  <a:moveTo>
                    <a:pt x="305079" y="867981"/>
                  </a:moveTo>
                  <a:lnTo>
                    <a:pt x="303872" y="864882"/>
                  </a:lnTo>
                  <a:lnTo>
                    <a:pt x="301688" y="862990"/>
                  </a:lnTo>
                  <a:lnTo>
                    <a:pt x="297903" y="858977"/>
                  </a:lnTo>
                  <a:lnTo>
                    <a:pt x="289471" y="858634"/>
                  </a:lnTo>
                  <a:lnTo>
                    <a:pt x="285051" y="862990"/>
                  </a:lnTo>
                  <a:lnTo>
                    <a:pt x="282930" y="865174"/>
                  </a:lnTo>
                  <a:lnTo>
                    <a:pt x="281673" y="867981"/>
                  </a:lnTo>
                  <a:lnTo>
                    <a:pt x="281673" y="874585"/>
                  </a:lnTo>
                  <a:lnTo>
                    <a:pt x="282930" y="877392"/>
                  </a:lnTo>
                  <a:lnTo>
                    <a:pt x="287235" y="881748"/>
                  </a:lnTo>
                  <a:lnTo>
                    <a:pt x="290385" y="883018"/>
                  </a:lnTo>
                  <a:lnTo>
                    <a:pt x="296646" y="883018"/>
                  </a:lnTo>
                  <a:lnTo>
                    <a:pt x="299796" y="881748"/>
                  </a:lnTo>
                  <a:lnTo>
                    <a:pt x="301980" y="879576"/>
                  </a:lnTo>
                  <a:lnTo>
                    <a:pt x="303872" y="877392"/>
                  </a:lnTo>
                  <a:lnTo>
                    <a:pt x="305079" y="874585"/>
                  </a:lnTo>
                  <a:lnTo>
                    <a:pt x="305079" y="867981"/>
                  </a:lnTo>
                  <a:close/>
                </a:path>
                <a:path w="2747010" h="2288540">
                  <a:moveTo>
                    <a:pt x="305130" y="774115"/>
                  </a:moveTo>
                  <a:lnTo>
                    <a:pt x="303872" y="771296"/>
                  </a:lnTo>
                  <a:lnTo>
                    <a:pt x="297624" y="765048"/>
                  </a:lnTo>
                  <a:lnTo>
                    <a:pt x="289471" y="764705"/>
                  </a:lnTo>
                  <a:lnTo>
                    <a:pt x="285051" y="769124"/>
                  </a:lnTo>
                  <a:lnTo>
                    <a:pt x="282930" y="771296"/>
                  </a:lnTo>
                  <a:lnTo>
                    <a:pt x="281673" y="774115"/>
                  </a:lnTo>
                  <a:lnTo>
                    <a:pt x="281673" y="780364"/>
                  </a:lnTo>
                  <a:lnTo>
                    <a:pt x="282930" y="783526"/>
                  </a:lnTo>
                  <a:lnTo>
                    <a:pt x="285051" y="785698"/>
                  </a:lnTo>
                  <a:lnTo>
                    <a:pt x="287286" y="787882"/>
                  </a:lnTo>
                  <a:lnTo>
                    <a:pt x="290385" y="789139"/>
                  </a:lnTo>
                  <a:lnTo>
                    <a:pt x="296646" y="789139"/>
                  </a:lnTo>
                  <a:lnTo>
                    <a:pt x="299796" y="787882"/>
                  </a:lnTo>
                  <a:lnTo>
                    <a:pt x="301980" y="785698"/>
                  </a:lnTo>
                  <a:lnTo>
                    <a:pt x="303872" y="783526"/>
                  </a:lnTo>
                  <a:lnTo>
                    <a:pt x="305130" y="780707"/>
                  </a:lnTo>
                  <a:lnTo>
                    <a:pt x="305130" y="774115"/>
                  </a:lnTo>
                  <a:close/>
                </a:path>
                <a:path w="2747010" h="2288540">
                  <a:moveTo>
                    <a:pt x="305130" y="201599"/>
                  </a:moveTo>
                  <a:lnTo>
                    <a:pt x="303872" y="198501"/>
                  </a:lnTo>
                  <a:lnTo>
                    <a:pt x="301688" y="196608"/>
                  </a:lnTo>
                  <a:lnTo>
                    <a:pt x="297903" y="192582"/>
                  </a:lnTo>
                  <a:lnTo>
                    <a:pt x="289763" y="192239"/>
                  </a:lnTo>
                  <a:lnTo>
                    <a:pt x="285051" y="196608"/>
                  </a:lnTo>
                  <a:lnTo>
                    <a:pt x="282930" y="198780"/>
                  </a:lnTo>
                  <a:lnTo>
                    <a:pt x="281673" y="201599"/>
                  </a:lnTo>
                  <a:lnTo>
                    <a:pt x="281673" y="207911"/>
                  </a:lnTo>
                  <a:lnTo>
                    <a:pt x="282930" y="211010"/>
                  </a:lnTo>
                  <a:lnTo>
                    <a:pt x="285051" y="213182"/>
                  </a:lnTo>
                  <a:lnTo>
                    <a:pt x="287286" y="215366"/>
                  </a:lnTo>
                  <a:lnTo>
                    <a:pt x="290385" y="216623"/>
                  </a:lnTo>
                  <a:lnTo>
                    <a:pt x="296646" y="216623"/>
                  </a:lnTo>
                  <a:lnTo>
                    <a:pt x="299796" y="215366"/>
                  </a:lnTo>
                  <a:lnTo>
                    <a:pt x="301980" y="213182"/>
                  </a:lnTo>
                  <a:lnTo>
                    <a:pt x="303872" y="211010"/>
                  </a:lnTo>
                  <a:lnTo>
                    <a:pt x="305130" y="207848"/>
                  </a:lnTo>
                  <a:lnTo>
                    <a:pt x="305130" y="205041"/>
                  </a:lnTo>
                  <a:lnTo>
                    <a:pt x="305130" y="201599"/>
                  </a:lnTo>
                  <a:close/>
                </a:path>
                <a:path w="2747010" h="2288540">
                  <a:moveTo>
                    <a:pt x="320802" y="1478254"/>
                  </a:moveTo>
                  <a:lnTo>
                    <a:pt x="319532" y="1475155"/>
                  </a:lnTo>
                  <a:lnTo>
                    <a:pt x="317296" y="1473263"/>
                  </a:lnTo>
                  <a:lnTo>
                    <a:pt x="313220" y="1468894"/>
                  </a:lnTo>
                  <a:lnTo>
                    <a:pt x="305130" y="1468894"/>
                  </a:lnTo>
                  <a:lnTo>
                    <a:pt x="298538" y="1475435"/>
                  </a:lnTo>
                  <a:lnTo>
                    <a:pt x="297268" y="1478254"/>
                  </a:lnTo>
                  <a:lnTo>
                    <a:pt x="297268" y="1484566"/>
                  </a:lnTo>
                  <a:lnTo>
                    <a:pt x="298538" y="1487716"/>
                  </a:lnTo>
                  <a:lnTo>
                    <a:pt x="300723" y="1489837"/>
                  </a:lnTo>
                  <a:lnTo>
                    <a:pt x="302895" y="1492072"/>
                  </a:lnTo>
                  <a:lnTo>
                    <a:pt x="306057" y="1493278"/>
                  </a:lnTo>
                  <a:lnTo>
                    <a:pt x="312305" y="1493278"/>
                  </a:lnTo>
                  <a:lnTo>
                    <a:pt x="315125" y="1492072"/>
                  </a:lnTo>
                  <a:lnTo>
                    <a:pt x="317296" y="1489837"/>
                  </a:lnTo>
                  <a:lnTo>
                    <a:pt x="319532" y="1487665"/>
                  </a:lnTo>
                  <a:lnTo>
                    <a:pt x="320802" y="1484845"/>
                  </a:lnTo>
                  <a:lnTo>
                    <a:pt x="320802" y="1478254"/>
                  </a:lnTo>
                  <a:close/>
                </a:path>
                <a:path w="2747010" h="2288540">
                  <a:moveTo>
                    <a:pt x="320802" y="420662"/>
                  </a:moveTo>
                  <a:lnTo>
                    <a:pt x="319532" y="417563"/>
                  </a:lnTo>
                  <a:lnTo>
                    <a:pt x="317296" y="415671"/>
                  </a:lnTo>
                  <a:lnTo>
                    <a:pt x="313220" y="411314"/>
                  </a:lnTo>
                  <a:lnTo>
                    <a:pt x="305130" y="411314"/>
                  </a:lnTo>
                  <a:lnTo>
                    <a:pt x="298538" y="417855"/>
                  </a:lnTo>
                  <a:lnTo>
                    <a:pt x="297268" y="420662"/>
                  </a:lnTo>
                  <a:lnTo>
                    <a:pt x="297268" y="426974"/>
                  </a:lnTo>
                  <a:lnTo>
                    <a:pt x="298538" y="430136"/>
                  </a:lnTo>
                  <a:lnTo>
                    <a:pt x="300723" y="432257"/>
                  </a:lnTo>
                  <a:lnTo>
                    <a:pt x="302895" y="434492"/>
                  </a:lnTo>
                  <a:lnTo>
                    <a:pt x="306057" y="435698"/>
                  </a:lnTo>
                  <a:lnTo>
                    <a:pt x="309206" y="435698"/>
                  </a:lnTo>
                  <a:lnTo>
                    <a:pt x="312305" y="435698"/>
                  </a:lnTo>
                  <a:lnTo>
                    <a:pt x="315125" y="434492"/>
                  </a:lnTo>
                  <a:lnTo>
                    <a:pt x="317296" y="432257"/>
                  </a:lnTo>
                  <a:lnTo>
                    <a:pt x="319532" y="430072"/>
                  </a:lnTo>
                  <a:lnTo>
                    <a:pt x="320802" y="427266"/>
                  </a:lnTo>
                  <a:lnTo>
                    <a:pt x="320802" y="420662"/>
                  </a:lnTo>
                  <a:close/>
                </a:path>
                <a:path w="2747010" h="2288540">
                  <a:moveTo>
                    <a:pt x="352069" y="1008837"/>
                  </a:moveTo>
                  <a:lnTo>
                    <a:pt x="350812" y="1005687"/>
                  </a:lnTo>
                  <a:lnTo>
                    <a:pt x="348627" y="1003795"/>
                  </a:lnTo>
                  <a:lnTo>
                    <a:pt x="344843" y="999782"/>
                  </a:lnTo>
                  <a:lnTo>
                    <a:pt x="336410" y="999439"/>
                  </a:lnTo>
                  <a:lnTo>
                    <a:pt x="332041" y="1003795"/>
                  </a:lnTo>
                  <a:lnTo>
                    <a:pt x="329869" y="1006030"/>
                  </a:lnTo>
                  <a:lnTo>
                    <a:pt x="328599" y="1008837"/>
                  </a:lnTo>
                  <a:lnTo>
                    <a:pt x="328599" y="1015098"/>
                  </a:lnTo>
                  <a:lnTo>
                    <a:pt x="329869" y="1018247"/>
                  </a:lnTo>
                  <a:lnTo>
                    <a:pt x="334225" y="1022616"/>
                  </a:lnTo>
                  <a:lnTo>
                    <a:pt x="337324" y="1023874"/>
                  </a:lnTo>
                  <a:lnTo>
                    <a:pt x="343573" y="1023874"/>
                  </a:lnTo>
                  <a:lnTo>
                    <a:pt x="346735" y="1022616"/>
                  </a:lnTo>
                  <a:lnTo>
                    <a:pt x="348919" y="1020432"/>
                  </a:lnTo>
                  <a:lnTo>
                    <a:pt x="350812" y="1018247"/>
                  </a:lnTo>
                  <a:lnTo>
                    <a:pt x="352069" y="1015441"/>
                  </a:lnTo>
                  <a:lnTo>
                    <a:pt x="352069" y="1008837"/>
                  </a:lnTo>
                  <a:close/>
                </a:path>
                <a:path w="2747010" h="2288540">
                  <a:moveTo>
                    <a:pt x="352069" y="805383"/>
                  </a:moveTo>
                  <a:lnTo>
                    <a:pt x="350812" y="802576"/>
                  </a:lnTo>
                  <a:lnTo>
                    <a:pt x="348627" y="800392"/>
                  </a:lnTo>
                  <a:lnTo>
                    <a:pt x="344551" y="796023"/>
                  </a:lnTo>
                  <a:lnTo>
                    <a:pt x="336410" y="796023"/>
                  </a:lnTo>
                  <a:lnTo>
                    <a:pt x="329869" y="802576"/>
                  </a:lnTo>
                  <a:lnTo>
                    <a:pt x="328599" y="805675"/>
                  </a:lnTo>
                  <a:lnTo>
                    <a:pt x="328599" y="811695"/>
                  </a:lnTo>
                  <a:lnTo>
                    <a:pt x="329869" y="814793"/>
                  </a:lnTo>
                  <a:lnTo>
                    <a:pt x="334225" y="819150"/>
                  </a:lnTo>
                  <a:lnTo>
                    <a:pt x="337324" y="820420"/>
                  </a:lnTo>
                  <a:lnTo>
                    <a:pt x="343573" y="820420"/>
                  </a:lnTo>
                  <a:lnTo>
                    <a:pt x="346735" y="819150"/>
                  </a:lnTo>
                  <a:lnTo>
                    <a:pt x="348919" y="816978"/>
                  </a:lnTo>
                  <a:lnTo>
                    <a:pt x="350812" y="814793"/>
                  </a:lnTo>
                  <a:lnTo>
                    <a:pt x="352069" y="811974"/>
                  </a:lnTo>
                  <a:lnTo>
                    <a:pt x="352069" y="805383"/>
                  </a:lnTo>
                  <a:close/>
                </a:path>
                <a:path w="2747010" h="2288540">
                  <a:moveTo>
                    <a:pt x="352069" y="514591"/>
                  </a:moveTo>
                  <a:lnTo>
                    <a:pt x="350812" y="511441"/>
                  </a:lnTo>
                  <a:lnTo>
                    <a:pt x="348627" y="509536"/>
                  </a:lnTo>
                  <a:lnTo>
                    <a:pt x="344843" y="505523"/>
                  </a:lnTo>
                  <a:lnTo>
                    <a:pt x="336753" y="505180"/>
                  </a:lnTo>
                  <a:lnTo>
                    <a:pt x="332041" y="509536"/>
                  </a:lnTo>
                  <a:lnTo>
                    <a:pt x="329869" y="511784"/>
                  </a:lnTo>
                  <a:lnTo>
                    <a:pt x="328599" y="514591"/>
                  </a:lnTo>
                  <a:lnTo>
                    <a:pt x="328599" y="520852"/>
                  </a:lnTo>
                  <a:lnTo>
                    <a:pt x="329869" y="524002"/>
                  </a:lnTo>
                  <a:lnTo>
                    <a:pt x="334225" y="528358"/>
                  </a:lnTo>
                  <a:lnTo>
                    <a:pt x="337324" y="529628"/>
                  </a:lnTo>
                  <a:lnTo>
                    <a:pt x="343573" y="529628"/>
                  </a:lnTo>
                  <a:lnTo>
                    <a:pt x="346735" y="528358"/>
                  </a:lnTo>
                  <a:lnTo>
                    <a:pt x="348919" y="526186"/>
                  </a:lnTo>
                  <a:lnTo>
                    <a:pt x="350812" y="524002"/>
                  </a:lnTo>
                  <a:lnTo>
                    <a:pt x="352069" y="521195"/>
                  </a:lnTo>
                  <a:lnTo>
                    <a:pt x="352069" y="514591"/>
                  </a:lnTo>
                  <a:close/>
                </a:path>
                <a:path w="2747010" h="2288540">
                  <a:moveTo>
                    <a:pt x="359879" y="1353108"/>
                  </a:moveTo>
                  <a:lnTo>
                    <a:pt x="358609" y="1349959"/>
                  </a:lnTo>
                  <a:lnTo>
                    <a:pt x="356425" y="1348054"/>
                  </a:lnTo>
                  <a:lnTo>
                    <a:pt x="352069" y="1343698"/>
                  </a:lnTo>
                  <a:lnTo>
                    <a:pt x="344271" y="1343698"/>
                  </a:lnTo>
                  <a:lnTo>
                    <a:pt x="339852" y="1348054"/>
                  </a:lnTo>
                  <a:lnTo>
                    <a:pt x="337667" y="1350302"/>
                  </a:lnTo>
                  <a:lnTo>
                    <a:pt x="336410" y="1353108"/>
                  </a:lnTo>
                  <a:lnTo>
                    <a:pt x="336410" y="1359369"/>
                  </a:lnTo>
                  <a:lnTo>
                    <a:pt x="337667" y="1362519"/>
                  </a:lnTo>
                  <a:lnTo>
                    <a:pt x="342023" y="1366875"/>
                  </a:lnTo>
                  <a:lnTo>
                    <a:pt x="345186" y="1368145"/>
                  </a:lnTo>
                  <a:lnTo>
                    <a:pt x="351434" y="1368145"/>
                  </a:lnTo>
                  <a:lnTo>
                    <a:pt x="354253" y="1366875"/>
                  </a:lnTo>
                  <a:lnTo>
                    <a:pt x="358609" y="1362519"/>
                  </a:lnTo>
                  <a:lnTo>
                    <a:pt x="359879" y="1359712"/>
                  </a:lnTo>
                  <a:lnTo>
                    <a:pt x="359879" y="1353108"/>
                  </a:lnTo>
                  <a:close/>
                </a:path>
                <a:path w="2747010" h="2288540">
                  <a:moveTo>
                    <a:pt x="359879" y="295529"/>
                  </a:moveTo>
                  <a:lnTo>
                    <a:pt x="358609" y="292366"/>
                  </a:lnTo>
                  <a:lnTo>
                    <a:pt x="356425" y="290474"/>
                  </a:lnTo>
                  <a:lnTo>
                    <a:pt x="352069" y="286118"/>
                  </a:lnTo>
                  <a:lnTo>
                    <a:pt x="344271" y="286118"/>
                  </a:lnTo>
                  <a:lnTo>
                    <a:pt x="339852" y="290474"/>
                  </a:lnTo>
                  <a:lnTo>
                    <a:pt x="337667" y="292709"/>
                  </a:lnTo>
                  <a:lnTo>
                    <a:pt x="336410" y="295529"/>
                  </a:lnTo>
                  <a:lnTo>
                    <a:pt x="336410" y="301777"/>
                  </a:lnTo>
                  <a:lnTo>
                    <a:pt x="337667" y="304939"/>
                  </a:lnTo>
                  <a:lnTo>
                    <a:pt x="342023" y="309295"/>
                  </a:lnTo>
                  <a:lnTo>
                    <a:pt x="345186" y="310553"/>
                  </a:lnTo>
                  <a:lnTo>
                    <a:pt x="351434" y="310553"/>
                  </a:lnTo>
                  <a:lnTo>
                    <a:pt x="354253" y="309295"/>
                  </a:lnTo>
                  <a:lnTo>
                    <a:pt x="358609" y="304939"/>
                  </a:lnTo>
                  <a:lnTo>
                    <a:pt x="359879" y="302120"/>
                  </a:lnTo>
                  <a:lnTo>
                    <a:pt x="359879" y="295529"/>
                  </a:lnTo>
                  <a:close/>
                </a:path>
                <a:path w="2747010" h="2288540">
                  <a:moveTo>
                    <a:pt x="367677" y="1666328"/>
                  </a:moveTo>
                  <a:lnTo>
                    <a:pt x="366420" y="1663230"/>
                  </a:lnTo>
                  <a:lnTo>
                    <a:pt x="364236" y="1661058"/>
                  </a:lnTo>
                  <a:lnTo>
                    <a:pt x="360222" y="1656981"/>
                  </a:lnTo>
                  <a:lnTo>
                    <a:pt x="352361" y="1656638"/>
                  </a:lnTo>
                  <a:lnTo>
                    <a:pt x="347649" y="1661058"/>
                  </a:lnTo>
                  <a:lnTo>
                    <a:pt x="345478" y="1663230"/>
                  </a:lnTo>
                  <a:lnTo>
                    <a:pt x="344271" y="1666328"/>
                  </a:lnTo>
                  <a:lnTo>
                    <a:pt x="344271" y="1672297"/>
                  </a:lnTo>
                  <a:lnTo>
                    <a:pt x="345478" y="1675460"/>
                  </a:lnTo>
                  <a:lnTo>
                    <a:pt x="349834" y="1679816"/>
                  </a:lnTo>
                  <a:lnTo>
                    <a:pt x="352983" y="1681086"/>
                  </a:lnTo>
                  <a:lnTo>
                    <a:pt x="359244" y="1681086"/>
                  </a:lnTo>
                  <a:lnTo>
                    <a:pt x="362394" y="1679816"/>
                  </a:lnTo>
                  <a:lnTo>
                    <a:pt x="364515" y="1677631"/>
                  </a:lnTo>
                  <a:lnTo>
                    <a:pt x="366420" y="1675460"/>
                  </a:lnTo>
                  <a:lnTo>
                    <a:pt x="367677" y="1672640"/>
                  </a:lnTo>
                  <a:lnTo>
                    <a:pt x="367677" y="1666328"/>
                  </a:lnTo>
                  <a:close/>
                </a:path>
                <a:path w="2747010" h="2288540">
                  <a:moveTo>
                    <a:pt x="367677" y="1055776"/>
                  </a:moveTo>
                  <a:lnTo>
                    <a:pt x="366420" y="1052969"/>
                  </a:lnTo>
                  <a:lnTo>
                    <a:pt x="364236" y="1050785"/>
                  </a:lnTo>
                  <a:lnTo>
                    <a:pt x="360222" y="1046708"/>
                  </a:lnTo>
                  <a:lnTo>
                    <a:pt x="352069" y="1046365"/>
                  </a:lnTo>
                  <a:lnTo>
                    <a:pt x="345478" y="1052969"/>
                  </a:lnTo>
                  <a:lnTo>
                    <a:pt x="344271" y="1056068"/>
                  </a:lnTo>
                  <a:lnTo>
                    <a:pt x="344271" y="1062037"/>
                  </a:lnTo>
                  <a:lnTo>
                    <a:pt x="345478" y="1065187"/>
                  </a:lnTo>
                  <a:lnTo>
                    <a:pt x="349834" y="1069543"/>
                  </a:lnTo>
                  <a:lnTo>
                    <a:pt x="352983" y="1070813"/>
                  </a:lnTo>
                  <a:lnTo>
                    <a:pt x="359244" y="1070813"/>
                  </a:lnTo>
                  <a:lnTo>
                    <a:pt x="362394" y="1069543"/>
                  </a:lnTo>
                  <a:lnTo>
                    <a:pt x="364515" y="1067371"/>
                  </a:lnTo>
                  <a:lnTo>
                    <a:pt x="366420" y="1065187"/>
                  </a:lnTo>
                  <a:lnTo>
                    <a:pt x="367677" y="1062380"/>
                  </a:lnTo>
                  <a:lnTo>
                    <a:pt x="367677" y="1055776"/>
                  </a:lnTo>
                  <a:close/>
                </a:path>
                <a:path w="2747010" h="2288540">
                  <a:moveTo>
                    <a:pt x="367728" y="608749"/>
                  </a:moveTo>
                  <a:lnTo>
                    <a:pt x="366471" y="605650"/>
                  </a:lnTo>
                  <a:lnTo>
                    <a:pt x="360222" y="599401"/>
                  </a:lnTo>
                  <a:lnTo>
                    <a:pt x="352361" y="599046"/>
                  </a:lnTo>
                  <a:lnTo>
                    <a:pt x="347649" y="603465"/>
                  </a:lnTo>
                  <a:lnTo>
                    <a:pt x="345528" y="605650"/>
                  </a:lnTo>
                  <a:lnTo>
                    <a:pt x="344271" y="608749"/>
                  </a:lnTo>
                  <a:lnTo>
                    <a:pt x="344271" y="614718"/>
                  </a:lnTo>
                  <a:lnTo>
                    <a:pt x="345478" y="617867"/>
                  </a:lnTo>
                  <a:lnTo>
                    <a:pt x="349885" y="622236"/>
                  </a:lnTo>
                  <a:lnTo>
                    <a:pt x="352983" y="623493"/>
                  </a:lnTo>
                  <a:lnTo>
                    <a:pt x="356146" y="623493"/>
                  </a:lnTo>
                  <a:lnTo>
                    <a:pt x="359244" y="623493"/>
                  </a:lnTo>
                  <a:lnTo>
                    <a:pt x="362394" y="622236"/>
                  </a:lnTo>
                  <a:lnTo>
                    <a:pt x="364578" y="620052"/>
                  </a:lnTo>
                  <a:lnTo>
                    <a:pt x="366471" y="617867"/>
                  </a:lnTo>
                  <a:lnTo>
                    <a:pt x="367728" y="615061"/>
                  </a:lnTo>
                  <a:lnTo>
                    <a:pt x="367728" y="608749"/>
                  </a:lnTo>
                  <a:close/>
                </a:path>
                <a:path w="2747010" h="2288540">
                  <a:moveTo>
                    <a:pt x="383336" y="1744599"/>
                  </a:moveTo>
                  <a:lnTo>
                    <a:pt x="382130" y="1741436"/>
                  </a:lnTo>
                  <a:lnTo>
                    <a:pt x="379895" y="1739265"/>
                  </a:lnTo>
                  <a:lnTo>
                    <a:pt x="375831" y="1734896"/>
                  </a:lnTo>
                  <a:lnTo>
                    <a:pt x="367728" y="1734896"/>
                  </a:lnTo>
                  <a:lnTo>
                    <a:pt x="363321" y="1739265"/>
                  </a:lnTo>
                  <a:lnTo>
                    <a:pt x="361137" y="1741436"/>
                  </a:lnTo>
                  <a:lnTo>
                    <a:pt x="359879" y="1744599"/>
                  </a:lnTo>
                  <a:lnTo>
                    <a:pt x="359879" y="1748091"/>
                  </a:lnTo>
                  <a:lnTo>
                    <a:pt x="360045" y="1748383"/>
                  </a:lnTo>
                  <a:lnTo>
                    <a:pt x="360108" y="1748726"/>
                  </a:lnTo>
                  <a:lnTo>
                    <a:pt x="363943" y="1752231"/>
                  </a:lnTo>
                  <a:lnTo>
                    <a:pt x="367792" y="1755838"/>
                  </a:lnTo>
                  <a:lnTo>
                    <a:pt x="371805" y="1759280"/>
                  </a:lnTo>
                  <a:lnTo>
                    <a:pt x="374904" y="1759280"/>
                  </a:lnTo>
                  <a:lnTo>
                    <a:pt x="378066" y="1758022"/>
                  </a:lnTo>
                  <a:lnTo>
                    <a:pt x="380238" y="1755838"/>
                  </a:lnTo>
                  <a:lnTo>
                    <a:pt x="382130" y="1753666"/>
                  </a:lnTo>
                  <a:lnTo>
                    <a:pt x="383336" y="1750847"/>
                  </a:lnTo>
                  <a:lnTo>
                    <a:pt x="383336" y="1744599"/>
                  </a:lnTo>
                  <a:close/>
                </a:path>
                <a:path w="2747010" h="2288540">
                  <a:moveTo>
                    <a:pt x="383336" y="930579"/>
                  </a:moveTo>
                  <a:lnTo>
                    <a:pt x="382079" y="927773"/>
                  </a:lnTo>
                  <a:lnTo>
                    <a:pt x="375831" y="921575"/>
                  </a:lnTo>
                  <a:lnTo>
                    <a:pt x="367677" y="921232"/>
                  </a:lnTo>
                  <a:lnTo>
                    <a:pt x="361137" y="927773"/>
                  </a:lnTo>
                  <a:lnTo>
                    <a:pt x="359879" y="930871"/>
                  </a:lnTo>
                  <a:lnTo>
                    <a:pt x="359879" y="934021"/>
                  </a:lnTo>
                  <a:lnTo>
                    <a:pt x="359879" y="936828"/>
                  </a:lnTo>
                  <a:lnTo>
                    <a:pt x="361137" y="939990"/>
                  </a:lnTo>
                  <a:lnTo>
                    <a:pt x="365493" y="944346"/>
                  </a:lnTo>
                  <a:lnTo>
                    <a:pt x="368592" y="945616"/>
                  </a:lnTo>
                  <a:lnTo>
                    <a:pt x="374853" y="945616"/>
                  </a:lnTo>
                  <a:lnTo>
                    <a:pt x="378002" y="944346"/>
                  </a:lnTo>
                  <a:lnTo>
                    <a:pt x="380187" y="942174"/>
                  </a:lnTo>
                  <a:lnTo>
                    <a:pt x="382079" y="939990"/>
                  </a:lnTo>
                  <a:lnTo>
                    <a:pt x="383336" y="936828"/>
                  </a:lnTo>
                  <a:lnTo>
                    <a:pt x="383336" y="930579"/>
                  </a:lnTo>
                  <a:close/>
                </a:path>
                <a:path w="2747010" h="2288540">
                  <a:moveTo>
                    <a:pt x="383336" y="687006"/>
                  </a:moveTo>
                  <a:lnTo>
                    <a:pt x="382130" y="683907"/>
                  </a:lnTo>
                  <a:lnTo>
                    <a:pt x="379895" y="681672"/>
                  </a:lnTo>
                  <a:lnTo>
                    <a:pt x="375831" y="677316"/>
                  </a:lnTo>
                  <a:lnTo>
                    <a:pt x="367728" y="677316"/>
                  </a:lnTo>
                  <a:lnTo>
                    <a:pt x="363321" y="681672"/>
                  </a:lnTo>
                  <a:lnTo>
                    <a:pt x="361137" y="683907"/>
                  </a:lnTo>
                  <a:lnTo>
                    <a:pt x="359879" y="687006"/>
                  </a:lnTo>
                  <a:lnTo>
                    <a:pt x="359879" y="693318"/>
                  </a:lnTo>
                  <a:lnTo>
                    <a:pt x="361137" y="696137"/>
                  </a:lnTo>
                  <a:lnTo>
                    <a:pt x="365493" y="700493"/>
                  </a:lnTo>
                  <a:lnTo>
                    <a:pt x="368655" y="701763"/>
                  </a:lnTo>
                  <a:lnTo>
                    <a:pt x="374904" y="701763"/>
                  </a:lnTo>
                  <a:lnTo>
                    <a:pt x="378066" y="700493"/>
                  </a:lnTo>
                  <a:lnTo>
                    <a:pt x="380238" y="698309"/>
                  </a:lnTo>
                  <a:lnTo>
                    <a:pt x="382130" y="696137"/>
                  </a:lnTo>
                  <a:lnTo>
                    <a:pt x="383336" y="693318"/>
                  </a:lnTo>
                  <a:lnTo>
                    <a:pt x="383336" y="690168"/>
                  </a:lnTo>
                  <a:lnTo>
                    <a:pt x="383336" y="687006"/>
                  </a:lnTo>
                  <a:close/>
                </a:path>
                <a:path w="2747010" h="2288540">
                  <a:moveTo>
                    <a:pt x="399008" y="1149642"/>
                  </a:moveTo>
                  <a:lnTo>
                    <a:pt x="397738" y="1146556"/>
                  </a:lnTo>
                  <a:lnTo>
                    <a:pt x="395566" y="1144651"/>
                  </a:lnTo>
                  <a:lnTo>
                    <a:pt x="391769" y="1140637"/>
                  </a:lnTo>
                  <a:lnTo>
                    <a:pt x="383628" y="1140294"/>
                  </a:lnTo>
                  <a:lnTo>
                    <a:pt x="378980" y="1144651"/>
                  </a:lnTo>
                  <a:lnTo>
                    <a:pt x="376796" y="1146556"/>
                  </a:lnTo>
                  <a:lnTo>
                    <a:pt x="375539" y="1149642"/>
                  </a:lnTo>
                  <a:lnTo>
                    <a:pt x="375539" y="1153096"/>
                  </a:lnTo>
                  <a:lnTo>
                    <a:pt x="375539" y="1156246"/>
                  </a:lnTo>
                  <a:lnTo>
                    <a:pt x="376796" y="1159052"/>
                  </a:lnTo>
                  <a:lnTo>
                    <a:pt x="381165" y="1163421"/>
                  </a:lnTo>
                  <a:lnTo>
                    <a:pt x="384263" y="1164678"/>
                  </a:lnTo>
                  <a:lnTo>
                    <a:pt x="390575" y="1164678"/>
                  </a:lnTo>
                  <a:lnTo>
                    <a:pt x="393674" y="1163472"/>
                  </a:lnTo>
                  <a:lnTo>
                    <a:pt x="395846" y="1161237"/>
                  </a:lnTo>
                  <a:lnTo>
                    <a:pt x="397738" y="1159052"/>
                  </a:lnTo>
                  <a:lnTo>
                    <a:pt x="399008" y="1155903"/>
                  </a:lnTo>
                  <a:lnTo>
                    <a:pt x="399008" y="1149642"/>
                  </a:lnTo>
                  <a:close/>
                </a:path>
                <a:path w="2747010" h="2288540">
                  <a:moveTo>
                    <a:pt x="399008" y="92062"/>
                  </a:moveTo>
                  <a:lnTo>
                    <a:pt x="397738" y="88963"/>
                  </a:lnTo>
                  <a:lnTo>
                    <a:pt x="395566" y="87071"/>
                  </a:lnTo>
                  <a:lnTo>
                    <a:pt x="391769" y="83058"/>
                  </a:lnTo>
                  <a:lnTo>
                    <a:pt x="383628" y="82715"/>
                  </a:lnTo>
                  <a:lnTo>
                    <a:pt x="378980" y="87071"/>
                  </a:lnTo>
                  <a:lnTo>
                    <a:pt x="376796" y="88963"/>
                  </a:lnTo>
                  <a:lnTo>
                    <a:pt x="375539" y="92062"/>
                  </a:lnTo>
                  <a:lnTo>
                    <a:pt x="375539" y="98666"/>
                  </a:lnTo>
                  <a:lnTo>
                    <a:pt x="376796" y="101473"/>
                  </a:lnTo>
                  <a:lnTo>
                    <a:pt x="378980" y="103657"/>
                  </a:lnTo>
                  <a:lnTo>
                    <a:pt x="381165" y="105829"/>
                  </a:lnTo>
                  <a:lnTo>
                    <a:pt x="384263" y="107099"/>
                  </a:lnTo>
                  <a:lnTo>
                    <a:pt x="390575" y="107099"/>
                  </a:lnTo>
                  <a:lnTo>
                    <a:pt x="393674" y="105829"/>
                  </a:lnTo>
                  <a:lnTo>
                    <a:pt x="395846" y="103657"/>
                  </a:lnTo>
                  <a:lnTo>
                    <a:pt x="397738" y="101473"/>
                  </a:lnTo>
                  <a:lnTo>
                    <a:pt x="399008" y="98310"/>
                  </a:lnTo>
                  <a:lnTo>
                    <a:pt x="399008" y="92062"/>
                  </a:lnTo>
                  <a:close/>
                </a:path>
                <a:path w="2747010" h="2288540">
                  <a:moveTo>
                    <a:pt x="414616" y="993178"/>
                  </a:moveTo>
                  <a:lnTo>
                    <a:pt x="413410" y="990371"/>
                  </a:lnTo>
                  <a:lnTo>
                    <a:pt x="411175" y="988187"/>
                  </a:lnTo>
                  <a:lnTo>
                    <a:pt x="407441" y="984110"/>
                  </a:lnTo>
                  <a:lnTo>
                    <a:pt x="399288" y="983767"/>
                  </a:lnTo>
                  <a:lnTo>
                    <a:pt x="394589" y="988187"/>
                  </a:lnTo>
                  <a:lnTo>
                    <a:pt x="392468" y="990371"/>
                  </a:lnTo>
                  <a:lnTo>
                    <a:pt x="391198" y="993178"/>
                  </a:lnTo>
                  <a:lnTo>
                    <a:pt x="391198" y="996619"/>
                  </a:lnTo>
                  <a:lnTo>
                    <a:pt x="391198" y="999782"/>
                  </a:lnTo>
                  <a:lnTo>
                    <a:pt x="392468" y="1002588"/>
                  </a:lnTo>
                  <a:lnTo>
                    <a:pt x="396773" y="1006944"/>
                  </a:lnTo>
                  <a:lnTo>
                    <a:pt x="399923" y="1008214"/>
                  </a:lnTo>
                  <a:lnTo>
                    <a:pt x="406171" y="1008214"/>
                  </a:lnTo>
                  <a:lnTo>
                    <a:pt x="409333" y="1006944"/>
                  </a:lnTo>
                  <a:lnTo>
                    <a:pt x="411518" y="1004773"/>
                  </a:lnTo>
                  <a:lnTo>
                    <a:pt x="413410" y="1002588"/>
                  </a:lnTo>
                  <a:lnTo>
                    <a:pt x="414616" y="999782"/>
                  </a:lnTo>
                  <a:lnTo>
                    <a:pt x="414616" y="993178"/>
                  </a:lnTo>
                  <a:close/>
                </a:path>
                <a:path w="2747010" h="2288540">
                  <a:moveTo>
                    <a:pt x="414667" y="852373"/>
                  </a:moveTo>
                  <a:lnTo>
                    <a:pt x="413410" y="849566"/>
                  </a:lnTo>
                  <a:lnTo>
                    <a:pt x="411226" y="847331"/>
                  </a:lnTo>
                  <a:lnTo>
                    <a:pt x="407441" y="843305"/>
                  </a:lnTo>
                  <a:lnTo>
                    <a:pt x="399008" y="842962"/>
                  </a:lnTo>
                  <a:lnTo>
                    <a:pt x="394589" y="847331"/>
                  </a:lnTo>
                  <a:lnTo>
                    <a:pt x="392468" y="849566"/>
                  </a:lnTo>
                  <a:lnTo>
                    <a:pt x="391198" y="852373"/>
                  </a:lnTo>
                  <a:lnTo>
                    <a:pt x="391198" y="858634"/>
                  </a:lnTo>
                  <a:lnTo>
                    <a:pt x="392468" y="861783"/>
                  </a:lnTo>
                  <a:lnTo>
                    <a:pt x="396824" y="866140"/>
                  </a:lnTo>
                  <a:lnTo>
                    <a:pt x="399923" y="867410"/>
                  </a:lnTo>
                  <a:lnTo>
                    <a:pt x="403085" y="867410"/>
                  </a:lnTo>
                  <a:lnTo>
                    <a:pt x="406171" y="867410"/>
                  </a:lnTo>
                  <a:lnTo>
                    <a:pt x="409333" y="866140"/>
                  </a:lnTo>
                  <a:lnTo>
                    <a:pt x="411518" y="863904"/>
                  </a:lnTo>
                  <a:lnTo>
                    <a:pt x="413410" y="861783"/>
                  </a:lnTo>
                  <a:lnTo>
                    <a:pt x="414667" y="858634"/>
                  </a:lnTo>
                  <a:lnTo>
                    <a:pt x="414667" y="852373"/>
                  </a:lnTo>
                  <a:close/>
                </a:path>
                <a:path w="2747010" h="2288540">
                  <a:moveTo>
                    <a:pt x="430339" y="1697609"/>
                  </a:moveTo>
                  <a:lnTo>
                    <a:pt x="429069" y="1694510"/>
                  </a:lnTo>
                  <a:lnTo>
                    <a:pt x="426834" y="1692325"/>
                  </a:lnTo>
                  <a:lnTo>
                    <a:pt x="423100" y="1688312"/>
                  </a:lnTo>
                  <a:lnTo>
                    <a:pt x="414667" y="1687969"/>
                  </a:lnTo>
                  <a:lnTo>
                    <a:pt x="408076" y="1694510"/>
                  </a:lnTo>
                  <a:lnTo>
                    <a:pt x="406806" y="1697316"/>
                  </a:lnTo>
                  <a:lnTo>
                    <a:pt x="406806" y="1703920"/>
                  </a:lnTo>
                  <a:lnTo>
                    <a:pt x="408076" y="1706727"/>
                  </a:lnTo>
                  <a:lnTo>
                    <a:pt x="412432" y="1711147"/>
                  </a:lnTo>
                  <a:lnTo>
                    <a:pt x="415582" y="1712353"/>
                  </a:lnTo>
                  <a:lnTo>
                    <a:pt x="421843" y="1712353"/>
                  </a:lnTo>
                  <a:lnTo>
                    <a:pt x="424992" y="1711147"/>
                  </a:lnTo>
                  <a:lnTo>
                    <a:pt x="427177" y="1708912"/>
                  </a:lnTo>
                  <a:lnTo>
                    <a:pt x="429069" y="1706727"/>
                  </a:lnTo>
                  <a:lnTo>
                    <a:pt x="430339" y="1703628"/>
                  </a:lnTo>
                  <a:lnTo>
                    <a:pt x="430339" y="1697609"/>
                  </a:lnTo>
                  <a:close/>
                </a:path>
                <a:path w="2747010" h="2288540">
                  <a:moveTo>
                    <a:pt x="430339" y="640080"/>
                  </a:moveTo>
                  <a:lnTo>
                    <a:pt x="429069" y="636917"/>
                  </a:lnTo>
                  <a:lnTo>
                    <a:pt x="426834" y="634746"/>
                  </a:lnTo>
                  <a:lnTo>
                    <a:pt x="423100" y="630720"/>
                  </a:lnTo>
                  <a:lnTo>
                    <a:pt x="414667" y="630377"/>
                  </a:lnTo>
                  <a:lnTo>
                    <a:pt x="408076" y="636917"/>
                  </a:lnTo>
                  <a:lnTo>
                    <a:pt x="406869" y="639737"/>
                  </a:lnTo>
                  <a:lnTo>
                    <a:pt x="406869" y="646328"/>
                  </a:lnTo>
                  <a:lnTo>
                    <a:pt x="408076" y="649198"/>
                  </a:lnTo>
                  <a:lnTo>
                    <a:pt x="412483" y="653554"/>
                  </a:lnTo>
                  <a:lnTo>
                    <a:pt x="415582" y="654761"/>
                  </a:lnTo>
                  <a:lnTo>
                    <a:pt x="421843" y="654761"/>
                  </a:lnTo>
                  <a:lnTo>
                    <a:pt x="424992" y="653554"/>
                  </a:lnTo>
                  <a:lnTo>
                    <a:pt x="427177" y="651319"/>
                  </a:lnTo>
                  <a:lnTo>
                    <a:pt x="429069" y="649198"/>
                  </a:lnTo>
                  <a:lnTo>
                    <a:pt x="430339" y="646049"/>
                  </a:lnTo>
                  <a:lnTo>
                    <a:pt x="430339" y="640080"/>
                  </a:lnTo>
                  <a:close/>
                </a:path>
                <a:path w="2747010" h="2288540">
                  <a:moveTo>
                    <a:pt x="430339" y="358063"/>
                  </a:moveTo>
                  <a:lnTo>
                    <a:pt x="429069" y="355257"/>
                  </a:lnTo>
                  <a:lnTo>
                    <a:pt x="426834" y="353072"/>
                  </a:lnTo>
                  <a:lnTo>
                    <a:pt x="423100" y="349059"/>
                  </a:lnTo>
                  <a:lnTo>
                    <a:pt x="414959" y="348716"/>
                  </a:lnTo>
                  <a:lnTo>
                    <a:pt x="410248" y="353072"/>
                  </a:lnTo>
                  <a:lnTo>
                    <a:pt x="408076" y="354965"/>
                  </a:lnTo>
                  <a:lnTo>
                    <a:pt x="406806" y="358063"/>
                  </a:lnTo>
                  <a:lnTo>
                    <a:pt x="406806" y="364718"/>
                  </a:lnTo>
                  <a:lnTo>
                    <a:pt x="408076" y="367538"/>
                  </a:lnTo>
                  <a:lnTo>
                    <a:pt x="410248" y="369658"/>
                  </a:lnTo>
                  <a:lnTo>
                    <a:pt x="412483" y="371894"/>
                  </a:lnTo>
                  <a:lnTo>
                    <a:pt x="415582" y="373151"/>
                  </a:lnTo>
                  <a:lnTo>
                    <a:pt x="421843" y="373151"/>
                  </a:lnTo>
                  <a:lnTo>
                    <a:pt x="424992" y="371830"/>
                  </a:lnTo>
                  <a:lnTo>
                    <a:pt x="427177" y="369658"/>
                  </a:lnTo>
                  <a:lnTo>
                    <a:pt x="429069" y="367474"/>
                  </a:lnTo>
                  <a:lnTo>
                    <a:pt x="430339" y="364324"/>
                  </a:lnTo>
                  <a:lnTo>
                    <a:pt x="430339" y="358063"/>
                  </a:lnTo>
                  <a:close/>
                </a:path>
                <a:path w="2747010" h="2288540">
                  <a:moveTo>
                    <a:pt x="461606" y="1572463"/>
                  </a:moveTo>
                  <a:lnTo>
                    <a:pt x="460336" y="1569364"/>
                  </a:lnTo>
                  <a:lnTo>
                    <a:pt x="458165" y="1567129"/>
                  </a:lnTo>
                  <a:lnTo>
                    <a:pt x="454088" y="1563116"/>
                  </a:lnTo>
                  <a:lnTo>
                    <a:pt x="446290" y="1562773"/>
                  </a:lnTo>
                  <a:lnTo>
                    <a:pt x="441579" y="1567129"/>
                  </a:lnTo>
                  <a:lnTo>
                    <a:pt x="439394" y="1569364"/>
                  </a:lnTo>
                  <a:lnTo>
                    <a:pt x="438137" y="1572463"/>
                  </a:lnTo>
                  <a:lnTo>
                    <a:pt x="438137" y="1578775"/>
                  </a:lnTo>
                  <a:lnTo>
                    <a:pt x="439394" y="1581581"/>
                  </a:lnTo>
                  <a:lnTo>
                    <a:pt x="443763" y="1585950"/>
                  </a:lnTo>
                  <a:lnTo>
                    <a:pt x="446862" y="1587207"/>
                  </a:lnTo>
                  <a:lnTo>
                    <a:pt x="453110" y="1587207"/>
                  </a:lnTo>
                  <a:lnTo>
                    <a:pt x="456272" y="1585950"/>
                  </a:lnTo>
                  <a:lnTo>
                    <a:pt x="458444" y="1583766"/>
                  </a:lnTo>
                  <a:lnTo>
                    <a:pt x="460336" y="1581581"/>
                  </a:lnTo>
                  <a:lnTo>
                    <a:pt x="461606" y="1578432"/>
                  </a:lnTo>
                  <a:lnTo>
                    <a:pt x="461606" y="1572463"/>
                  </a:lnTo>
                  <a:close/>
                </a:path>
                <a:path w="2747010" h="2288540">
                  <a:moveTo>
                    <a:pt x="461606" y="1056068"/>
                  </a:moveTo>
                  <a:lnTo>
                    <a:pt x="460336" y="1052969"/>
                  </a:lnTo>
                  <a:lnTo>
                    <a:pt x="458165" y="1050785"/>
                  </a:lnTo>
                  <a:lnTo>
                    <a:pt x="454088" y="1046708"/>
                  </a:lnTo>
                  <a:lnTo>
                    <a:pt x="446290" y="1046365"/>
                  </a:lnTo>
                  <a:lnTo>
                    <a:pt x="441579" y="1050785"/>
                  </a:lnTo>
                  <a:lnTo>
                    <a:pt x="439394" y="1052969"/>
                  </a:lnTo>
                  <a:lnTo>
                    <a:pt x="438137" y="1055776"/>
                  </a:lnTo>
                  <a:lnTo>
                    <a:pt x="438137" y="1062037"/>
                  </a:lnTo>
                  <a:lnTo>
                    <a:pt x="439394" y="1065187"/>
                  </a:lnTo>
                  <a:lnTo>
                    <a:pt x="443763" y="1069543"/>
                  </a:lnTo>
                  <a:lnTo>
                    <a:pt x="446862" y="1070813"/>
                  </a:lnTo>
                  <a:lnTo>
                    <a:pt x="453110" y="1070813"/>
                  </a:lnTo>
                  <a:lnTo>
                    <a:pt x="456272" y="1069543"/>
                  </a:lnTo>
                  <a:lnTo>
                    <a:pt x="458444" y="1067371"/>
                  </a:lnTo>
                  <a:lnTo>
                    <a:pt x="460336" y="1065187"/>
                  </a:lnTo>
                  <a:lnTo>
                    <a:pt x="461606" y="1062037"/>
                  </a:lnTo>
                  <a:lnTo>
                    <a:pt x="461606" y="1056068"/>
                  </a:lnTo>
                  <a:close/>
                </a:path>
                <a:path w="2747010" h="2288540">
                  <a:moveTo>
                    <a:pt x="461606" y="930871"/>
                  </a:moveTo>
                  <a:lnTo>
                    <a:pt x="460336" y="927773"/>
                  </a:lnTo>
                  <a:lnTo>
                    <a:pt x="458165" y="925588"/>
                  </a:lnTo>
                  <a:lnTo>
                    <a:pt x="454380" y="921512"/>
                  </a:lnTo>
                  <a:lnTo>
                    <a:pt x="445935" y="921232"/>
                  </a:lnTo>
                  <a:lnTo>
                    <a:pt x="441528" y="925588"/>
                  </a:lnTo>
                  <a:lnTo>
                    <a:pt x="439394" y="927773"/>
                  </a:lnTo>
                  <a:lnTo>
                    <a:pt x="438137" y="930579"/>
                  </a:lnTo>
                  <a:lnTo>
                    <a:pt x="438137" y="937183"/>
                  </a:lnTo>
                  <a:lnTo>
                    <a:pt x="439686" y="940333"/>
                  </a:lnTo>
                  <a:lnTo>
                    <a:pt x="441871" y="942174"/>
                  </a:lnTo>
                  <a:lnTo>
                    <a:pt x="443763" y="944346"/>
                  </a:lnTo>
                  <a:lnTo>
                    <a:pt x="446862" y="945616"/>
                  </a:lnTo>
                  <a:lnTo>
                    <a:pt x="453110" y="945616"/>
                  </a:lnTo>
                  <a:lnTo>
                    <a:pt x="456272" y="944346"/>
                  </a:lnTo>
                  <a:lnTo>
                    <a:pt x="458444" y="941882"/>
                  </a:lnTo>
                  <a:lnTo>
                    <a:pt x="460336" y="940333"/>
                  </a:lnTo>
                  <a:lnTo>
                    <a:pt x="461606" y="937183"/>
                  </a:lnTo>
                  <a:lnTo>
                    <a:pt x="461606" y="930871"/>
                  </a:lnTo>
                  <a:close/>
                </a:path>
                <a:path w="2747010" h="2288540">
                  <a:moveTo>
                    <a:pt x="461606" y="514883"/>
                  </a:moveTo>
                  <a:lnTo>
                    <a:pt x="460336" y="511784"/>
                  </a:lnTo>
                  <a:lnTo>
                    <a:pt x="458165" y="509536"/>
                  </a:lnTo>
                  <a:lnTo>
                    <a:pt x="454088" y="505523"/>
                  </a:lnTo>
                  <a:lnTo>
                    <a:pt x="446290" y="505180"/>
                  </a:lnTo>
                  <a:lnTo>
                    <a:pt x="441579" y="509536"/>
                  </a:lnTo>
                  <a:lnTo>
                    <a:pt x="439394" y="511784"/>
                  </a:lnTo>
                  <a:lnTo>
                    <a:pt x="438137" y="514883"/>
                  </a:lnTo>
                  <a:lnTo>
                    <a:pt x="438137" y="521195"/>
                  </a:lnTo>
                  <a:lnTo>
                    <a:pt x="439394" y="524002"/>
                  </a:lnTo>
                  <a:lnTo>
                    <a:pt x="443763" y="528358"/>
                  </a:lnTo>
                  <a:lnTo>
                    <a:pt x="446862" y="529628"/>
                  </a:lnTo>
                  <a:lnTo>
                    <a:pt x="453110" y="529628"/>
                  </a:lnTo>
                  <a:lnTo>
                    <a:pt x="456272" y="528358"/>
                  </a:lnTo>
                  <a:lnTo>
                    <a:pt x="458444" y="526186"/>
                  </a:lnTo>
                  <a:lnTo>
                    <a:pt x="460336" y="524002"/>
                  </a:lnTo>
                  <a:lnTo>
                    <a:pt x="461606" y="520852"/>
                  </a:lnTo>
                  <a:lnTo>
                    <a:pt x="461606" y="514883"/>
                  </a:lnTo>
                  <a:close/>
                </a:path>
                <a:path w="2747010" h="2288540">
                  <a:moveTo>
                    <a:pt x="477215" y="1478254"/>
                  </a:moveTo>
                  <a:lnTo>
                    <a:pt x="475945" y="1475435"/>
                  </a:lnTo>
                  <a:lnTo>
                    <a:pt x="473824" y="1473263"/>
                  </a:lnTo>
                  <a:lnTo>
                    <a:pt x="470039" y="1469237"/>
                  </a:lnTo>
                  <a:lnTo>
                    <a:pt x="461606" y="1468894"/>
                  </a:lnTo>
                  <a:lnTo>
                    <a:pt x="455002" y="1475435"/>
                  </a:lnTo>
                  <a:lnTo>
                    <a:pt x="453745" y="1478254"/>
                  </a:lnTo>
                  <a:lnTo>
                    <a:pt x="453745" y="1484845"/>
                  </a:lnTo>
                  <a:lnTo>
                    <a:pt x="455002" y="1488008"/>
                  </a:lnTo>
                  <a:lnTo>
                    <a:pt x="457530" y="1489837"/>
                  </a:lnTo>
                  <a:lnTo>
                    <a:pt x="459371" y="1492072"/>
                  </a:lnTo>
                  <a:lnTo>
                    <a:pt x="462521" y="1493278"/>
                  </a:lnTo>
                  <a:lnTo>
                    <a:pt x="468782" y="1493278"/>
                  </a:lnTo>
                  <a:lnTo>
                    <a:pt x="471932" y="1492072"/>
                  </a:lnTo>
                  <a:lnTo>
                    <a:pt x="474052" y="1489837"/>
                  </a:lnTo>
                  <a:lnTo>
                    <a:pt x="475945" y="1488008"/>
                  </a:lnTo>
                  <a:lnTo>
                    <a:pt x="477215" y="1484845"/>
                  </a:lnTo>
                  <a:lnTo>
                    <a:pt x="477215" y="1478254"/>
                  </a:lnTo>
                  <a:close/>
                </a:path>
                <a:path w="2747010" h="2288540">
                  <a:moveTo>
                    <a:pt x="477215" y="1118374"/>
                  </a:moveTo>
                  <a:lnTo>
                    <a:pt x="475945" y="1115568"/>
                  </a:lnTo>
                  <a:lnTo>
                    <a:pt x="470039" y="1109306"/>
                  </a:lnTo>
                  <a:lnTo>
                    <a:pt x="461606" y="1108964"/>
                  </a:lnTo>
                  <a:lnTo>
                    <a:pt x="457187" y="1113332"/>
                  </a:lnTo>
                  <a:lnTo>
                    <a:pt x="455002" y="1115568"/>
                  </a:lnTo>
                  <a:lnTo>
                    <a:pt x="453796" y="1118374"/>
                  </a:lnTo>
                  <a:lnTo>
                    <a:pt x="453745" y="1121473"/>
                  </a:lnTo>
                  <a:lnTo>
                    <a:pt x="453745" y="1124978"/>
                  </a:lnTo>
                  <a:lnTo>
                    <a:pt x="455002" y="1127785"/>
                  </a:lnTo>
                  <a:lnTo>
                    <a:pt x="457530" y="1129969"/>
                  </a:lnTo>
                  <a:lnTo>
                    <a:pt x="459371" y="1132154"/>
                  </a:lnTo>
                  <a:lnTo>
                    <a:pt x="462521" y="1133411"/>
                  </a:lnTo>
                  <a:lnTo>
                    <a:pt x="468782" y="1133411"/>
                  </a:lnTo>
                  <a:lnTo>
                    <a:pt x="471932" y="1132154"/>
                  </a:lnTo>
                  <a:lnTo>
                    <a:pt x="474052" y="1129969"/>
                  </a:lnTo>
                  <a:lnTo>
                    <a:pt x="475945" y="1127785"/>
                  </a:lnTo>
                  <a:lnTo>
                    <a:pt x="477215" y="1124978"/>
                  </a:lnTo>
                  <a:lnTo>
                    <a:pt x="477215" y="1118374"/>
                  </a:lnTo>
                  <a:close/>
                </a:path>
                <a:path w="2747010" h="2288540">
                  <a:moveTo>
                    <a:pt x="477215" y="420662"/>
                  </a:moveTo>
                  <a:lnTo>
                    <a:pt x="475945" y="417855"/>
                  </a:lnTo>
                  <a:lnTo>
                    <a:pt x="473824" y="415671"/>
                  </a:lnTo>
                  <a:lnTo>
                    <a:pt x="470039" y="411594"/>
                  </a:lnTo>
                  <a:lnTo>
                    <a:pt x="461606" y="411314"/>
                  </a:lnTo>
                  <a:lnTo>
                    <a:pt x="455002" y="417855"/>
                  </a:lnTo>
                  <a:lnTo>
                    <a:pt x="453796" y="420662"/>
                  </a:lnTo>
                  <a:lnTo>
                    <a:pt x="453796" y="423824"/>
                  </a:lnTo>
                  <a:lnTo>
                    <a:pt x="453796" y="427266"/>
                  </a:lnTo>
                  <a:lnTo>
                    <a:pt x="455002" y="430415"/>
                  </a:lnTo>
                  <a:lnTo>
                    <a:pt x="457530" y="432257"/>
                  </a:lnTo>
                  <a:lnTo>
                    <a:pt x="459371" y="434492"/>
                  </a:lnTo>
                  <a:lnTo>
                    <a:pt x="462521" y="435698"/>
                  </a:lnTo>
                  <a:lnTo>
                    <a:pt x="468782" y="435698"/>
                  </a:lnTo>
                  <a:lnTo>
                    <a:pt x="471932" y="434492"/>
                  </a:lnTo>
                  <a:lnTo>
                    <a:pt x="474052" y="432257"/>
                  </a:lnTo>
                  <a:lnTo>
                    <a:pt x="475945" y="430415"/>
                  </a:lnTo>
                  <a:lnTo>
                    <a:pt x="477215" y="427266"/>
                  </a:lnTo>
                  <a:lnTo>
                    <a:pt x="477215" y="420662"/>
                  </a:lnTo>
                  <a:close/>
                </a:path>
                <a:path w="2747010" h="2288540">
                  <a:moveTo>
                    <a:pt x="477215" y="60794"/>
                  </a:moveTo>
                  <a:lnTo>
                    <a:pt x="475945" y="57975"/>
                  </a:lnTo>
                  <a:lnTo>
                    <a:pt x="470039" y="51727"/>
                  </a:lnTo>
                  <a:lnTo>
                    <a:pt x="461606" y="51384"/>
                  </a:lnTo>
                  <a:lnTo>
                    <a:pt x="457187" y="55740"/>
                  </a:lnTo>
                  <a:lnTo>
                    <a:pt x="455002" y="57975"/>
                  </a:lnTo>
                  <a:lnTo>
                    <a:pt x="453796" y="60794"/>
                  </a:lnTo>
                  <a:lnTo>
                    <a:pt x="453796" y="67386"/>
                  </a:lnTo>
                  <a:lnTo>
                    <a:pt x="455002" y="70205"/>
                  </a:lnTo>
                  <a:lnTo>
                    <a:pt x="457530" y="72377"/>
                  </a:lnTo>
                  <a:lnTo>
                    <a:pt x="459422" y="74561"/>
                  </a:lnTo>
                  <a:lnTo>
                    <a:pt x="462521" y="75819"/>
                  </a:lnTo>
                  <a:lnTo>
                    <a:pt x="465683" y="75819"/>
                  </a:lnTo>
                  <a:lnTo>
                    <a:pt x="468782" y="75819"/>
                  </a:lnTo>
                  <a:lnTo>
                    <a:pt x="471932" y="74561"/>
                  </a:lnTo>
                  <a:lnTo>
                    <a:pt x="474052" y="72377"/>
                  </a:lnTo>
                  <a:lnTo>
                    <a:pt x="475945" y="70205"/>
                  </a:lnTo>
                  <a:lnTo>
                    <a:pt x="477215" y="67386"/>
                  </a:lnTo>
                  <a:lnTo>
                    <a:pt x="477215" y="60794"/>
                  </a:lnTo>
                  <a:close/>
                </a:path>
                <a:path w="2747010" h="2288540">
                  <a:moveTo>
                    <a:pt x="492874" y="1259179"/>
                  </a:moveTo>
                  <a:lnTo>
                    <a:pt x="491667" y="1256372"/>
                  </a:lnTo>
                  <a:lnTo>
                    <a:pt x="489432" y="1254188"/>
                  </a:lnTo>
                  <a:lnTo>
                    <a:pt x="485698" y="1250175"/>
                  </a:lnTo>
                  <a:lnTo>
                    <a:pt x="477558" y="1249832"/>
                  </a:lnTo>
                  <a:lnTo>
                    <a:pt x="472846" y="1254188"/>
                  </a:lnTo>
                  <a:lnTo>
                    <a:pt x="470674" y="1256372"/>
                  </a:lnTo>
                  <a:lnTo>
                    <a:pt x="469404" y="1259179"/>
                  </a:lnTo>
                  <a:lnTo>
                    <a:pt x="469404" y="1265783"/>
                  </a:lnTo>
                  <a:lnTo>
                    <a:pt x="470674" y="1268590"/>
                  </a:lnTo>
                  <a:lnTo>
                    <a:pt x="472846" y="1270774"/>
                  </a:lnTo>
                  <a:lnTo>
                    <a:pt x="475030" y="1272959"/>
                  </a:lnTo>
                  <a:lnTo>
                    <a:pt x="478180" y="1274216"/>
                  </a:lnTo>
                  <a:lnTo>
                    <a:pt x="484441" y="1274216"/>
                  </a:lnTo>
                  <a:lnTo>
                    <a:pt x="487591" y="1272959"/>
                  </a:lnTo>
                  <a:lnTo>
                    <a:pt x="489775" y="1270774"/>
                  </a:lnTo>
                  <a:lnTo>
                    <a:pt x="491667" y="1268590"/>
                  </a:lnTo>
                  <a:lnTo>
                    <a:pt x="492874" y="1265783"/>
                  </a:lnTo>
                  <a:lnTo>
                    <a:pt x="492874" y="1259179"/>
                  </a:lnTo>
                  <a:close/>
                </a:path>
                <a:path w="2747010" h="2288540">
                  <a:moveTo>
                    <a:pt x="492874" y="201599"/>
                  </a:moveTo>
                  <a:lnTo>
                    <a:pt x="491667" y="198780"/>
                  </a:lnTo>
                  <a:lnTo>
                    <a:pt x="489432" y="196608"/>
                  </a:lnTo>
                  <a:lnTo>
                    <a:pt x="485698" y="192582"/>
                  </a:lnTo>
                  <a:lnTo>
                    <a:pt x="477558" y="192239"/>
                  </a:lnTo>
                  <a:lnTo>
                    <a:pt x="472846" y="196608"/>
                  </a:lnTo>
                  <a:lnTo>
                    <a:pt x="470674" y="198780"/>
                  </a:lnTo>
                  <a:lnTo>
                    <a:pt x="469404" y="201599"/>
                  </a:lnTo>
                  <a:lnTo>
                    <a:pt x="469404" y="208191"/>
                  </a:lnTo>
                  <a:lnTo>
                    <a:pt x="470674" y="211010"/>
                  </a:lnTo>
                  <a:lnTo>
                    <a:pt x="475030" y="215366"/>
                  </a:lnTo>
                  <a:lnTo>
                    <a:pt x="478180" y="216623"/>
                  </a:lnTo>
                  <a:lnTo>
                    <a:pt x="481342" y="216623"/>
                  </a:lnTo>
                  <a:lnTo>
                    <a:pt x="484441" y="216623"/>
                  </a:lnTo>
                  <a:lnTo>
                    <a:pt x="487591" y="215366"/>
                  </a:lnTo>
                  <a:lnTo>
                    <a:pt x="489775" y="213182"/>
                  </a:lnTo>
                  <a:lnTo>
                    <a:pt x="491667" y="211010"/>
                  </a:lnTo>
                  <a:lnTo>
                    <a:pt x="492874" y="208191"/>
                  </a:lnTo>
                  <a:lnTo>
                    <a:pt x="492874" y="201599"/>
                  </a:lnTo>
                  <a:close/>
                </a:path>
                <a:path w="2747010" h="2288540">
                  <a:moveTo>
                    <a:pt x="1674863" y="2176691"/>
                  </a:moveTo>
                  <a:lnTo>
                    <a:pt x="1658772" y="2153691"/>
                  </a:lnTo>
                  <a:lnTo>
                    <a:pt x="1628381" y="2151469"/>
                  </a:lnTo>
                  <a:lnTo>
                    <a:pt x="1581492" y="2167013"/>
                  </a:lnTo>
                  <a:lnTo>
                    <a:pt x="1533918" y="2180132"/>
                  </a:lnTo>
                  <a:lnTo>
                    <a:pt x="1485709" y="2190331"/>
                  </a:lnTo>
                  <a:lnTo>
                    <a:pt x="1436878" y="2197062"/>
                  </a:lnTo>
                  <a:lnTo>
                    <a:pt x="1387449" y="2199830"/>
                  </a:lnTo>
                  <a:lnTo>
                    <a:pt x="1337106" y="2198890"/>
                  </a:lnTo>
                  <a:lnTo>
                    <a:pt x="1286891" y="2197036"/>
                  </a:lnTo>
                  <a:lnTo>
                    <a:pt x="1236878" y="2197722"/>
                  </a:lnTo>
                  <a:lnTo>
                    <a:pt x="1187145" y="2204364"/>
                  </a:lnTo>
                  <a:lnTo>
                    <a:pt x="1175550" y="2211387"/>
                  </a:lnTo>
                  <a:lnTo>
                    <a:pt x="1170787" y="2223312"/>
                  </a:lnTo>
                  <a:lnTo>
                    <a:pt x="1172832" y="2236254"/>
                  </a:lnTo>
                  <a:lnTo>
                    <a:pt x="1222921" y="2266200"/>
                  </a:lnTo>
                  <a:lnTo>
                    <a:pt x="1267701" y="2279281"/>
                  </a:lnTo>
                  <a:lnTo>
                    <a:pt x="1315123" y="2286279"/>
                  </a:lnTo>
                  <a:lnTo>
                    <a:pt x="1364348" y="2287968"/>
                  </a:lnTo>
                  <a:lnTo>
                    <a:pt x="1414500" y="2285073"/>
                  </a:lnTo>
                  <a:lnTo>
                    <a:pt x="1464741" y="2278329"/>
                  </a:lnTo>
                  <a:lnTo>
                    <a:pt x="1514208" y="2268512"/>
                  </a:lnTo>
                  <a:lnTo>
                    <a:pt x="1562049" y="2256345"/>
                  </a:lnTo>
                  <a:lnTo>
                    <a:pt x="1607413" y="2242566"/>
                  </a:lnTo>
                  <a:lnTo>
                    <a:pt x="1649437" y="2227948"/>
                  </a:lnTo>
                  <a:lnTo>
                    <a:pt x="1672971" y="2206193"/>
                  </a:lnTo>
                  <a:lnTo>
                    <a:pt x="1674863" y="2176691"/>
                  </a:lnTo>
                  <a:close/>
                </a:path>
                <a:path w="2747010" h="2288540">
                  <a:moveTo>
                    <a:pt x="2538272" y="1600923"/>
                  </a:moveTo>
                  <a:lnTo>
                    <a:pt x="2522512" y="1582242"/>
                  </a:lnTo>
                  <a:lnTo>
                    <a:pt x="2499182" y="1577835"/>
                  </a:lnTo>
                  <a:lnTo>
                    <a:pt x="2478494" y="1593926"/>
                  </a:lnTo>
                  <a:lnTo>
                    <a:pt x="2453043" y="1635937"/>
                  </a:lnTo>
                  <a:lnTo>
                    <a:pt x="2425166" y="1675980"/>
                  </a:lnTo>
                  <a:lnTo>
                    <a:pt x="2395016" y="1714144"/>
                  </a:lnTo>
                  <a:lnTo>
                    <a:pt x="2362784" y="1750479"/>
                  </a:lnTo>
                  <a:lnTo>
                    <a:pt x="2328621" y="1785073"/>
                  </a:lnTo>
                  <a:lnTo>
                    <a:pt x="2292680" y="1817992"/>
                  </a:lnTo>
                  <a:lnTo>
                    <a:pt x="2255151" y="1849310"/>
                  </a:lnTo>
                  <a:lnTo>
                    <a:pt x="2216188" y="1879079"/>
                  </a:lnTo>
                  <a:lnTo>
                    <a:pt x="2175954" y="1907400"/>
                  </a:lnTo>
                  <a:lnTo>
                    <a:pt x="2134616" y="1934311"/>
                  </a:lnTo>
                  <a:lnTo>
                    <a:pt x="2092350" y="1959914"/>
                  </a:lnTo>
                  <a:lnTo>
                    <a:pt x="2049310" y="1984273"/>
                  </a:lnTo>
                  <a:lnTo>
                    <a:pt x="2005660" y="2007438"/>
                  </a:lnTo>
                  <a:lnTo>
                    <a:pt x="1961578" y="2029510"/>
                  </a:lnTo>
                  <a:lnTo>
                    <a:pt x="1917217" y="2050529"/>
                  </a:lnTo>
                  <a:lnTo>
                    <a:pt x="1872754" y="2070595"/>
                  </a:lnTo>
                  <a:lnTo>
                    <a:pt x="1828355" y="2089759"/>
                  </a:lnTo>
                  <a:lnTo>
                    <a:pt x="1784172" y="2108111"/>
                  </a:lnTo>
                  <a:lnTo>
                    <a:pt x="1740382" y="2125700"/>
                  </a:lnTo>
                  <a:lnTo>
                    <a:pt x="1724025" y="2139251"/>
                  </a:lnTo>
                  <a:lnTo>
                    <a:pt x="1716913" y="2159190"/>
                  </a:lnTo>
                  <a:lnTo>
                    <a:pt x="1721548" y="2178316"/>
                  </a:lnTo>
                  <a:lnTo>
                    <a:pt x="1740433" y="2189442"/>
                  </a:lnTo>
                  <a:lnTo>
                    <a:pt x="1788642" y="2193925"/>
                  </a:lnTo>
                  <a:lnTo>
                    <a:pt x="1836216" y="2190902"/>
                  </a:lnTo>
                  <a:lnTo>
                    <a:pt x="1883029" y="2181326"/>
                  </a:lnTo>
                  <a:lnTo>
                    <a:pt x="1928990" y="2166112"/>
                  </a:lnTo>
                  <a:lnTo>
                    <a:pt x="1973986" y="2146198"/>
                  </a:lnTo>
                  <a:lnTo>
                    <a:pt x="2017928" y="2122500"/>
                  </a:lnTo>
                  <a:lnTo>
                    <a:pt x="2060689" y="2095957"/>
                  </a:lnTo>
                  <a:lnTo>
                    <a:pt x="2102180" y="2067483"/>
                  </a:lnTo>
                  <a:lnTo>
                    <a:pt x="2142286" y="2038032"/>
                  </a:lnTo>
                  <a:lnTo>
                    <a:pt x="2217940" y="1979841"/>
                  </a:lnTo>
                  <a:lnTo>
                    <a:pt x="2255736" y="1950123"/>
                  </a:lnTo>
                  <a:lnTo>
                    <a:pt x="2292832" y="1919566"/>
                  </a:lnTo>
                  <a:lnTo>
                    <a:pt x="2328989" y="1888020"/>
                  </a:lnTo>
                  <a:lnTo>
                    <a:pt x="2363978" y="1855355"/>
                  </a:lnTo>
                  <a:lnTo>
                    <a:pt x="2397556" y="1821421"/>
                  </a:lnTo>
                  <a:lnTo>
                    <a:pt x="2429497" y="1786064"/>
                  </a:lnTo>
                  <a:lnTo>
                    <a:pt x="2459571" y="1749158"/>
                  </a:lnTo>
                  <a:lnTo>
                    <a:pt x="2487536" y="1710550"/>
                  </a:lnTo>
                  <a:lnTo>
                    <a:pt x="2513152" y="1670100"/>
                  </a:lnTo>
                  <a:lnTo>
                    <a:pt x="2536215" y="1627657"/>
                  </a:lnTo>
                  <a:lnTo>
                    <a:pt x="2538272" y="1600923"/>
                  </a:lnTo>
                  <a:close/>
                </a:path>
                <a:path w="2747010" h="2288540">
                  <a:moveTo>
                    <a:pt x="2747010" y="1015898"/>
                  </a:moveTo>
                  <a:lnTo>
                    <a:pt x="2746133" y="969670"/>
                  </a:lnTo>
                  <a:lnTo>
                    <a:pt x="2743365" y="923671"/>
                  </a:lnTo>
                  <a:lnTo>
                    <a:pt x="2738717" y="877963"/>
                  </a:lnTo>
                  <a:lnTo>
                    <a:pt x="2732240" y="832548"/>
                  </a:lnTo>
                  <a:lnTo>
                    <a:pt x="2723972" y="787488"/>
                  </a:lnTo>
                  <a:lnTo>
                    <a:pt x="2713939" y="742797"/>
                  </a:lnTo>
                  <a:lnTo>
                    <a:pt x="2702179" y="698512"/>
                  </a:lnTo>
                  <a:lnTo>
                    <a:pt x="2688729" y="654672"/>
                  </a:lnTo>
                  <a:lnTo>
                    <a:pt x="2673629" y="611314"/>
                  </a:lnTo>
                  <a:lnTo>
                    <a:pt x="2656890" y="568452"/>
                  </a:lnTo>
                  <a:lnTo>
                    <a:pt x="2638577" y="526135"/>
                  </a:lnTo>
                  <a:lnTo>
                    <a:pt x="2618689" y="484390"/>
                  </a:lnTo>
                  <a:lnTo>
                    <a:pt x="2597302" y="443242"/>
                  </a:lnTo>
                  <a:lnTo>
                    <a:pt x="2574417" y="402742"/>
                  </a:lnTo>
                  <a:lnTo>
                    <a:pt x="2550083" y="362915"/>
                  </a:lnTo>
                  <a:lnTo>
                    <a:pt x="2524328" y="323786"/>
                  </a:lnTo>
                  <a:lnTo>
                    <a:pt x="2497201" y="285407"/>
                  </a:lnTo>
                  <a:lnTo>
                    <a:pt x="2468715" y="247789"/>
                  </a:lnTo>
                  <a:lnTo>
                    <a:pt x="2438920" y="210985"/>
                  </a:lnTo>
                  <a:lnTo>
                    <a:pt x="2407856" y="175006"/>
                  </a:lnTo>
                  <a:lnTo>
                    <a:pt x="2375535" y="139903"/>
                  </a:lnTo>
                  <a:lnTo>
                    <a:pt x="2342007" y="105714"/>
                  </a:lnTo>
                  <a:lnTo>
                    <a:pt x="2307310" y="72440"/>
                  </a:lnTo>
                  <a:lnTo>
                    <a:pt x="2271471" y="40157"/>
                  </a:lnTo>
                  <a:lnTo>
                    <a:pt x="2234514" y="8864"/>
                  </a:lnTo>
                  <a:lnTo>
                    <a:pt x="2206434" y="0"/>
                  </a:lnTo>
                  <a:lnTo>
                    <a:pt x="2182076" y="11557"/>
                  </a:lnTo>
                  <a:lnTo>
                    <a:pt x="2171039" y="34696"/>
                  </a:lnTo>
                  <a:lnTo>
                    <a:pt x="2182876" y="60566"/>
                  </a:lnTo>
                  <a:lnTo>
                    <a:pt x="2219693" y="94691"/>
                  </a:lnTo>
                  <a:lnTo>
                    <a:pt x="2256282" y="129527"/>
                  </a:lnTo>
                  <a:lnTo>
                    <a:pt x="2292388" y="165125"/>
                  </a:lnTo>
                  <a:lnTo>
                    <a:pt x="2327821" y="201574"/>
                  </a:lnTo>
                  <a:lnTo>
                    <a:pt x="2362327" y="238912"/>
                  </a:lnTo>
                  <a:lnTo>
                    <a:pt x="2395702" y="277241"/>
                  </a:lnTo>
                  <a:lnTo>
                    <a:pt x="2427694" y="316585"/>
                  </a:lnTo>
                  <a:lnTo>
                    <a:pt x="2458097" y="357047"/>
                  </a:lnTo>
                  <a:lnTo>
                    <a:pt x="2486672" y="398678"/>
                  </a:lnTo>
                  <a:lnTo>
                    <a:pt x="2513203" y="441540"/>
                  </a:lnTo>
                  <a:lnTo>
                    <a:pt x="2537447" y="485711"/>
                  </a:lnTo>
                  <a:lnTo>
                    <a:pt x="2559189" y="531253"/>
                  </a:lnTo>
                  <a:lnTo>
                    <a:pt x="2578214" y="578231"/>
                  </a:lnTo>
                  <a:lnTo>
                    <a:pt x="2594279" y="626706"/>
                  </a:lnTo>
                  <a:lnTo>
                    <a:pt x="2607792" y="677799"/>
                  </a:lnTo>
                  <a:lnTo>
                    <a:pt x="2618219" y="728218"/>
                  </a:lnTo>
                  <a:lnTo>
                    <a:pt x="2625788" y="778052"/>
                  </a:lnTo>
                  <a:lnTo>
                    <a:pt x="2630754" y="827392"/>
                  </a:lnTo>
                  <a:lnTo>
                    <a:pt x="2633345" y="876325"/>
                  </a:lnTo>
                  <a:lnTo>
                    <a:pt x="2633802" y="924928"/>
                  </a:lnTo>
                  <a:lnTo>
                    <a:pt x="2632379" y="973302"/>
                  </a:lnTo>
                  <a:lnTo>
                    <a:pt x="2629319" y="1021537"/>
                  </a:lnTo>
                  <a:lnTo>
                    <a:pt x="2624848" y="1069721"/>
                  </a:lnTo>
                  <a:lnTo>
                    <a:pt x="2619222" y="1117930"/>
                  </a:lnTo>
                  <a:lnTo>
                    <a:pt x="2612682" y="1166266"/>
                  </a:lnTo>
                  <a:lnTo>
                    <a:pt x="2605455" y="1214805"/>
                  </a:lnTo>
                  <a:lnTo>
                    <a:pt x="2582138" y="1362557"/>
                  </a:lnTo>
                  <a:lnTo>
                    <a:pt x="2574633" y="1412824"/>
                  </a:lnTo>
                  <a:lnTo>
                    <a:pt x="2567648" y="1463738"/>
                  </a:lnTo>
                  <a:lnTo>
                    <a:pt x="2575064" y="1488808"/>
                  </a:lnTo>
                  <a:lnTo>
                    <a:pt x="2597645" y="1502435"/>
                  </a:lnTo>
                  <a:lnTo>
                    <a:pt x="2624251" y="1501863"/>
                  </a:lnTo>
                  <a:lnTo>
                    <a:pt x="2663748" y="1437487"/>
                  </a:lnTo>
                  <a:lnTo>
                    <a:pt x="2681516" y="1390548"/>
                  </a:lnTo>
                  <a:lnTo>
                    <a:pt x="2697073" y="1343571"/>
                  </a:lnTo>
                  <a:lnTo>
                    <a:pt x="2710459" y="1296555"/>
                  </a:lnTo>
                  <a:lnTo>
                    <a:pt x="2721711" y="1249565"/>
                  </a:lnTo>
                  <a:lnTo>
                    <a:pt x="2730843" y="1202601"/>
                  </a:lnTo>
                  <a:lnTo>
                    <a:pt x="2737904" y="1155738"/>
                  </a:lnTo>
                  <a:lnTo>
                    <a:pt x="2742933" y="1108964"/>
                  </a:lnTo>
                  <a:lnTo>
                    <a:pt x="2745956" y="1062342"/>
                  </a:lnTo>
                  <a:lnTo>
                    <a:pt x="2747010" y="1015898"/>
                  </a:lnTo>
                  <a:close/>
                </a:path>
              </a:pathLst>
            </a:custGeom>
            <a:solidFill>
              <a:srgbClr val="F5BD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5331" y="3488956"/>
              <a:ext cx="1488440" cy="1986914"/>
            </a:xfrm>
            <a:custGeom>
              <a:avLst/>
              <a:gdLst/>
              <a:ahLst/>
              <a:cxnLst/>
              <a:rect l="l" t="t" r="r" b="b"/>
              <a:pathLst>
                <a:path w="1488440" h="1986914">
                  <a:moveTo>
                    <a:pt x="23469" y="916139"/>
                  </a:moveTo>
                  <a:lnTo>
                    <a:pt x="23126" y="915111"/>
                  </a:lnTo>
                  <a:lnTo>
                    <a:pt x="22720" y="913625"/>
                  </a:lnTo>
                  <a:lnTo>
                    <a:pt x="22720" y="913104"/>
                  </a:lnTo>
                  <a:lnTo>
                    <a:pt x="21983" y="911263"/>
                  </a:lnTo>
                  <a:lnTo>
                    <a:pt x="21120" y="910005"/>
                  </a:lnTo>
                  <a:lnTo>
                    <a:pt x="20027" y="908913"/>
                  </a:lnTo>
                  <a:lnTo>
                    <a:pt x="15328" y="904494"/>
                  </a:lnTo>
                  <a:lnTo>
                    <a:pt x="7861" y="904494"/>
                  </a:lnTo>
                  <a:lnTo>
                    <a:pt x="342" y="915111"/>
                  </a:lnTo>
                  <a:lnTo>
                    <a:pt x="0" y="916203"/>
                  </a:lnTo>
                  <a:lnTo>
                    <a:pt x="0" y="917346"/>
                  </a:lnTo>
                  <a:lnTo>
                    <a:pt x="0" y="920165"/>
                  </a:lnTo>
                  <a:lnTo>
                    <a:pt x="1270" y="923315"/>
                  </a:lnTo>
                  <a:lnTo>
                    <a:pt x="3390" y="925499"/>
                  </a:lnTo>
                  <a:lnTo>
                    <a:pt x="5626" y="927671"/>
                  </a:lnTo>
                  <a:lnTo>
                    <a:pt x="8724" y="928941"/>
                  </a:lnTo>
                  <a:lnTo>
                    <a:pt x="14986" y="928941"/>
                  </a:lnTo>
                  <a:lnTo>
                    <a:pt x="17843" y="927671"/>
                  </a:lnTo>
                  <a:lnTo>
                    <a:pt x="22212" y="923315"/>
                  </a:lnTo>
                  <a:lnTo>
                    <a:pt x="23469" y="920508"/>
                  </a:lnTo>
                  <a:lnTo>
                    <a:pt x="23469" y="916139"/>
                  </a:lnTo>
                  <a:close/>
                </a:path>
                <a:path w="1488440" h="1986914">
                  <a:moveTo>
                    <a:pt x="156476" y="1502308"/>
                  </a:moveTo>
                  <a:lnTo>
                    <a:pt x="155206" y="1499222"/>
                  </a:lnTo>
                  <a:lnTo>
                    <a:pt x="153035" y="1497037"/>
                  </a:lnTo>
                  <a:lnTo>
                    <a:pt x="149301" y="1493024"/>
                  </a:lnTo>
                  <a:lnTo>
                    <a:pt x="140868" y="1492669"/>
                  </a:lnTo>
                  <a:lnTo>
                    <a:pt x="134264" y="1499222"/>
                  </a:lnTo>
                  <a:lnTo>
                    <a:pt x="133007" y="1502029"/>
                  </a:lnTo>
                  <a:lnTo>
                    <a:pt x="133007" y="1508620"/>
                  </a:lnTo>
                  <a:lnTo>
                    <a:pt x="134264" y="1511439"/>
                  </a:lnTo>
                  <a:lnTo>
                    <a:pt x="138633" y="1515859"/>
                  </a:lnTo>
                  <a:lnTo>
                    <a:pt x="141732" y="1517065"/>
                  </a:lnTo>
                  <a:lnTo>
                    <a:pt x="148043" y="1517065"/>
                  </a:lnTo>
                  <a:lnTo>
                    <a:pt x="151193" y="1515859"/>
                  </a:lnTo>
                  <a:lnTo>
                    <a:pt x="153314" y="1513611"/>
                  </a:lnTo>
                  <a:lnTo>
                    <a:pt x="155206" y="1511439"/>
                  </a:lnTo>
                  <a:lnTo>
                    <a:pt x="156476" y="1508340"/>
                  </a:lnTo>
                  <a:lnTo>
                    <a:pt x="156476" y="1502308"/>
                  </a:lnTo>
                  <a:close/>
                </a:path>
                <a:path w="1488440" h="1986914">
                  <a:moveTo>
                    <a:pt x="320802" y="1768094"/>
                  </a:moveTo>
                  <a:lnTo>
                    <a:pt x="319544" y="1764931"/>
                  </a:lnTo>
                  <a:lnTo>
                    <a:pt x="317360" y="1763039"/>
                  </a:lnTo>
                  <a:lnTo>
                    <a:pt x="313575" y="1759026"/>
                  </a:lnTo>
                  <a:lnTo>
                    <a:pt x="305485" y="1758683"/>
                  </a:lnTo>
                  <a:lnTo>
                    <a:pt x="300774" y="1763039"/>
                  </a:lnTo>
                  <a:lnTo>
                    <a:pt x="298602" y="1765274"/>
                  </a:lnTo>
                  <a:lnTo>
                    <a:pt x="297332" y="1768094"/>
                  </a:lnTo>
                  <a:lnTo>
                    <a:pt x="297332" y="1774342"/>
                  </a:lnTo>
                  <a:lnTo>
                    <a:pt x="298602" y="1777492"/>
                  </a:lnTo>
                  <a:lnTo>
                    <a:pt x="302958" y="1781860"/>
                  </a:lnTo>
                  <a:lnTo>
                    <a:pt x="306057" y="1783118"/>
                  </a:lnTo>
                  <a:lnTo>
                    <a:pt x="312305" y="1783118"/>
                  </a:lnTo>
                  <a:lnTo>
                    <a:pt x="315468" y="1781860"/>
                  </a:lnTo>
                  <a:lnTo>
                    <a:pt x="317652" y="1779676"/>
                  </a:lnTo>
                  <a:lnTo>
                    <a:pt x="319544" y="1777492"/>
                  </a:lnTo>
                  <a:lnTo>
                    <a:pt x="320802" y="1774685"/>
                  </a:lnTo>
                  <a:lnTo>
                    <a:pt x="320802" y="1768094"/>
                  </a:lnTo>
                  <a:close/>
                </a:path>
                <a:path w="1488440" h="1986914">
                  <a:moveTo>
                    <a:pt x="399072" y="1611566"/>
                  </a:moveTo>
                  <a:lnTo>
                    <a:pt x="397802" y="1608747"/>
                  </a:lnTo>
                  <a:lnTo>
                    <a:pt x="395566" y="1606575"/>
                  </a:lnTo>
                  <a:lnTo>
                    <a:pt x="391833" y="1602549"/>
                  </a:lnTo>
                  <a:lnTo>
                    <a:pt x="383692" y="1602206"/>
                  </a:lnTo>
                  <a:lnTo>
                    <a:pt x="378980" y="1606575"/>
                  </a:lnTo>
                  <a:lnTo>
                    <a:pt x="376809" y="1608467"/>
                  </a:lnTo>
                  <a:lnTo>
                    <a:pt x="375539" y="1611566"/>
                  </a:lnTo>
                  <a:lnTo>
                    <a:pt x="375539" y="1618221"/>
                  </a:lnTo>
                  <a:lnTo>
                    <a:pt x="376809" y="1620977"/>
                  </a:lnTo>
                  <a:lnTo>
                    <a:pt x="381165" y="1625333"/>
                  </a:lnTo>
                  <a:lnTo>
                    <a:pt x="384314" y="1626654"/>
                  </a:lnTo>
                  <a:lnTo>
                    <a:pt x="390575" y="1626654"/>
                  </a:lnTo>
                  <a:lnTo>
                    <a:pt x="393725" y="1625333"/>
                  </a:lnTo>
                  <a:lnTo>
                    <a:pt x="395909" y="1623148"/>
                  </a:lnTo>
                  <a:lnTo>
                    <a:pt x="397802" y="1620977"/>
                  </a:lnTo>
                  <a:lnTo>
                    <a:pt x="399072" y="1617814"/>
                  </a:lnTo>
                  <a:lnTo>
                    <a:pt x="399072" y="1611566"/>
                  </a:lnTo>
                  <a:close/>
                </a:path>
                <a:path w="1488440" h="1986914">
                  <a:moveTo>
                    <a:pt x="445947" y="1674164"/>
                  </a:moveTo>
                  <a:lnTo>
                    <a:pt x="444677" y="1671345"/>
                  </a:lnTo>
                  <a:lnTo>
                    <a:pt x="442556" y="1669173"/>
                  </a:lnTo>
                  <a:lnTo>
                    <a:pt x="438772" y="1665147"/>
                  </a:lnTo>
                  <a:lnTo>
                    <a:pt x="430339" y="1664804"/>
                  </a:lnTo>
                  <a:lnTo>
                    <a:pt x="423735" y="1671345"/>
                  </a:lnTo>
                  <a:lnTo>
                    <a:pt x="422478" y="1674164"/>
                  </a:lnTo>
                  <a:lnTo>
                    <a:pt x="422478" y="1680756"/>
                  </a:lnTo>
                  <a:lnTo>
                    <a:pt x="423735" y="1683918"/>
                  </a:lnTo>
                  <a:lnTo>
                    <a:pt x="426262" y="1685747"/>
                  </a:lnTo>
                  <a:lnTo>
                    <a:pt x="428104" y="1687982"/>
                  </a:lnTo>
                  <a:lnTo>
                    <a:pt x="431253" y="1689188"/>
                  </a:lnTo>
                  <a:lnTo>
                    <a:pt x="437515" y="1689188"/>
                  </a:lnTo>
                  <a:lnTo>
                    <a:pt x="440664" y="1687982"/>
                  </a:lnTo>
                  <a:lnTo>
                    <a:pt x="442785" y="1685747"/>
                  </a:lnTo>
                  <a:lnTo>
                    <a:pt x="444677" y="1683918"/>
                  </a:lnTo>
                  <a:lnTo>
                    <a:pt x="445947" y="1680756"/>
                  </a:lnTo>
                  <a:lnTo>
                    <a:pt x="445947" y="1674164"/>
                  </a:lnTo>
                  <a:close/>
                </a:path>
                <a:path w="1488440" h="1986914">
                  <a:moveTo>
                    <a:pt x="453809" y="1973783"/>
                  </a:moveTo>
                  <a:lnTo>
                    <a:pt x="453466" y="1972691"/>
                  </a:lnTo>
                  <a:lnTo>
                    <a:pt x="453059" y="1971141"/>
                  </a:lnTo>
                  <a:lnTo>
                    <a:pt x="453110" y="1970570"/>
                  </a:lnTo>
                  <a:lnTo>
                    <a:pt x="452882" y="1970112"/>
                  </a:lnTo>
                  <a:lnTo>
                    <a:pt x="452310" y="1968677"/>
                  </a:lnTo>
                  <a:lnTo>
                    <a:pt x="451446" y="1967420"/>
                  </a:lnTo>
                  <a:lnTo>
                    <a:pt x="450367" y="1966506"/>
                  </a:lnTo>
                  <a:lnTo>
                    <a:pt x="446290" y="1962086"/>
                  </a:lnTo>
                  <a:lnTo>
                    <a:pt x="438137" y="1962086"/>
                  </a:lnTo>
                  <a:lnTo>
                    <a:pt x="433717" y="1966506"/>
                  </a:lnTo>
                  <a:lnTo>
                    <a:pt x="432689" y="1967585"/>
                  </a:lnTo>
                  <a:lnTo>
                    <a:pt x="431825" y="1968855"/>
                  </a:lnTo>
                  <a:lnTo>
                    <a:pt x="431203" y="1970227"/>
                  </a:lnTo>
                  <a:lnTo>
                    <a:pt x="431088" y="1970633"/>
                  </a:lnTo>
                  <a:lnTo>
                    <a:pt x="431088" y="1971205"/>
                  </a:lnTo>
                  <a:lnTo>
                    <a:pt x="430682" y="1972691"/>
                  </a:lnTo>
                  <a:lnTo>
                    <a:pt x="430339" y="1973732"/>
                  </a:lnTo>
                  <a:lnTo>
                    <a:pt x="430339" y="1977745"/>
                  </a:lnTo>
                  <a:lnTo>
                    <a:pt x="431596" y="1980907"/>
                  </a:lnTo>
                  <a:lnTo>
                    <a:pt x="435965" y="1985264"/>
                  </a:lnTo>
                  <a:lnTo>
                    <a:pt x="439064" y="1986521"/>
                  </a:lnTo>
                  <a:lnTo>
                    <a:pt x="445376" y="1986521"/>
                  </a:lnTo>
                  <a:lnTo>
                    <a:pt x="448183" y="1985264"/>
                  </a:lnTo>
                  <a:lnTo>
                    <a:pt x="452539" y="1980907"/>
                  </a:lnTo>
                  <a:lnTo>
                    <a:pt x="453809" y="1978088"/>
                  </a:lnTo>
                  <a:lnTo>
                    <a:pt x="453809" y="1973783"/>
                  </a:lnTo>
                  <a:close/>
                </a:path>
                <a:path w="1488440" h="1986914">
                  <a:moveTo>
                    <a:pt x="453809" y="916203"/>
                  </a:moveTo>
                  <a:lnTo>
                    <a:pt x="453466" y="915111"/>
                  </a:lnTo>
                  <a:lnTo>
                    <a:pt x="452653" y="912012"/>
                  </a:lnTo>
                  <a:lnTo>
                    <a:pt x="451802" y="910120"/>
                  </a:lnTo>
                  <a:lnTo>
                    <a:pt x="450367" y="908913"/>
                  </a:lnTo>
                  <a:lnTo>
                    <a:pt x="446290" y="904494"/>
                  </a:lnTo>
                  <a:lnTo>
                    <a:pt x="438137" y="904494"/>
                  </a:lnTo>
                  <a:lnTo>
                    <a:pt x="431025" y="913104"/>
                  </a:lnTo>
                  <a:lnTo>
                    <a:pt x="431088" y="913625"/>
                  </a:lnTo>
                  <a:lnTo>
                    <a:pt x="430974" y="914019"/>
                  </a:lnTo>
                  <a:lnTo>
                    <a:pt x="430682" y="915111"/>
                  </a:lnTo>
                  <a:lnTo>
                    <a:pt x="430339" y="916139"/>
                  </a:lnTo>
                  <a:lnTo>
                    <a:pt x="430339" y="920165"/>
                  </a:lnTo>
                  <a:lnTo>
                    <a:pt x="431596" y="923315"/>
                  </a:lnTo>
                  <a:lnTo>
                    <a:pt x="435965" y="927671"/>
                  </a:lnTo>
                  <a:lnTo>
                    <a:pt x="439064" y="928941"/>
                  </a:lnTo>
                  <a:lnTo>
                    <a:pt x="445376" y="928941"/>
                  </a:lnTo>
                  <a:lnTo>
                    <a:pt x="448183" y="927671"/>
                  </a:lnTo>
                  <a:lnTo>
                    <a:pt x="452539" y="923315"/>
                  </a:lnTo>
                  <a:lnTo>
                    <a:pt x="453809" y="920508"/>
                  </a:lnTo>
                  <a:lnTo>
                    <a:pt x="453809" y="916203"/>
                  </a:lnTo>
                  <a:close/>
                </a:path>
                <a:path w="1488440" h="1986914">
                  <a:moveTo>
                    <a:pt x="580326" y="131508"/>
                  </a:moveTo>
                  <a:lnTo>
                    <a:pt x="579056" y="128689"/>
                  </a:lnTo>
                  <a:lnTo>
                    <a:pt x="576884" y="126517"/>
                  </a:lnTo>
                  <a:lnTo>
                    <a:pt x="572808" y="122097"/>
                  </a:lnTo>
                  <a:lnTo>
                    <a:pt x="564718" y="122097"/>
                  </a:lnTo>
                  <a:lnTo>
                    <a:pt x="560235" y="126517"/>
                  </a:lnTo>
                  <a:lnTo>
                    <a:pt x="558114" y="128689"/>
                  </a:lnTo>
                  <a:lnTo>
                    <a:pt x="556856" y="131508"/>
                  </a:lnTo>
                  <a:lnTo>
                    <a:pt x="556856" y="138099"/>
                  </a:lnTo>
                  <a:lnTo>
                    <a:pt x="558114" y="141262"/>
                  </a:lnTo>
                  <a:lnTo>
                    <a:pt x="560641" y="143090"/>
                  </a:lnTo>
                  <a:lnTo>
                    <a:pt x="562483" y="145275"/>
                  </a:lnTo>
                  <a:lnTo>
                    <a:pt x="565632" y="146532"/>
                  </a:lnTo>
                  <a:lnTo>
                    <a:pt x="571893" y="146532"/>
                  </a:lnTo>
                  <a:lnTo>
                    <a:pt x="574700" y="145275"/>
                  </a:lnTo>
                  <a:lnTo>
                    <a:pt x="579056" y="140919"/>
                  </a:lnTo>
                  <a:lnTo>
                    <a:pt x="580326" y="137756"/>
                  </a:lnTo>
                  <a:lnTo>
                    <a:pt x="580326" y="131508"/>
                  </a:lnTo>
                  <a:close/>
                </a:path>
                <a:path w="1488440" h="1986914">
                  <a:moveTo>
                    <a:pt x="627253" y="209765"/>
                  </a:moveTo>
                  <a:lnTo>
                    <a:pt x="626046" y="206616"/>
                  </a:lnTo>
                  <a:lnTo>
                    <a:pt x="623811" y="204724"/>
                  </a:lnTo>
                  <a:lnTo>
                    <a:pt x="619455" y="200355"/>
                  </a:lnTo>
                  <a:lnTo>
                    <a:pt x="611644" y="200355"/>
                  </a:lnTo>
                  <a:lnTo>
                    <a:pt x="607237" y="204724"/>
                  </a:lnTo>
                  <a:lnTo>
                    <a:pt x="605053" y="206959"/>
                  </a:lnTo>
                  <a:lnTo>
                    <a:pt x="603796" y="209765"/>
                  </a:lnTo>
                  <a:lnTo>
                    <a:pt x="603796" y="216369"/>
                  </a:lnTo>
                  <a:lnTo>
                    <a:pt x="605053" y="219468"/>
                  </a:lnTo>
                  <a:lnTo>
                    <a:pt x="607517" y="221297"/>
                  </a:lnTo>
                  <a:lnTo>
                    <a:pt x="609409" y="223532"/>
                  </a:lnTo>
                  <a:lnTo>
                    <a:pt x="612571" y="224802"/>
                  </a:lnTo>
                  <a:lnTo>
                    <a:pt x="618820" y="224802"/>
                  </a:lnTo>
                  <a:lnTo>
                    <a:pt x="621639" y="223532"/>
                  </a:lnTo>
                  <a:lnTo>
                    <a:pt x="623811" y="221297"/>
                  </a:lnTo>
                  <a:lnTo>
                    <a:pt x="626046" y="219468"/>
                  </a:lnTo>
                  <a:lnTo>
                    <a:pt x="627253" y="216369"/>
                  </a:lnTo>
                  <a:lnTo>
                    <a:pt x="627253" y="209765"/>
                  </a:lnTo>
                  <a:close/>
                </a:path>
                <a:path w="1488440" h="1986914">
                  <a:moveTo>
                    <a:pt x="658583" y="287972"/>
                  </a:moveTo>
                  <a:lnTo>
                    <a:pt x="657326" y="284873"/>
                  </a:lnTo>
                  <a:lnTo>
                    <a:pt x="655142" y="282689"/>
                  </a:lnTo>
                  <a:lnTo>
                    <a:pt x="651065" y="278968"/>
                  </a:lnTo>
                  <a:lnTo>
                    <a:pt x="642924" y="278625"/>
                  </a:lnTo>
                  <a:lnTo>
                    <a:pt x="638505" y="282981"/>
                  </a:lnTo>
                  <a:lnTo>
                    <a:pt x="636384" y="285165"/>
                  </a:lnTo>
                  <a:lnTo>
                    <a:pt x="635114" y="287972"/>
                  </a:lnTo>
                  <a:lnTo>
                    <a:pt x="635063" y="291477"/>
                  </a:lnTo>
                  <a:lnTo>
                    <a:pt x="635063" y="294576"/>
                  </a:lnTo>
                  <a:lnTo>
                    <a:pt x="636320" y="297726"/>
                  </a:lnTo>
                  <a:lnTo>
                    <a:pt x="638848" y="299567"/>
                  </a:lnTo>
                  <a:lnTo>
                    <a:pt x="640740" y="301802"/>
                  </a:lnTo>
                  <a:lnTo>
                    <a:pt x="643839" y="303009"/>
                  </a:lnTo>
                  <a:lnTo>
                    <a:pt x="650087" y="303009"/>
                  </a:lnTo>
                  <a:lnTo>
                    <a:pt x="652907" y="301802"/>
                  </a:lnTo>
                  <a:lnTo>
                    <a:pt x="655142" y="299567"/>
                  </a:lnTo>
                  <a:lnTo>
                    <a:pt x="657326" y="297726"/>
                  </a:lnTo>
                  <a:lnTo>
                    <a:pt x="658583" y="294576"/>
                  </a:lnTo>
                  <a:lnTo>
                    <a:pt x="658583" y="287972"/>
                  </a:lnTo>
                  <a:close/>
                </a:path>
                <a:path w="1488440" h="1986914">
                  <a:moveTo>
                    <a:pt x="674255" y="131508"/>
                  </a:moveTo>
                  <a:lnTo>
                    <a:pt x="672985" y="128689"/>
                  </a:lnTo>
                  <a:lnTo>
                    <a:pt x="670750" y="126517"/>
                  </a:lnTo>
                  <a:lnTo>
                    <a:pt x="666394" y="122097"/>
                  </a:lnTo>
                  <a:lnTo>
                    <a:pt x="658583" y="122097"/>
                  </a:lnTo>
                  <a:lnTo>
                    <a:pt x="651992" y="128689"/>
                  </a:lnTo>
                  <a:lnTo>
                    <a:pt x="650786" y="131787"/>
                  </a:lnTo>
                  <a:lnTo>
                    <a:pt x="650786" y="137756"/>
                  </a:lnTo>
                  <a:lnTo>
                    <a:pt x="651992" y="140919"/>
                  </a:lnTo>
                  <a:lnTo>
                    <a:pt x="656348" y="145275"/>
                  </a:lnTo>
                  <a:lnTo>
                    <a:pt x="659498" y="146532"/>
                  </a:lnTo>
                  <a:lnTo>
                    <a:pt x="662660" y="146532"/>
                  </a:lnTo>
                  <a:lnTo>
                    <a:pt x="665759" y="146532"/>
                  </a:lnTo>
                  <a:lnTo>
                    <a:pt x="668566" y="145275"/>
                  </a:lnTo>
                  <a:lnTo>
                    <a:pt x="672985" y="140919"/>
                  </a:lnTo>
                  <a:lnTo>
                    <a:pt x="674255" y="138099"/>
                  </a:lnTo>
                  <a:lnTo>
                    <a:pt x="674255" y="131508"/>
                  </a:lnTo>
                  <a:close/>
                </a:path>
                <a:path w="1488440" h="1986914">
                  <a:moveTo>
                    <a:pt x="689851" y="428840"/>
                  </a:moveTo>
                  <a:lnTo>
                    <a:pt x="688594" y="426021"/>
                  </a:lnTo>
                  <a:lnTo>
                    <a:pt x="686409" y="423786"/>
                  </a:lnTo>
                  <a:lnTo>
                    <a:pt x="682053" y="419430"/>
                  </a:lnTo>
                  <a:lnTo>
                    <a:pt x="674255" y="419430"/>
                  </a:lnTo>
                  <a:lnTo>
                    <a:pt x="669836" y="423786"/>
                  </a:lnTo>
                  <a:lnTo>
                    <a:pt x="667651" y="426021"/>
                  </a:lnTo>
                  <a:lnTo>
                    <a:pt x="666394" y="429120"/>
                  </a:lnTo>
                  <a:lnTo>
                    <a:pt x="666394" y="435089"/>
                  </a:lnTo>
                  <a:lnTo>
                    <a:pt x="667651" y="438238"/>
                  </a:lnTo>
                  <a:lnTo>
                    <a:pt x="672007" y="442607"/>
                  </a:lnTo>
                  <a:lnTo>
                    <a:pt x="675170" y="443865"/>
                  </a:lnTo>
                  <a:lnTo>
                    <a:pt x="678268" y="443865"/>
                  </a:lnTo>
                  <a:lnTo>
                    <a:pt x="681418" y="443865"/>
                  </a:lnTo>
                  <a:lnTo>
                    <a:pt x="684237" y="442607"/>
                  </a:lnTo>
                  <a:lnTo>
                    <a:pt x="688594" y="438238"/>
                  </a:lnTo>
                  <a:lnTo>
                    <a:pt x="689851" y="435432"/>
                  </a:lnTo>
                  <a:lnTo>
                    <a:pt x="689851" y="428840"/>
                  </a:lnTo>
                  <a:close/>
                </a:path>
                <a:path w="1488440" h="1986914">
                  <a:moveTo>
                    <a:pt x="705523" y="907427"/>
                  </a:moveTo>
                  <a:lnTo>
                    <a:pt x="704253" y="904608"/>
                  </a:lnTo>
                  <a:lnTo>
                    <a:pt x="697712" y="898067"/>
                  </a:lnTo>
                  <a:lnTo>
                    <a:pt x="689851" y="898067"/>
                  </a:lnTo>
                  <a:lnTo>
                    <a:pt x="683310" y="904608"/>
                  </a:lnTo>
                  <a:lnTo>
                    <a:pt x="682053" y="907707"/>
                  </a:lnTo>
                  <a:lnTo>
                    <a:pt x="682053" y="911898"/>
                  </a:lnTo>
                  <a:lnTo>
                    <a:pt x="682739" y="914019"/>
                  </a:lnTo>
                  <a:lnTo>
                    <a:pt x="683260" y="915860"/>
                  </a:lnTo>
                  <a:lnTo>
                    <a:pt x="684123" y="917638"/>
                  </a:lnTo>
                  <a:lnTo>
                    <a:pt x="687679" y="921194"/>
                  </a:lnTo>
                  <a:lnTo>
                    <a:pt x="690778" y="922451"/>
                  </a:lnTo>
                  <a:lnTo>
                    <a:pt x="697090" y="922451"/>
                  </a:lnTo>
                  <a:lnTo>
                    <a:pt x="699897" y="921194"/>
                  </a:lnTo>
                  <a:lnTo>
                    <a:pt x="702081" y="919010"/>
                  </a:lnTo>
                  <a:lnTo>
                    <a:pt x="703516" y="917638"/>
                  </a:lnTo>
                  <a:lnTo>
                    <a:pt x="704316" y="915911"/>
                  </a:lnTo>
                  <a:lnTo>
                    <a:pt x="705523" y="912012"/>
                  </a:lnTo>
                  <a:lnTo>
                    <a:pt x="705523" y="910869"/>
                  </a:lnTo>
                  <a:lnTo>
                    <a:pt x="705523" y="907427"/>
                  </a:lnTo>
                  <a:close/>
                </a:path>
                <a:path w="1488440" h="1986914">
                  <a:moveTo>
                    <a:pt x="721131" y="194106"/>
                  </a:moveTo>
                  <a:lnTo>
                    <a:pt x="719861" y="191008"/>
                  </a:lnTo>
                  <a:lnTo>
                    <a:pt x="717689" y="189115"/>
                  </a:lnTo>
                  <a:lnTo>
                    <a:pt x="713320" y="184746"/>
                  </a:lnTo>
                  <a:lnTo>
                    <a:pt x="705523" y="184746"/>
                  </a:lnTo>
                  <a:lnTo>
                    <a:pt x="698919" y="191287"/>
                  </a:lnTo>
                  <a:lnTo>
                    <a:pt x="697712" y="194106"/>
                  </a:lnTo>
                  <a:lnTo>
                    <a:pt x="697712" y="200698"/>
                  </a:lnTo>
                  <a:lnTo>
                    <a:pt x="698919" y="203796"/>
                  </a:lnTo>
                  <a:lnTo>
                    <a:pt x="701446" y="205689"/>
                  </a:lnTo>
                  <a:lnTo>
                    <a:pt x="703338" y="207873"/>
                  </a:lnTo>
                  <a:lnTo>
                    <a:pt x="706437" y="209130"/>
                  </a:lnTo>
                  <a:lnTo>
                    <a:pt x="709599" y="209130"/>
                  </a:lnTo>
                  <a:lnTo>
                    <a:pt x="712698" y="209130"/>
                  </a:lnTo>
                  <a:lnTo>
                    <a:pt x="715505" y="207873"/>
                  </a:lnTo>
                  <a:lnTo>
                    <a:pt x="717689" y="205689"/>
                  </a:lnTo>
                  <a:lnTo>
                    <a:pt x="719861" y="203796"/>
                  </a:lnTo>
                  <a:lnTo>
                    <a:pt x="721131" y="200698"/>
                  </a:lnTo>
                  <a:lnTo>
                    <a:pt x="721131" y="194106"/>
                  </a:lnTo>
                  <a:close/>
                </a:path>
                <a:path w="1488440" h="1986914">
                  <a:moveTo>
                    <a:pt x="721182" y="256705"/>
                  </a:moveTo>
                  <a:lnTo>
                    <a:pt x="719924" y="253885"/>
                  </a:lnTo>
                  <a:lnTo>
                    <a:pt x="717740" y="251650"/>
                  </a:lnTo>
                  <a:lnTo>
                    <a:pt x="713320" y="247294"/>
                  </a:lnTo>
                  <a:lnTo>
                    <a:pt x="705523" y="247294"/>
                  </a:lnTo>
                  <a:lnTo>
                    <a:pt x="701103" y="251650"/>
                  </a:lnTo>
                  <a:lnTo>
                    <a:pt x="698982" y="253885"/>
                  </a:lnTo>
                  <a:lnTo>
                    <a:pt x="697712" y="256984"/>
                  </a:lnTo>
                  <a:lnTo>
                    <a:pt x="697712" y="262953"/>
                  </a:lnTo>
                  <a:lnTo>
                    <a:pt x="698982" y="266115"/>
                  </a:lnTo>
                  <a:lnTo>
                    <a:pt x="701103" y="268287"/>
                  </a:lnTo>
                  <a:lnTo>
                    <a:pt x="703338" y="270471"/>
                  </a:lnTo>
                  <a:lnTo>
                    <a:pt x="706437" y="271729"/>
                  </a:lnTo>
                  <a:lnTo>
                    <a:pt x="709599" y="271729"/>
                  </a:lnTo>
                  <a:lnTo>
                    <a:pt x="712698" y="271729"/>
                  </a:lnTo>
                  <a:lnTo>
                    <a:pt x="715505" y="270471"/>
                  </a:lnTo>
                  <a:lnTo>
                    <a:pt x="719924" y="266115"/>
                  </a:lnTo>
                  <a:lnTo>
                    <a:pt x="721182" y="263296"/>
                  </a:lnTo>
                  <a:lnTo>
                    <a:pt x="721182" y="256705"/>
                  </a:lnTo>
                  <a:close/>
                </a:path>
                <a:path w="1488440" h="1986914">
                  <a:moveTo>
                    <a:pt x="736790" y="397510"/>
                  </a:moveTo>
                  <a:lnTo>
                    <a:pt x="735584" y="394690"/>
                  </a:lnTo>
                  <a:lnTo>
                    <a:pt x="733348" y="392518"/>
                  </a:lnTo>
                  <a:lnTo>
                    <a:pt x="728992" y="388150"/>
                  </a:lnTo>
                  <a:lnTo>
                    <a:pt x="721182" y="388150"/>
                  </a:lnTo>
                  <a:lnTo>
                    <a:pt x="714590" y="394690"/>
                  </a:lnTo>
                  <a:lnTo>
                    <a:pt x="713320" y="397852"/>
                  </a:lnTo>
                  <a:lnTo>
                    <a:pt x="713320" y="403821"/>
                  </a:lnTo>
                  <a:lnTo>
                    <a:pt x="714590" y="406920"/>
                  </a:lnTo>
                  <a:lnTo>
                    <a:pt x="718947" y="411276"/>
                  </a:lnTo>
                  <a:lnTo>
                    <a:pt x="722096" y="412534"/>
                  </a:lnTo>
                  <a:lnTo>
                    <a:pt x="725258" y="412534"/>
                  </a:lnTo>
                  <a:lnTo>
                    <a:pt x="728357" y="412534"/>
                  </a:lnTo>
                  <a:lnTo>
                    <a:pt x="731164" y="411276"/>
                  </a:lnTo>
                  <a:lnTo>
                    <a:pt x="735584" y="406920"/>
                  </a:lnTo>
                  <a:lnTo>
                    <a:pt x="736790" y="404101"/>
                  </a:lnTo>
                  <a:lnTo>
                    <a:pt x="736790" y="397510"/>
                  </a:lnTo>
                  <a:close/>
                </a:path>
                <a:path w="1488440" h="1986914">
                  <a:moveTo>
                    <a:pt x="752449" y="647903"/>
                  </a:moveTo>
                  <a:lnTo>
                    <a:pt x="751192" y="645096"/>
                  </a:lnTo>
                  <a:lnTo>
                    <a:pt x="749007" y="642848"/>
                  </a:lnTo>
                  <a:lnTo>
                    <a:pt x="744601" y="638492"/>
                  </a:lnTo>
                  <a:lnTo>
                    <a:pt x="736790" y="638492"/>
                  </a:lnTo>
                  <a:lnTo>
                    <a:pt x="732370" y="642848"/>
                  </a:lnTo>
                  <a:lnTo>
                    <a:pt x="730250" y="645375"/>
                  </a:lnTo>
                  <a:lnTo>
                    <a:pt x="728992" y="648195"/>
                  </a:lnTo>
                  <a:lnTo>
                    <a:pt x="728992" y="651344"/>
                  </a:lnTo>
                  <a:lnTo>
                    <a:pt x="728992" y="654151"/>
                  </a:lnTo>
                  <a:lnTo>
                    <a:pt x="730250" y="657313"/>
                  </a:lnTo>
                  <a:lnTo>
                    <a:pt x="732370" y="659498"/>
                  </a:lnTo>
                  <a:lnTo>
                    <a:pt x="734898" y="661670"/>
                  </a:lnTo>
                  <a:lnTo>
                    <a:pt x="737704" y="662940"/>
                  </a:lnTo>
                  <a:lnTo>
                    <a:pt x="743673" y="662940"/>
                  </a:lnTo>
                  <a:lnTo>
                    <a:pt x="746772" y="661670"/>
                  </a:lnTo>
                  <a:lnTo>
                    <a:pt x="751192" y="657313"/>
                  </a:lnTo>
                  <a:lnTo>
                    <a:pt x="752449" y="654507"/>
                  </a:lnTo>
                  <a:lnTo>
                    <a:pt x="752449" y="647903"/>
                  </a:lnTo>
                  <a:close/>
                </a:path>
                <a:path w="1488440" h="1986914">
                  <a:moveTo>
                    <a:pt x="752449" y="491439"/>
                  </a:moveTo>
                  <a:lnTo>
                    <a:pt x="751192" y="488619"/>
                  </a:lnTo>
                  <a:lnTo>
                    <a:pt x="749007" y="486384"/>
                  </a:lnTo>
                  <a:lnTo>
                    <a:pt x="744651" y="482028"/>
                  </a:lnTo>
                  <a:lnTo>
                    <a:pt x="736854" y="482028"/>
                  </a:lnTo>
                  <a:lnTo>
                    <a:pt x="732434" y="486384"/>
                  </a:lnTo>
                  <a:lnTo>
                    <a:pt x="730250" y="488619"/>
                  </a:lnTo>
                  <a:lnTo>
                    <a:pt x="728992" y="491718"/>
                  </a:lnTo>
                  <a:lnTo>
                    <a:pt x="728992" y="497687"/>
                  </a:lnTo>
                  <a:lnTo>
                    <a:pt x="730250" y="500849"/>
                  </a:lnTo>
                  <a:lnTo>
                    <a:pt x="734606" y="505206"/>
                  </a:lnTo>
                  <a:lnTo>
                    <a:pt x="737704" y="506463"/>
                  </a:lnTo>
                  <a:lnTo>
                    <a:pt x="744016" y="506463"/>
                  </a:lnTo>
                  <a:lnTo>
                    <a:pt x="746836" y="505206"/>
                  </a:lnTo>
                  <a:lnTo>
                    <a:pt x="751192" y="500849"/>
                  </a:lnTo>
                  <a:lnTo>
                    <a:pt x="752449" y="498030"/>
                  </a:lnTo>
                  <a:lnTo>
                    <a:pt x="752449" y="494880"/>
                  </a:lnTo>
                  <a:lnTo>
                    <a:pt x="752449" y="491439"/>
                  </a:lnTo>
                  <a:close/>
                </a:path>
                <a:path w="1488440" h="1986914">
                  <a:moveTo>
                    <a:pt x="768121" y="569988"/>
                  </a:moveTo>
                  <a:lnTo>
                    <a:pt x="766851" y="566826"/>
                  </a:lnTo>
                  <a:lnTo>
                    <a:pt x="760310" y="560285"/>
                  </a:lnTo>
                  <a:lnTo>
                    <a:pt x="752449" y="560285"/>
                  </a:lnTo>
                  <a:lnTo>
                    <a:pt x="748042" y="564642"/>
                  </a:lnTo>
                  <a:lnTo>
                    <a:pt x="745909" y="566826"/>
                  </a:lnTo>
                  <a:lnTo>
                    <a:pt x="744651" y="569988"/>
                  </a:lnTo>
                  <a:lnTo>
                    <a:pt x="744651" y="575957"/>
                  </a:lnTo>
                  <a:lnTo>
                    <a:pt x="745858" y="579043"/>
                  </a:lnTo>
                  <a:lnTo>
                    <a:pt x="748042" y="581228"/>
                  </a:lnTo>
                  <a:lnTo>
                    <a:pt x="750557" y="583412"/>
                  </a:lnTo>
                  <a:lnTo>
                    <a:pt x="753376" y="584669"/>
                  </a:lnTo>
                  <a:lnTo>
                    <a:pt x="756526" y="584669"/>
                  </a:lnTo>
                  <a:lnTo>
                    <a:pt x="759345" y="584669"/>
                  </a:lnTo>
                  <a:lnTo>
                    <a:pt x="762444" y="583412"/>
                  </a:lnTo>
                  <a:lnTo>
                    <a:pt x="766851" y="579043"/>
                  </a:lnTo>
                  <a:lnTo>
                    <a:pt x="768121" y="576237"/>
                  </a:lnTo>
                  <a:lnTo>
                    <a:pt x="768121" y="569988"/>
                  </a:lnTo>
                  <a:close/>
                </a:path>
                <a:path w="1488440" h="1986914">
                  <a:moveTo>
                    <a:pt x="768121" y="115836"/>
                  </a:moveTo>
                  <a:lnTo>
                    <a:pt x="766851" y="113030"/>
                  </a:lnTo>
                  <a:lnTo>
                    <a:pt x="760310" y="106489"/>
                  </a:lnTo>
                  <a:lnTo>
                    <a:pt x="752449" y="106489"/>
                  </a:lnTo>
                  <a:lnTo>
                    <a:pt x="748042" y="110845"/>
                  </a:lnTo>
                  <a:lnTo>
                    <a:pt x="745909" y="113030"/>
                  </a:lnTo>
                  <a:lnTo>
                    <a:pt x="744651" y="116179"/>
                  </a:lnTo>
                  <a:lnTo>
                    <a:pt x="744651" y="122097"/>
                  </a:lnTo>
                  <a:lnTo>
                    <a:pt x="745858" y="125247"/>
                  </a:lnTo>
                  <a:lnTo>
                    <a:pt x="750277" y="129667"/>
                  </a:lnTo>
                  <a:lnTo>
                    <a:pt x="753376" y="130873"/>
                  </a:lnTo>
                  <a:lnTo>
                    <a:pt x="756526" y="130873"/>
                  </a:lnTo>
                  <a:lnTo>
                    <a:pt x="759625" y="130873"/>
                  </a:lnTo>
                  <a:lnTo>
                    <a:pt x="762444" y="129667"/>
                  </a:lnTo>
                  <a:lnTo>
                    <a:pt x="766851" y="125247"/>
                  </a:lnTo>
                  <a:lnTo>
                    <a:pt x="768121" y="122440"/>
                  </a:lnTo>
                  <a:lnTo>
                    <a:pt x="768121" y="115836"/>
                  </a:lnTo>
                  <a:close/>
                </a:path>
                <a:path w="1488440" h="1986914">
                  <a:moveTo>
                    <a:pt x="783780" y="319303"/>
                  </a:moveTo>
                  <a:lnTo>
                    <a:pt x="782523" y="316141"/>
                  </a:lnTo>
                  <a:lnTo>
                    <a:pt x="780288" y="314248"/>
                  </a:lnTo>
                  <a:lnTo>
                    <a:pt x="775919" y="309892"/>
                  </a:lnTo>
                  <a:lnTo>
                    <a:pt x="768121" y="309892"/>
                  </a:lnTo>
                  <a:lnTo>
                    <a:pt x="763701" y="314248"/>
                  </a:lnTo>
                  <a:lnTo>
                    <a:pt x="761517" y="316141"/>
                  </a:lnTo>
                  <a:lnTo>
                    <a:pt x="760310" y="319303"/>
                  </a:lnTo>
                  <a:lnTo>
                    <a:pt x="760310" y="325894"/>
                  </a:lnTo>
                  <a:lnTo>
                    <a:pt x="761517" y="328993"/>
                  </a:lnTo>
                  <a:lnTo>
                    <a:pt x="764044" y="330885"/>
                  </a:lnTo>
                  <a:lnTo>
                    <a:pt x="765937" y="333070"/>
                  </a:lnTo>
                  <a:lnTo>
                    <a:pt x="769035" y="334340"/>
                  </a:lnTo>
                  <a:lnTo>
                    <a:pt x="775296" y="334340"/>
                  </a:lnTo>
                  <a:lnTo>
                    <a:pt x="778103" y="333070"/>
                  </a:lnTo>
                  <a:lnTo>
                    <a:pt x="780338" y="330885"/>
                  </a:lnTo>
                  <a:lnTo>
                    <a:pt x="782523" y="328993"/>
                  </a:lnTo>
                  <a:lnTo>
                    <a:pt x="783780" y="325894"/>
                  </a:lnTo>
                  <a:lnTo>
                    <a:pt x="783780" y="322745"/>
                  </a:lnTo>
                  <a:lnTo>
                    <a:pt x="783780" y="319303"/>
                  </a:lnTo>
                  <a:close/>
                </a:path>
                <a:path w="1488440" h="1986914">
                  <a:moveTo>
                    <a:pt x="799388" y="632523"/>
                  </a:moveTo>
                  <a:lnTo>
                    <a:pt x="798182" y="629424"/>
                  </a:lnTo>
                  <a:lnTo>
                    <a:pt x="795947" y="627253"/>
                  </a:lnTo>
                  <a:lnTo>
                    <a:pt x="791591" y="622884"/>
                  </a:lnTo>
                  <a:lnTo>
                    <a:pt x="783780" y="622884"/>
                  </a:lnTo>
                  <a:lnTo>
                    <a:pt x="777189" y="629424"/>
                  </a:lnTo>
                  <a:lnTo>
                    <a:pt x="775919" y="632523"/>
                  </a:lnTo>
                  <a:lnTo>
                    <a:pt x="775919" y="638492"/>
                  </a:lnTo>
                  <a:lnTo>
                    <a:pt x="777189" y="641654"/>
                  </a:lnTo>
                  <a:lnTo>
                    <a:pt x="779360" y="643826"/>
                  </a:lnTo>
                  <a:lnTo>
                    <a:pt x="781888" y="646010"/>
                  </a:lnTo>
                  <a:lnTo>
                    <a:pt x="784707" y="647268"/>
                  </a:lnTo>
                  <a:lnTo>
                    <a:pt x="787806" y="647268"/>
                  </a:lnTo>
                  <a:lnTo>
                    <a:pt x="790613" y="647268"/>
                  </a:lnTo>
                  <a:lnTo>
                    <a:pt x="793762" y="646010"/>
                  </a:lnTo>
                  <a:lnTo>
                    <a:pt x="798131" y="641654"/>
                  </a:lnTo>
                  <a:lnTo>
                    <a:pt x="799388" y="638835"/>
                  </a:lnTo>
                  <a:lnTo>
                    <a:pt x="799388" y="632523"/>
                  </a:lnTo>
                  <a:close/>
                </a:path>
                <a:path w="1488440" h="1986914">
                  <a:moveTo>
                    <a:pt x="815060" y="194106"/>
                  </a:moveTo>
                  <a:lnTo>
                    <a:pt x="813790" y="191287"/>
                  </a:lnTo>
                  <a:lnTo>
                    <a:pt x="807250" y="184696"/>
                  </a:lnTo>
                  <a:lnTo>
                    <a:pt x="799388" y="184696"/>
                  </a:lnTo>
                  <a:lnTo>
                    <a:pt x="792848" y="191287"/>
                  </a:lnTo>
                  <a:lnTo>
                    <a:pt x="791591" y="194386"/>
                  </a:lnTo>
                  <a:lnTo>
                    <a:pt x="791591" y="197205"/>
                  </a:lnTo>
                  <a:lnTo>
                    <a:pt x="791591" y="200355"/>
                  </a:lnTo>
                  <a:lnTo>
                    <a:pt x="792848" y="203517"/>
                  </a:lnTo>
                  <a:lnTo>
                    <a:pt x="797204" y="207873"/>
                  </a:lnTo>
                  <a:lnTo>
                    <a:pt x="800303" y="209130"/>
                  </a:lnTo>
                  <a:lnTo>
                    <a:pt x="806564" y="209130"/>
                  </a:lnTo>
                  <a:lnTo>
                    <a:pt x="809371" y="207873"/>
                  </a:lnTo>
                  <a:lnTo>
                    <a:pt x="813790" y="203517"/>
                  </a:lnTo>
                  <a:lnTo>
                    <a:pt x="815060" y="200698"/>
                  </a:lnTo>
                  <a:lnTo>
                    <a:pt x="815060" y="194106"/>
                  </a:lnTo>
                  <a:close/>
                </a:path>
                <a:path w="1488440" h="1986914">
                  <a:moveTo>
                    <a:pt x="830719" y="491439"/>
                  </a:moveTo>
                  <a:lnTo>
                    <a:pt x="829462" y="488619"/>
                  </a:lnTo>
                  <a:lnTo>
                    <a:pt x="827278" y="486384"/>
                  </a:lnTo>
                  <a:lnTo>
                    <a:pt x="822858" y="482028"/>
                  </a:lnTo>
                  <a:lnTo>
                    <a:pt x="815060" y="482028"/>
                  </a:lnTo>
                  <a:lnTo>
                    <a:pt x="810641" y="486384"/>
                  </a:lnTo>
                  <a:lnTo>
                    <a:pt x="808507" y="488619"/>
                  </a:lnTo>
                  <a:lnTo>
                    <a:pt x="807250" y="491718"/>
                  </a:lnTo>
                  <a:lnTo>
                    <a:pt x="807250" y="497687"/>
                  </a:lnTo>
                  <a:lnTo>
                    <a:pt x="808507" y="500849"/>
                  </a:lnTo>
                  <a:lnTo>
                    <a:pt x="810641" y="503021"/>
                  </a:lnTo>
                  <a:lnTo>
                    <a:pt x="812876" y="505206"/>
                  </a:lnTo>
                  <a:lnTo>
                    <a:pt x="815975" y="506463"/>
                  </a:lnTo>
                  <a:lnTo>
                    <a:pt x="822223" y="506463"/>
                  </a:lnTo>
                  <a:lnTo>
                    <a:pt x="825042" y="505206"/>
                  </a:lnTo>
                  <a:lnTo>
                    <a:pt x="829462" y="500849"/>
                  </a:lnTo>
                  <a:lnTo>
                    <a:pt x="830719" y="498030"/>
                  </a:lnTo>
                  <a:lnTo>
                    <a:pt x="830719" y="494880"/>
                  </a:lnTo>
                  <a:lnTo>
                    <a:pt x="830719" y="491439"/>
                  </a:lnTo>
                  <a:close/>
                </a:path>
                <a:path w="1488440" h="1986914">
                  <a:moveTo>
                    <a:pt x="846328" y="428840"/>
                  </a:moveTo>
                  <a:lnTo>
                    <a:pt x="845121" y="426021"/>
                  </a:lnTo>
                  <a:lnTo>
                    <a:pt x="838517" y="419430"/>
                  </a:lnTo>
                  <a:lnTo>
                    <a:pt x="830719" y="419430"/>
                  </a:lnTo>
                  <a:lnTo>
                    <a:pt x="826300" y="423786"/>
                  </a:lnTo>
                  <a:lnTo>
                    <a:pt x="824115" y="426021"/>
                  </a:lnTo>
                  <a:lnTo>
                    <a:pt x="822858" y="429120"/>
                  </a:lnTo>
                  <a:lnTo>
                    <a:pt x="822858" y="435089"/>
                  </a:lnTo>
                  <a:lnTo>
                    <a:pt x="824115" y="438238"/>
                  </a:lnTo>
                  <a:lnTo>
                    <a:pt x="828484" y="442607"/>
                  </a:lnTo>
                  <a:lnTo>
                    <a:pt x="831583" y="443865"/>
                  </a:lnTo>
                  <a:lnTo>
                    <a:pt x="834796" y="443865"/>
                  </a:lnTo>
                  <a:lnTo>
                    <a:pt x="837895" y="443865"/>
                  </a:lnTo>
                  <a:lnTo>
                    <a:pt x="840701" y="442607"/>
                  </a:lnTo>
                  <a:lnTo>
                    <a:pt x="845121" y="438238"/>
                  </a:lnTo>
                  <a:lnTo>
                    <a:pt x="846328" y="435432"/>
                  </a:lnTo>
                  <a:lnTo>
                    <a:pt x="846328" y="428840"/>
                  </a:lnTo>
                  <a:close/>
                </a:path>
                <a:path w="1488440" h="1986914">
                  <a:moveTo>
                    <a:pt x="846328" y="303631"/>
                  </a:moveTo>
                  <a:lnTo>
                    <a:pt x="845058" y="300532"/>
                  </a:lnTo>
                  <a:lnTo>
                    <a:pt x="842886" y="298640"/>
                  </a:lnTo>
                  <a:lnTo>
                    <a:pt x="838517" y="294284"/>
                  </a:lnTo>
                  <a:lnTo>
                    <a:pt x="830656" y="294284"/>
                  </a:lnTo>
                  <a:lnTo>
                    <a:pt x="824115" y="300824"/>
                  </a:lnTo>
                  <a:lnTo>
                    <a:pt x="822858" y="303631"/>
                  </a:lnTo>
                  <a:lnTo>
                    <a:pt x="822858" y="310235"/>
                  </a:lnTo>
                  <a:lnTo>
                    <a:pt x="824115" y="313334"/>
                  </a:lnTo>
                  <a:lnTo>
                    <a:pt x="826643" y="315226"/>
                  </a:lnTo>
                  <a:lnTo>
                    <a:pt x="828484" y="317411"/>
                  </a:lnTo>
                  <a:lnTo>
                    <a:pt x="831583" y="318668"/>
                  </a:lnTo>
                  <a:lnTo>
                    <a:pt x="834796" y="318668"/>
                  </a:lnTo>
                  <a:lnTo>
                    <a:pt x="837895" y="318668"/>
                  </a:lnTo>
                  <a:lnTo>
                    <a:pt x="840701" y="317411"/>
                  </a:lnTo>
                  <a:lnTo>
                    <a:pt x="842886" y="315226"/>
                  </a:lnTo>
                  <a:lnTo>
                    <a:pt x="845058" y="313334"/>
                  </a:lnTo>
                  <a:lnTo>
                    <a:pt x="846328" y="310235"/>
                  </a:lnTo>
                  <a:lnTo>
                    <a:pt x="846328" y="303631"/>
                  </a:lnTo>
                  <a:close/>
                </a:path>
                <a:path w="1488440" h="1986914">
                  <a:moveTo>
                    <a:pt x="877658" y="726109"/>
                  </a:moveTo>
                  <a:lnTo>
                    <a:pt x="876388" y="723303"/>
                  </a:lnTo>
                  <a:lnTo>
                    <a:pt x="874217" y="721118"/>
                  </a:lnTo>
                  <a:lnTo>
                    <a:pt x="869848" y="716762"/>
                  </a:lnTo>
                  <a:lnTo>
                    <a:pt x="861987" y="716762"/>
                  </a:lnTo>
                  <a:lnTo>
                    <a:pt x="857567" y="721118"/>
                  </a:lnTo>
                  <a:lnTo>
                    <a:pt x="855446" y="723353"/>
                  </a:lnTo>
                  <a:lnTo>
                    <a:pt x="854189" y="726452"/>
                  </a:lnTo>
                  <a:lnTo>
                    <a:pt x="854189" y="732421"/>
                  </a:lnTo>
                  <a:lnTo>
                    <a:pt x="855446" y="735571"/>
                  </a:lnTo>
                  <a:lnTo>
                    <a:pt x="859815" y="739940"/>
                  </a:lnTo>
                  <a:lnTo>
                    <a:pt x="862901" y="741146"/>
                  </a:lnTo>
                  <a:lnTo>
                    <a:pt x="869162" y="741146"/>
                  </a:lnTo>
                  <a:lnTo>
                    <a:pt x="871969" y="739940"/>
                  </a:lnTo>
                  <a:lnTo>
                    <a:pt x="876388" y="735571"/>
                  </a:lnTo>
                  <a:lnTo>
                    <a:pt x="877658" y="732701"/>
                  </a:lnTo>
                  <a:lnTo>
                    <a:pt x="877658" y="726109"/>
                  </a:lnTo>
                  <a:close/>
                </a:path>
                <a:path w="1488440" h="1986914">
                  <a:moveTo>
                    <a:pt x="877658" y="585304"/>
                  </a:moveTo>
                  <a:lnTo>
                    <a:pt x="876388" y="582498"/>
                  </a:lnTo>
                  <a:lnTo>
                    <a:pt x="874217" y="580313"/>
                  </a:lnTo>
                  <a:lnTo>
                    <a:pt x="869848" y="575894"/>
                  </a:lnTo>
                  <a:lnTo>
                    <a:pt x="861987" y="575894"/>
                  </a:lnTo>
                  <a:lnTo>
                    <a:pt x="855395" y="582498"/>
                  </a:lnTo>
                  <a:lnTo>
                    <a:pt x="854125" y="585597"/>
                  </a:lnTo>
                  <a:lnTo>
                    <a:pt x="854125" y="591896"/>
                  </a:lnTo>
                  <a:lnTo>
                    <a:pt x="855395" y="594715"/>
                  </a:lnTo>
                  <a:lnTo>
                    <a:pt x="857910" y="596900"/>
                  </a:lnTo>
                  <a:lnTo>
                    <a:pt x="859815" y="599071"/>
                  </a:lnTo>
                  <a:lnTo>
                    <a:pt x="862901" y="600341"/>
                  </a:lnTo>
                  <a:lnTo>
                    <a:pt x="869162" y="600341"/>
                  </a:lnTo>
                  <a:lnTo>
                    <a:pt x="871969" y="599071"/>
                  </a:lnTo>
                  <a:lnTo>
                    <a:pt x="874217" y="596900"/>
                  </a:lnTo>
                  <a:lnTo>
                    <a:pt x="876388" y="594995"/>
                  </a:lnTo>
                  <a:lnTo>
                    <a:pt x="877658" y="591896"/>
                  </a:lnTo>
                  <a:lnTo>
                    <a:pt x="877658" y="585304"/>
                  </a:lnTo>
                  <a:close/>
                </a:path>
                <a:path w="1488440" h="1986914">
                  <a:moveTo>
                    <a:pt x="893318" y="679170"/>
                  </a:moveTo>
                  <a:lnTo>
                    <a:pt x="892060" y="676071"/>
                  </a:lnTo>
                  <a:lnTo>
                    <a:pt x="889876" y="674179"/>
                  </a:lnTo>
                  <a:lnTo>
                    <a:pt x="885799" y="669823"/>
                  </a:lnTo>
                  <a:lnTo>
                    <a:pt x="877658" y="669823"/>
                  </a:lnTo>
                  <a:lnTo>
                    <a:pt x="871054" y="676363"/>
                  </a:lnTo>
                  <a:lnTo>
                    <a:pt x="869848" y="679170"/>
                  </a:lnTo>
                  <a:lnTo>
                    <a:pt x="869848" y="685482"/>
                  </a:lnTo>
                  <a:lnTo>
                    <a:pt x="871054" y="688581"/>
                  </a:lnTo>
                  <a:lnTo>
                    <a:pt x="873239" y="690765"/>
                  </a:lnTo>
                  <a:lnTo>
                    <a:pt x="875753" y="692950"/>
                  </a:lnTo>
                  <a:lnTo>
                    <a:pt x="878573" y="694207"/>
                  </a:lnTo>
                  <a:lnTo>
                    <a:pt x="884542" y="694207"/>
                  </a:lnTo>
                  <a:lnTo>
                    <a:pt x="887641" y="692950"/>
                  </a:lnTo>
                  <a:lnTo>
                    <a:pt x="889876" y="691108"/>
                  </a:lnTo>
                  <a:lnTo>
                    <a:pt x="892060" y="688581"/>
                  </a:lnTo>
                  <a:lnTo>
                    <a:pt x="893318" y="685482"/>
                  </a:lnTo>
                  <a:lnTo>
                    <a:pt x="893318" y="682612"/>
                  </a:lnTo>
                  <a:lnTo>
                    <a:pt x="893318" y="679170"/>
                  </a:lnTo>
                  <a:close/>
                </a:path>
                <a:path w="1488440" h="1986914">
                  <a:moveTo>
                    <a:pt x="908926" y="428840"/>
                  </a:moveTo>
                  <a:lnTo>
                    <a:pt x="907719" y="426021"/>
                  </a:lnTo>
                  <a:lnTo>
                    <a:pt x="901115" y="419430"/>
                  </a:lnTo>
                  <a:lnTo>
                    <a:pt x="893318" y="419430"/>
                  </a:lnTo>
                  <a:lnTo>
                    <a:pt x="888898" y="423786"/>
                  </a:lnTo>
                  <a:lnTo>
                    <a:pt x="886714" y="426021"/>
                  </a:lnTo>
                  <a:lnTo>
                    <a:pt x="885456" y="428840"/>
                  </a:lnTo>
                  <a:lnTo>
                    <a:pt x="885456" y="435089"/>
                  </a:lnTo>
                  <a:lnTo>
                    <a:pt x="886714" y="438238"/>
                  </a:lnTo>
                  <a:lnTo>
                    <a:pt x="891082" y="442607"/>
                  </a:lnTo>
                  <a:lnTo>
                    <a:pt x="894232" y="443865"/>
                  </a:lnTo>
                  <a:lnTo>
                    <a:pt x="900493" y="443865"/>
                  </a:lnTo>
                  <a:lnTo>
                    <a:pt x="903300" y="442607"/>
                  </a:lnTo>
                  <a:lnTo>
                    <a:pt x="907719" y="438238"/>
                  </a:lnTo>
                  <a:lnTo>
                    <a:pt x="908926" y="435432"/>
                  </a:lnTo>
                  <a:lnTo>
                    <a:pt x="908926" y="431939"/>
                  </a:lnTo>
                  <a:lnTo>
                    <a:pt x="908926" y="428840"/>
                  </a:lnTo>
                  <a:close/>
                </a:path>
                <a:path w="1488440" h="1986914">
                  <a:moveTo>
                    <a:pt x="924585" y="53301"/>
                  </a:moveTo>
                  <a:lnTo>
                    <a:pt x="923328" y="50431"/>
                  </a:lnTo>
                  <a:lnTo>
                    <a:pt x="916787" y="43891"/>
                  </a:lnTo>
                  <a:lnTo>
                    <a:pt x="908926" y="43891"/>
                  </a:lnTo>
                  <a:lnTo>
                    <a:pt x="902385" y="50431"/>
                  </a:lnTo>
                  <a:lnTo>
                    <a:pt x="901115" y="53581"/>
                  </a:lnTo>
                  <a:lnTo>
                    <a:pt x="901115" y="59550"/>
                  </a:lnTo>
                  <a:lnTo>
                    <a:pt x="902385" y="62712"/>
                  </a:lnTo>
                  <a:lnTo>
                    <a:pt x="904557" y="64833"/>
                  </a:lnTo>
                  <a:lnTo>
                    <a:pt x="906741" y="67068"/>
                  </a:lnTo>
                  <a:lnTo>
                    <a:pt x="909840" y="68275"/>
                  </a:lnTo>
                  <a:lnTo>
                    <a:pt x="913003" y="68275"/>
                  </a:lnTo>
                  <a:lnTo>
                    <a:pt x="916152" y="68275"/>
                  </a:lnTo>
                  <a:lnTo>
                    <a:pt x="918959" y="67068"/>
                  </a:lnTo>
                  <a:lnTo>
                    <a:pt x="923328" y="62649"/>
                  </a:lnTo>
                  <a:lnTo>
                    <a:pt x="924585" y="59893"/>
                  </a:lnTo>
                  <a:lnTo>
                    <a:pt x="924585" y="53301"/>
                  </a:lnTo>
                  <a:close/>
                </a:path>
                <a:path w="1488440" h="1986914">
                  <a:moveTo>
                    <a:pt x="940257" y="507034"/>
                  </a:moveTo>
                  <a:lnTo>
                    <a:pt x="938987" y="503948"/>
                  </a:lnTo>
                  <a:lnTo>
                    <a:pt x="936815" y="502043"/>
                  </a:lnTo>
                  <a:lnTo>
                    <a:pt x="932738" y="497687"/>
                  </a:lnTo>
                  <a:lnTo>
                    <a:pt x="924585" y="497687"/>
                  </a:lnTo>
                  <a:lnTo>
                    <a:pt x="920165" y="502043"/>
                  </a:lnTo>
                  <a:lnTo>
                    <a:pt x="918044" y="503948"/>
                  </a:lnTo>
                  <a:lnTo>
                    <a:pt x="916787" y="507034"/>
                  </a:lnTo>
                  <a:lnTo>
                    <a:pt x="916787" y="513638"/>
                  </a:lnTo>
                  <a:lnTo>
                    <a:pt x="918044" y="516445"/>
                  </a:lnTo>
                  <a:lnTo>
                    <a:pt x="922413" y="520865"/>
                  </a:lnTo>
                  <a:lnTo>
                    <a:pt x="925512" y="522071"/>
                  </a:lnTo>
                  <a:lnTo>
                    <a:pt x="928662" y="522071"/>
                  </a:lnTo>
                  <a:lnTo>
                    <a:pt x="931760" y="522071"/>
                  </a:lnTo>
                  <a:lnTo>
                    <a:pt x="934567" y="520865"/>
                  </a:lnTo>
                  <a:lnTo>
                    <a:pt x="938987" y="516445"/>
                  </a:lnTo>
                  <a:lnTo>
                    <a:pt x="940257" y="513638"/>
                  </a:lnTo>
                  <a:lnTo>
                    <a:pt x="940257" y="507034"/>
                  </a:lnTo>
                  <a:close/>
                </a:path>
                <a:path w="1488440" h="1986914">
                  <a:moveTo>
                    <a:pt x="940257" y="334962"/>
                  </a:moveTo>
                  <a:lnTo>
                    <a:pt x="938987" y="332092"/>
                  </a:lnTo>
                  <a:lnTo>
                    <a:pt x="932395" y="325551"/>
                  </a:lnTo>
                  <a:lnTo>
                    <a:pt x="924585" y="325551"/>
                  </a:lnTo>
                  <a:lnTo>
                    <a:pt x="920165" y="329920"/>
                  </a:lnTo>
                  <a:lnTo>
                    <a:pt x="918044" y="332155"/>
                  </a:lnTo>
                  <a:lnTo>
                    <a:pt x="916787" y="334962"/>
                  </a:lnTo>
                  <a:lnTo>
                    <a:pt x="916787" y="341566"/>
                  </a:lnTo>
                  <a:lnTo>
                    <a:pt x="918044" y="344373"/>
                  </a:lnTo>
                  <a:lnTo>
                    <a:pt x="922413" y="348742"/>
                  </a:lnTo>
                  <a:lnTo>
                    <a:pt x="925512" y="349999"/>
                  </a:lnTo>
                  <a:lnTo>
                    <a:pt x="928662" y="349999"/>
                  </a:lnTo>
                  <a:lnTo>
                    <a:pt x="931760" y="349999"/>
                  </a:lnTo>
                  <a:lnTo>
                    <a:pt x="934567" y="348742"/>
                  </a:lnTo>
                  <a:lnTo>
                    <a:pt x="938987" y="344373"/>
                  </a:lnTo>
                  <a:lnTo>
                    <a:pt x="940257" y="341566"/>
                  </a:lnTo>
                  <a:lnTo>
                    <a:pt x="940257" y="334962"/>
                  </a:lnTo>
                  <a:close/>
                </a:path>
                <a:path w="1488440" h="1986914">
                  <a:moveTo>
                    <a:pt x="955916" y="804367"/>
                  </a:moveTo>
                  <a:lnTo>
                    <a:pt x="954595" y="801560"/>
                  </a:lnTo>
                  <a:lnTo>
                    <a:pt x="948055" y="794956"/>
                  </a:lnTo>
                  <a:lnTo>
                    <a:pt x="940257" y="794956"/>
                  </a:lnTo>
                  <a:lnTo>
                    <a:pt x="933653" y="801560"/>
                  </a:lnTo>
                  <a:lnTo>
                    <a:pt x="932395" y="804659"/>
                  </a:lnTo>
                  <a:lnTo>
                    <a:pt x="932395" y="807466"/>
                  </a:lnTo>
                  <a:lnTo>
                    <a:pt x="932395" y="810628"/>
                  </a:lnTo>
                  <a:lnTo>
                    <a:pt x="933653" y="813777"/>
                  </a:lnTo>
                  <a:lnTo>
                    <a:pt x="938009" y="818146"/>
                  </a:lnTo>
                  <a:lnTo>
                    <a:pt x="941108" y="819404"/>
                  </a:lnTo>
                  <a:lnTo>
                    <a:pt x="947420" y="819404"/>
                  </a:lnTo>
                  <a:lnTo>
                    <a:pt x="950239" y="818146"/>
                  </a:lnTo>
                  <a:lnTo>
                    <a:pt x="954595" y="813777"/>
                  </a:lnTo>
                  <a:lnTo>
                    <a:pt x="955916" y="810971"/>
                  </a:lnTo>
                  <a:lnTo>
                    <a:pt x="955916" y="804367"/>
                  </a:lnTo>
                  <a:close/>
                </a:path>
                <a:path w="1488440" h="1986914">
                  <a:moveTo>
                    <a:pt x="955916" y="726109"/>
                  </a:moveTo>
                  <a:lnTo>
                    <a:pt x="954659" y="723303"/>
                  </a:lnTo>
                  <a:lnTo>
                    <a:pt x="952411" y="721118"/>
                  </a:lnTo>
                  <a:lnTo>
                    <a:pt x="948055" y="716762"/>
                  </a:lnTo>
                  <a:lnTo>
                    <a:pt x="940257" y="716762"/>
                  </a:lnTo>
                  <a:lnTo>
                    <a:pt x="933653" y="723303"/>
                  </a:lnTo>
                  <a:lnTo>
                    <a:pt x="932446" y="726452"/>
                  </a:lnTo>
                  <a:lnTo>
                    <a:pt x="932446" y="732421"/>
                  </a:lnTo>
                  <a:lnTo>
                    <a:pt x="933653" y="735571"/>
                  </a:lnTo>
                  <a:lnTo>
                    <a:pt x="935837" y="737704"/>
                  </a:lnTo>
                  <a:lnTo>
                    <a:pt x="938009" y="739940"/>
                  </a:lnTo>
                  <a:lnTo>
                    <a:pt x="941171" y="741146"/>
                  </a:lnTo>
                  <a:lnTo>
                    <a:pt x="947420" y="741146"/>
                  </a:lnTo>
                  <a:lnTo>
                    <a:pt x="950239" y="739940"/>
                  </a:lnTo>
                  <a:lnTo>
                    <a:pt x="952411" y="737704"/>
                  </a:lnTo>
                  <a:lnTo>
                    <a:pt x="954659" y="735520"/>
                  </a:lnTo>
                  <a:lnTo>
                    <a:pt x="955916" y="732701"/>
                  </a:lnTo>
                  <a:lnTo>
                    <a:pt x="955916" y="729615"/>
                  </a:lnTo>
                  <a:lnTo>
                    <a:pt x="955916" y="726109"/>
                  </a:lnTo>
                  <a:close/>
                </a:path>
                <a:path w="1488440" h="1986914">
                  <a:moveTo>
                    <a:pt x="971524" y="647903"/>
                  </a:moveTo>
                  <a:lnTo>
                    <a:pt x="970267" y="645096"/>
                  </a:lnTo>
                  <a:lnTo>
                    <a:pt x="968082" y="642848"/>
                  </a:lnTo>
                  <a:lnTo>
                    <a:pt x="963714" y="638492"/>
                  </a:lnTo>
                  <a:lnTo>
                    <a:pt x="955916" y="638492"/>
                  </a:lnTo>
                  <a:lnTo>
                    <a:pt x="951496" y="642848"/>
                  </a:lnTo>
                  <a:lnTo>
                    <a:pt x="949312" y="645096"/>
                  </a:lnTo>
                  <a:lnTo>
                    <a:pt x="948055" y="648195"/>
                  </a:lnTo>
                  <a:lnTo>
                    <a:pt x="948055" y="654151"/>
                  </a:lnTo>
                  <a:lnTo>
                    <a:pt x="949312" y="657313"/>
                  </a:lnTo>
                  <a:lnTo>
                    <a:pt x="953681" y="661670"/>
                  </a:lnTo>
                  <a:lnTo>
                    <a:pt x="956779" y="662940"/>
                  </a:lnTo>
                  <a:lnTo>
                    <a:pt x="959929" y="662940"/>
                  </a:lnTo>
                  <a:lnTo>
                    <a:pt x="963091" y="662940"/>
                  </a:lnTo>
                  <a:lnTo>
                    <a:pt x="965898" y="661670"/>
                  </a:lnTo>
                  <a:lnTo>
                    <a:pt x="970267" y="657313"/>
                  </a:lnTo>
                  <a:lnTo>
                    <a:pt x="971524" y="654507"/>
                  </a:lnTo>
                  <a:lnTo>
                    <a:pt x="971524" y="647903"/>
                  </a:lnTo>
                  <a:close/>
                </a:path>
                <a:path w="1488440" h="1986914">
                  <a:moveTo>
                    <a:pt x="1002792" y="147167"/>
                  </a:moveTo>
                  <a:lnTo>
                    <a:pt x="1001534" y="144018"/>
                  </a:lnTo>
                  <a:lnTo>
                    <a:pt x="999350" y="142113"/>
                  </a:lnTo>
                  <a:lnTo>
                    <a:pt x="995337" y="137756"/>
                  </a:lnTo>
                  <a:lnTo>
                    <a:pt x="987183" y="137756"/>
                  </a:lnTo>
                  <a:lnTo>
                    <a:pt x="982764" y="142113"/>
                  </a:lnTo>
                  <a:lnTo>
                    <a:pt x="980592" y="144360"/>
                  </a:lnTo>
                  <a:lnTo>
                    <a:pt x="979322" y="147167"/>
                  </a:lnTo>
                  <a:lnTo>
                    <a:pt x="979322" y="153771"/>
                  </a:lnTo>
                  <a:lnTo>
                    <a:pt x="980592" y="156870"/>
                  </a:lnTo>
                  <a:lnTo>
                    <a:pt x="983119" y="158762"/>
                  </a:lnTo>
                  <a:lnTo>
                    <a:pt x="984948" y="160934"/>
                  </a:lnTo>
                  <a:lnTo>
                    <a:pt x="988110" y="162204"/>
                  </a:lnTo>
                  <a:lnTo>
                    <a:pt x="994359" y="162204"/>
                  </a:lnTo>
                  <a:lnTo>
                    <a:pt x="997165" y="160934"/>
                  </a:lnTo>
                  <a:lnTo>
                    <a:pt x="999350" y="158762"/>
                  </a:lnTo>
                  <a:lnTo>
                    <a:pt x="1001534" y="156870"/>
                  </a:lnTo>
                  <a:lnTo>
                    <a:pt x="1002792" y="153771"/>
                  </a:lnTo>
                  <a:lnTo>
                    <a:pt x="1002792" y="147167"/>
                  </a:lnTo>
                  <a:close/>
                </a:path>
                <a:path w="1488440" h="1986914">
                  <a:moveTo>
                    <a:pt x="1018463" y="522706"/>
                  </a:moveTo>
                  <a:lnTo>
                    <a:pt x="1017257" y="519899"/>
                  </a:lnTo>
                  <a:lnTo>
                    <a:pt x="1015009" y="517715"/>
                  </a:lnTo>
                  <a:lnTo>
                    <a:pt x="1010653" y="513346"/>
                  </a:lnTo>
                  <a:lnTo>
                    <a:pt x="1002855" y="513346"/>
                  </a:lnTo>
                  <a:lnTo>
                    <a:pt x="996251" y="519899"/>
                  </a:lnTo>
                  <a:lnTo>
                    <a:pt x="994994" y="522986"/>
                  </a:lnTo>
                  <a:lnTo>
                    <a:pt x="994994" y="528955"/>
                  </a:lnTo>
                  <a:lnTo>
                    <a:pt x="996251" y="532117"/>
                  </a:lnTo>
                  <a:lnTo>
                    <a:pt x="1000607" y="536473"/>
                  </a:lnTo>
                  <a:lnTo>
                    <a:pt x="1003769" y="537743"/>
                  </a:lnTo>
                  <a:lnTo>
                    <a:pt x="1006919" y="537743"/>
                  </a:lnTo>
                  <a:lnTo>
                    <a:pt x="1010018" y="537743"/>
                  </a:lnTo>
                  <a:lnTo>
                    <a:pt x="1012837" y="536473"/>
                  </a:lnTo>
                  <a:lnTo>
                    <a:pt x="1017257" y="532117"/>
                  </a:lnTo>
                  <a:lnTo>
                    <a:pt x="1018463" y="529297"/>
                  </a:lnTo>
                  <a:lnTo>
                    <a:pt x="1018463" y="522706"/>
                  </a:lnTo>
                  <a:close/>
                </a:path>
                <a:path w="1488440" h="1986914">
                  <a:moveTo>
                    <a:pt x="1034122" y="741768"/>
                  </a:moveTo>
                  <a:lnTo>
                    <a:pt x="1032865" y="738670"/>
                  </a:lnTo>
                  <a:lnTo>
                    <a:pt x="1030681" y="736777"/>
                  </a:lnTo>
                  <a:lnTo>
                    <a:pt x="1026604" y="732421"/>
                  </a:lnTo>
                  <a:lnTo>
                    <a:pt x="1018514" y="732421"/>
                  </a:lnTo>
                  <a:lnTo>
                    <a:pt x="1011923" y="738962"/>
                  </a:lnTo>
                  <a:lnTo>
                    <a:pt x="1010653" y="741768"/>
                  </a:lnTo>
                  <a:lnTo>
                    <a:pt x="1010653" y="748372"/>
                  </a:lnTo>
                  <a:lnTo>
                    <a:pt x="1011923" y="751522"/>
                  </a:lnTo>
                  <a:lnTo>
                    <a:pt x="1014437" y="753364"/>
                  </a:lnTo>
                  <a:lnTo>
                    <a:pt x="1016279" y="755548"/>
                  </a:lnTo>
                  <a:lnTo>
                    <a:pt x="1019378" y="756805"/>
                  </a:lnTo>
                  <a:lnTo>
                    <a:pt x="1025690" y="756805"/>
                  </a:lnTo>
                  <a:lnTo>
                    <a:pt x="1028496" y="755548"/>
                  </a:lnTo>
                  <a:lnTo>
                    <a:pt x="1030681" y="753364"/>
                  </a:lnTo>
                  <a:lnTo>
                    <a:pt x="1032865" y="751522"/>
                  </a:lnTo>
                  <a:lnTo>
                    <a:pt x="1034122" y="748372"/>
                  </a:lnTo>
                  <a:lnTo>
                    <a:pt x="1034122" y="745210"/>
                  </a:lnTo>
                  <a:lnTo>
                    <a:pt x="1034122" y="741768"/>
                  </a:lnTo>
                  <a:close/>
                </a:path>
                <a:path w="1488440" h="1986914">
                  <a:moveTo>
                    <a:pt x="1049782" y="616572"/>
                  </a:moveTo>
                  <a:lnTo>
                    <a:pt x="1048524" y="613765"/>
                  </a:lnTo>
                  <a:lnTo>
                    <a:pt x="1046340" y="611581"/>
                  </a:lnTo>
                  <a:lnTo>
                    <a:pt x="1041920" y="607225"/>
                  </a:lnTo>
                  <a:lnTo>
                    <a:pt x="1034122" y="607225"/>
                  </a:lnTo>
                  <a:lnTo>
                    <a:pt x="1029703" y="611581"/>
                  </a:lnTo>
                  <a:lnTo>
                    <a:pt x="1027582" y="613765"/>
                  </a:lnTo>
                  <a:lnTo>
                    <a:pt x="1026325" y="616915"/>
                  </a:lnTo>
                  <a:lnTo>
                    <a:pt x="1026325" y="622884"/>
                  </a:lnTo>
                  <a:lnTo>
                    <a:pt x="1027582" y="626046"/>
                  </a:lnTo>
                  <a:lnTo>
                    <a:pt x="1031938" y="630402"/>
                  </a:lnTo>
                  <a:lnTo>
                    <a:pt x="1035037" y="631609"/>
                  </a:lnTo>
                  <a:lnTo>
                    <a:pt x="1041298" y="631609"/>
                  </a:lnTo>
                  <a:lnTo>
                    <a:pt x="1044105" y="630402"/>
                  </a:lnTo>
                  <a:lnTo>
                    <a:pt x="1048524" y="625983"/>
                  </a:lnTo>
                  <a:lnTo>
                    <a:pt x="1049782" y="623176"/>
                  </a:lnTo>
                  <a:lnTo>
                    <a:pt x="1049782" y="616572"/>
                  </a:lnTo>
                  <a:close/>
                </a:path>
                <a:path w="1488440" h="1986914">
                  <a:moveTo>
                    <a:pt x="1065453" y="153771"/>
                  </a:moveTo>
                  <a:lnTo>
                    <a:pt x="1065390" y="150266"/>
                  </a:lnTo>
                  <a:lnTo>
                    <a:pt x="1065390" y="147167"/>
                  </a:lnTo>
                  <a:lnTo>
                    <a:pt x="1064133" y="144360"/>
                  </a:lnTo>
                  <a:lnTo>
                    <a:pt x="1061948" y="142113"/>
                  </a:lnTo>
                  <a:lnTo>
                    <a:pt x="1057592" y="137756"/>
                  </a:lnTo>
                  <a:lnTo>
                    <a:pt x="1049731" y="137756"/>
                  </a:lnTo>
                  <a:lnTo>
                    <a:pt x="1045362" y="142113"/>
                  </a:lnTo>
                  <a:lnTo>
                    <a:pt x="1043190" y="144360"/>
                  </a:lnTo>
                  <a:lnTo>
                    <a:pt x="1041920" y="147459"/>
                  </a:lnTo>
                  <a:lnTo>
                    <a:pt x="1041920" y="153771"/>
                  </a:lnTo>
                  <a:lnTo>
                    <a:pt x="1043190" y="156578"/>
                  </a:lnTo>
                  <a:lnTo>
                    <a:pt x="1045718" y="158762"/>
                  </a:lnTo>
                  <a:lnTo>
                    <a:pt x="1047546" y="160934"/>
                  </a:lnTo>
                  <a:lnTo>
                    <a:pt x="1050645" y="162204"/>
                  </a:lnTo>
                  <a:lnTo>
                    <a:pt x="1056957" y="162204"/>
                  </a:lnTo>
                  <a:lnTo>
                    <a:pt x="1059764" y="160934"/>
                  </a:lnTo>
                  <a:lnTo>
                    <a:pt x="1061948" y="158762"/>
                  </a:lnTo>
                  <a:lnTo>
                    <a:pt x="1064183" y="156870"/>
                  </a:lnTo>
                  <a:lnTo>
                    <a:pt x="1065453" y="153771"/>
                  </a:lnTo>
                  <a:close/>
                </a:path>
                <a:path w="1488440" h="1986914">
                  <a:moveTo>
                    <a:pt x="1065453" y="21971"/>
                  </a:moveTo>
                  <a:lnTo>
                    <a:pt x="1064133" y="19164"/>
                  </a:lnTo>
                  <a:lnTo>
                    <a:pt x="1057592" y="12560"/>
                  </a:lnTo>
                  <a:lnTo>
                    <a:pt x="1049782" y="12560"/>
                  </a:lnTo>
                  <a:lnTo>
                    <a:pt x="1043190" y="19164"/>
                  </a:lnTo>
                  <a:lnTo>
                    <a:pt x="1041920" y="22263"/>
                  </a:lnTo>
                  <a:lnTo>
                    <a:pt x="1041920" y="28219"/>
                  </a:lnTo>
                  <a:lnTo>
                    <a:pt x="1043190" y="31381"/>
                  </a:lnTo>
                  <a:lnTo>
                    <a:pt x="1047546" y="35737"/>
                  </a:lnTo>
                  <a:lnTo>
                    <a:pt x="1050645" y="37007"/>
                  </a:lnTo>
                  <a:lnTo>
                    <a:pt x="1053858" y="37007"/>
                  </a:lnTo>
                  <a:lnTo>
                    <a:pt x="1056957" y="37007"/>
                  </a:lnTo>
                  <a:lnTo>
                    <a:pt x="1059764" y="35737"/>
                  </a:lnTo>
                  <a:lnTo>
                    <a:pt x="1064133" y="31381"/>
                  </a:lnTo>
                  <a:lnTo>
                    <a:pt x="1065453" y="28562"/>
                  </a:lnTo>
                  <a:lnTo>
                    <a:pt x="1065453" y="21971"/>
                  </a:lnTo>
                  <a:close/>
                </a:path>
                <a:path w="1488440" h="1986914">
                  <a:moveTo>
                    <a:pt x="1081062" y="851306"/>
                  </a:moveTo>
                  <a:lnTo>
                    <a:pt x="1079792" y="848499"/>
                  </a:lnTo>
                  <a:lnTo>
                    <a:pt x="1073251" y="841959"/>
                  </a:lnTo>
                  <a:lnTo>
                    <a:pt x="1065453" y="841959"/>
                  </a:lnTo>
                  <a:lnTo>
                    <a:pt x="1058849" y="848499"/>
                  </a:lnTo>
                  <a:lnTo>
                    <a:pt x="1057592" y="851598"/>
                  </a:lnTo>
                  <a:lnTo>
                    <a:pt x="1057592" y="857567"/>
                  </a:lnTo>
                  <a:lnTo>
                    <a:pt x="1058849" y="860717"/>
                  </a:lnTo>
                  <a:lnTo>
                    <a:pt x="1063218" y="865073"/>
                  </a:lnTo>
                  <a:lnTo>
                    <a:pt x="1066368" y="866343"/>
                  </a:lnTo>
                  <a:lnTo>
                    <a:pt x="1069467" y="866343"/>
                  </a:lnTo>
                  <a:lnTo>
                    <a:pt x="1072629" y="866343"/>
                  </a:lnTo>
                  <a:lnTo>
                    <a:pt x="1075436" y="865073"/>
                  </a:lnTo>
                  <a:lnTo>
                    <a:pt x="1079792" y="860717"/>
                  </a:lnTo>
                  <a:lnTo>
                    <a:pt x="1081062" y="857910"/>
                  </a:lnTo>
                  <a:lnTo>
                    <a:pt x="1081062" y="851306"/>
                  </a:lnTo>
                  <a:close/>
                </a:path>
                <a:path w="1488440" h="1986914">
                  <a:moveTo>
                    <a:pt x="1081062" y="804367"/>
                  </a:moveTo>
                  <a:lnTo>
                    <a:pt x="1079792" y="801268"/>
                  </a:lnTo>
                  <a:lnTo>
                    <a:pt x="1077620" y="799376"/>
                  </a:lnTo>
                  <a:lnTo>
                    <a:pt x="1073251" y="794956"/>
                  </a:lnTo>
                  <a:lnTo>
                    <a:pt x="1065453" y="794956"/>
                  </a:lnTo>
                  <a:lnTo>
                    <a:pt x="1058849" y="801560"/>
                  </a:lnTo>
                  <a:lnTo>
                    <a:pt x="1057592" y="804367"/>
                  </a:lnTo>
                  <a:lnTo>
                    <a:pt x="1057592" y="810628"/>
                  </a:lnTo>
                  <a:lnTo>
                    <a:pt x="1058849" y="813777"/>
                  </a:lnTo>
                  <a:lnTo>
                    <a:pt x="1061034" y="815962"/>
                  </a:lnTo>
                  <a:lnTo>
                    <a:pt x="1063561" y="818146"/>
                  </a:lnTo>
                  <a:lnTo>
                    <a:pt x="1066368" y="819404"/>
                  </a:lnTo>
                  <a:lnTo>
                    <a:pt x="1069467" y="819404"/>
                  </a:lnTo>
                  <a:lnTo>
                    <a:pt x="1072273" y="819404"/>
                  </a:lnTo>
                  <a:lnTo>
                    <a:pt x="1075093" y="818146"/>
                  </a:lnTo>
                  <a:lnTo>
                    <a:pt x="1077620" y="816305"/>
                  </a:lnTo>
                  <a:lnTo>
                    <a:pt x="1079792" y="813777"/>
                  </a:lnTo>
                  <a:lnTo>
                    <a:pt x="1081062" y="810628"/>
                  </a:lnTo>
                  <a:lnTo>
                    <a:pt x="1081062" y="804367"/>
                  </a:lnTo>
                  <a:close/>
                </a:path>
                <a:path w="1488440" h="1986914">
                  <a:moveTo>
                    <a:pt x="1112329" y="225374"/>
                  </a:moveTo>
                  <a:lnTo>
                    <a:pt x="1111072" y="222567"/>
                  </a:lnTo>
                  <a:lnTo>
                    <a:pt x="1108938" y="220383"/>
                  </a:lnTo>
                  <a:lnTo>
                    <a:pt x="1104519" y="216027"/>
                  </a:lnTo>
                  <a:lnTo>
                    <a:pt x="1096721" y="216027"/>
                  </a:lnTo>
                  <a:lnTo>
                    <a:pt x="1090117" y="222567"/>
                  </a:lnTo>
                  <a:lnTo>
                    <a:pt x="1088859" y="225717"/>
                  </a:lnTo>
                  <a:lnTo>
                    <a:pt x="1088859" y="231978"/>
                  </a:lnTo>
                  <a:lnTo>
                    <a:pt x="1090117" y="235127"/>
                  </a:lnTo>
                  <a:lnTo>
                    <a:pt x="1092644" y="236969"/>
                  </a:lnTo>
                  <a:lnTo>
                    <a:pt x="1094486" y="239204"/>
                  </a:lnTo>
                  <a:lnTo>
                    <a:pt x="1097635" y="240411"/>
                  </a:lnTo>
                  <a:lnTo>
                    <a:pt x="1103896" y="240411"/>
                  </a:lnTo>
                  <a:lnTo>
                    <a:pt x="1106703" y="239204"/>
                  </a:lnTo>
                  <a:lnTo>
                    <a:pt x="1108938" y="236969"/>
                  </a:lnTo>
                  <a:lnTo>
                    <a:pt x="1111072" y="235127"/>
                  </a:lnTo>
                  <a:lnTo>
                    <a:pt x="1112329" y="231978"/>
                  </a:lnTo>
                  <a:lnTo>
                    <a:pt x="1112329" y="225374"/>
                  </a:lnTo>
                  <a:close/>
                </a:path>
                <a:path w="1488440" h="1986914">
                  <a:moveTo>
                    <a:pt x="1112329" y="84569"/>
                  </a:moveTo>
                  <a:lnTo>
                    <a:pt x="1111072" y="81470"/>
                  </a:lnTo>
                  <a:lnTo>
                    <a:pt x="1108938" y="79578"/>
                  </a:lnTo>
                  <a:lnTo>
                    <a:pt x="1104874" y="75158"/>
                  </a:lnTo>
                  <a:lnTo>
                    <a:pt x="1096721" y="75158"/>
                  </a:lnTo>
                  <a:lnTo>
                    <a:pt x="1092301" y="79578"/>
                  </a:lnTo>
                  <a:lnTo>
                    <a:pt x="1090117" y="81699"/>
                  </a:lnTo>
                  <a:lnTo>
                    <a:pt x="1088859" y="84569"/>
                  </a:lnTo>
                  <a:lnTo>
                    <a:pt x="1088859" y="91173"/>
                  </a:lnTo>
                  <a:lnTo>
                    <a:pt x="1090117" y="94272"/>
                  </a:lnTo>
                  <a:lnTo>
                    <a:pt x="1092644" y="96164"/>
                  </a:lnTo>
                  <a:lnTo>
                    <a:pt x="1094486" y="98336"/>
                  </a:lnTo>
                  <a:lnTo>
                    <a:pt x="1097635" y="99606"/>
                  </a:lnTo>
                  <a:lnTo>
                    <a:pt x="1103896" y="99606"/>
                  </a:lnTo>
                  <a:lnTo>
                    <a:pt x="1106703" y="98336"/>
                  </a:lnTo>
                  <a:lnTo>
                    <a:pt x="1108938" y="96164"/>
                  </a:lnTo>
                  <a:lnTo>
                    <a:pt x="1111072" y="94272"/>
                  </a:lnTo>
                  <a:lnTo>
                    <a:pt x="1112329" y="91173"/>
                  </a:lnTo>
                  <a:lnTo>
                    <a:pt x="1112329" y="84569"/>
                  </a:lnTo>
                  <a:close/>
                </a:path>
                <a:path w="1488440" h="1986914">
                  <a:moveTo>
                    <a:pt x="1143660" y="882637"/>
                  </a:moveTo>
                  <a:lnTo>
                    <a:pt x="1142390" y="879767"/>
                  </a:lnTo>
                  <a:lnTo>
                    <a:pt x="1135849" y="873226"/>
                  </a:lnTo>
                  <a:lnTo>
                    <a:pt x="1127988" y="873226"/>
                  </a:lnTo>
                  <a:lnTo>
                    <a:pt x="1121448" y="879767"/>
                  </a:lnTo>
                  <a:lnTo>
                    <a:pt x="1120190" y="882916"/>
                  </a:lnTo>
                  <a:lnTo>
                    <a:pt x="1120190" y="888885"/>
                  </a:lnTo>
                  <a:lnTo>
                    <a:pt x="1121448" y="892048"/>
                  </a:lnTo>
                  <a:lnTo>
                    <a:pt x="1125816" y="896353"/>
                  </a:lnTo>
                  <a:lnTo>
                    <a:pt x="1128915" y="897610"/>
                  </a:lnTo>
                  <a:lnTo>
                    <a:pt x="1135227" y="897610"/>
                  </a:lnTo>
                  <a:lnTo>
                    <a:pt x="1138034" y="896353"/>
                  </a:lnTo>
                  <a:lnTo>
                    <a:pt x="1140218" y="894168"/>
                  </a:lnTo>
                  <a:lnTo>
                    <a:pt x="1142390" y="892048"/>
                  </a:lnTo>
                  <a:lnTo>
                    <a:pt x="1143660" y="889228"/>
                  </a:lnTo>
                  <a:lnTo>
                    <a:pt x="1143660" y="882637"/>
                  </a:lnTo>
                  <a:close/>
                </a:path>
                <a:path w="1488440" h="1986914">
                  <a:moveTo>
                    <a:pt x="1143660" y="710501"/>
                  </a:moveTo>
                  <a:lnTo>
                    <a:pt x="1142390" y="707694"/>
                  </a:lnTo>
                  <a:lnTo>
                    <a:pt x="1140218" y="705446"/>
                  </a:lnTo>
                  <a:lnTo>
                    <a:pt x="1135849" y="701090"/>
                  </a:lnTo>
                  <a:lnTo>
                    <a:pt x="1127988" y="701090"/>
                  </a:lnTo>
                  <a:lnTo>
                    <a:pt x="1123632" y="705446"/>
                  </a:lnTo>
                  <a:lnTo>
                    <a:pt x="1121448" y="707694"/>
                  </a:lnTo>
                  <a:lnTo>
                    <a:pt x="1120190" y="710793"/>
                  </a:lnTo>
                  <a:lnTo>
                    <a:pt x="1120190" y="717105"/>
                  </a:lnTo>
                  <a:lnTo>
                    <a:pt x="1121448" y="720204"/>
                  </a:lnTo>
                  <a:lnTo>
                    <a:pt x="1123975" y="722096"/>
                  </a:lnTo>
                  <a:lnTo>
                    <a:pt x="1125816" y="724268"/>
                  </a:lnTo>
                  <a:lnTo>
                    <a:pt x="1128915" y="725538"/>
                  </a:lnTo>
                  <a:lnTo>
                    <a:pt x="1132065" y="725538"/>
                  </a:lnTo>
                  <a:lnTo>
                    <a:pt x="1135227" y="725538"/>
                  </a:lnTo>
                  <a:lnTo>
                    <a:pt x="1138034" y="724268"/>
                  </a:lnTo>
                  <a:lnTo>
                    <a:pt x="1140218" y="722096"/>
                  </a:lnTo>
                  <a:lnTo>
                    <a:pt x="1142390" y="720204"/>
                  </a:lnTo>
                  <a:lnTo>
                    <a:pt x="1143660" y="717105"/>
                  </a:lnTo>
                  <a:lnTo>
                    <a:pt x="1143660" y="710501"/>
                  </a:lnTo>
                  <a:close/>
                </a:path>
                <a:path w="1488440" h="1986914">
                  <a:moveTo>
                    <a:pt x="1143660" y="147167"/>
                  </a:moveTo>
                  <a:lnTo>
                    <a:pt x="1142390" y="144360"/>
                  </a:lnTo>
                  <a:lnTo>
                    <a:pt x="1140218" y="142113"/>
                  </a:lnTo>
                  <a:lnTo>
                    <a:pt x="1135849" y="137756"/>
                  </a:lnTo>
                  <a:lnTo>
                    <a:pt x="1128052" y="137756"/>
                  </a:lnTo>
                  <a:lnTo>
                    <a:pt x="1123632" y="142113"/>
                  </a:lnTo>
                  <a:lnTo>
                    <a:pt x="1121448" y="144360"/>
                  </a:lnTo>
                  <a:lnTo>
                    <a:pt x="1120190" y="147459"/>
                  </a:lnTo>
                  <a:lnTo>
                    <a:pt x="1120190" y="153416"/>
                  </a:lnTo>
                  <a:lnTo>
                    <a:pt x="1121448" y="156578"/>
                  </a:lnTo>
                  <a:lnTo>
                    <a:pt x="1125816" y="160934"/>
                  </a:lnTo>
                  <a:lnTo>
                    <a:pt x="1128915" y="162204"/>
                  </a:lnTo>
                  <a:lnTo>
                    <a:pt x="1135227" y="162204"/>
                  </a:lnTo>
                  <a:lnTo>
                    <a:pt x="1138034" y="160934"/>
                  </a:lnTo>
                  <a:lnTo>
                    <a:pt x="1142390" y="156578"/>
                  </a:lnTo>
                  <a:lnTo>
                    <a:pt x="1143660" y="153771"/>
                  </a:lnTo>
                  <a:lnTo>
                    <a:pt x="1143660" y="150266"/>
                  </a:lnTo>
                  <a:lnTo>
                    <a:pt x="1143660" y="147167"/>
                  </a:lnTo>
                  <a:close/>
                </a:path>
                <a:path w="1488440" h="1986914">
                  <a:moveTo>
                    <a:pt x="1159319" y="21971"/>
                  </a:moveTo>
                  <a:lnTo>
                    <a:pt x="1158062" y="18872"/>
                  </a:lnTo>
                  <a:lnTo>
                    <a:pt x="1155877" y="16979"/>
                  </a:lnTo>
                  <a:lnTo>
                    <a:pt x="1151521" y="12560"/>
                  </a:lnTo>
                  <a:lnTo>
                    <a:pt x="1143660" y="12560"/>
                  </a:lnTo>
                  <a:lnTo>
                    <a:pt x="1139240" y="16979"/>
                  </a:lnTo>
                  <a:lnTo>
                    <a:pt x="1137119" y="19164"/>
                  </a:lnTo>
                  <a:lnTo>
                    <a:pt x="1135849" y="21971"/>
                  </a:lnTo>
                  <a:lnTo>
                    <a:pt x="1135849" y="28562"/>
                  </a:lnTo>
                  <a:lnTo>
                    <a:pt x="1137119" y="31381"/>
                  </a:lnTo>
                  <a:lnTo>
                    <a:pt x="1139240" y="33566"/>
                  </a:lnTo>
                  <a:lnTo>
                    <a:pt x="1141476" y="35737"/>
                  </a:lnTo>
                  <a:lnTo>
                    <a:pt x="1144574" y="37007"/>
                  </a:lnTo>
                  <a:lnTo>
                    <a:pt x="1150823" y="37007"/>
                  </a:lnTo>
                  <a:lnTo>
                    <a:pt x="1153642" y="35737"/>
                  </a:lnTo>
                  <a:lnTo>
                    <a:pt x="1158062" y="31381"/>
                  </a:lnTo>
                  <a:lnTo>
                    <a:pt x="1159319" y="28562"/>
                  </a:lnTo>
                  <a:lnTo>
                    <a:pt x="1159319" y="25412"/>
                  </a:lnTo>
                  <a:lnTo>
                    <a:pt x="1159319" y="21971"/>
                  </a:lnTo>
                  <a:close/>
                </a:path>
                <a:path w="1488440" h="1986914">
                  <a:moveTo>
                    <a:pt x="1174927" y="789051"/>
                  </a:moveTo>
                  <a:lnTo>
                    <a:pt x="1173670" y="785901"/>
                  </a:lnTo>
                  <a:lnTo>
                    <a:pt x="1171486" y="783717"/>
                  </a:lnTo>
                  <a:lnTo>
                    <a:pt x="1166495" y="779005"/>
                  </a:lnTo>
                  <a:lnTo>
                    <a:pt x="1159611" y="779360"/>
                  </a:lnTo>
                  <a:lnTo>
                    <a:pt x="1155242" y="783424"/>
                  </a:lnTo>
                  <a:lnTo>
                    <a:pt x="1152728" y="785901"/>
                  </a:lnTo>
                  <a:lnTo>
                    <a:pt x="1151458" y="789051"/>
                  </a:lnTo>
                  <a:lnTo>
                    <a:pt x="1151458" y="795312"/>
                  </a:lnTo>
                  <a:lnTo>
                    <a:pt x="1152728" y="798461"/>
                  </a:lnTo>
                  <a:lnTo>
                    <a:pt x="1155242" y="800303"/>
                  </a:lnTo>
                  <a:lnTo>
                    <a:pt x="1157084" y="802474"/>
                  </a:lnTo>
                  <a:lnTo>
                    <a:pt x="1160183" y="803744"/>
                  </a:lnTo>
                  <a:lnTo>
                    <a:pt x="1166495" y="803744"/>
                  </a:lnTo>
                  <a:lnTo>
                    <a:pt x="1169301" y="802474"/>
                  </a:lnTo>
                  <a:lnTo>
                    <a:pt x="1171486" y="800303"/>
                  </a:lnTo>
                  <a:lnTo>
                    <a:pt x="1173721" y="798461"/>
                  </a:lnTo>
                  <a:lnTo>
                    <a:pt x="1174927" y="795312"/>
                  </a:lnTo>
                  <a:lnTo>
                    <a:pt x="1174927" y="789051"/>
                  </a:lnTo>
                  <a:close/>
                </a:path>
                <a:path w="1488440" h="1986914">
                  <a:moveTo>
                    <a:pt x="1174978" y="278968"/>
                  </a:moveTo>
                  <a:lnTo>
                    <a:pt x="1174927" y="275755"/>
                  </a:lnTo>
                  <a:lnTo>
                    <a:pt x="1174927" y="272364"/>
                  </a:lnTo>
                  <a:lnTo>
                    <a:pt x="1173670" y="269494"/>
                  </a:lnTo>
                  <a:lnTo>
                    <a:pt x="1167130" y="262953"/>
                  </a:lnTo>
                  <a:lnTo>
                    <a:pt x="1159319" y="262953"/>
                  </a:lnTo>
                  <a:lnTo>
                    <a:pt x="1152728" y="269494"/>
                  </a:lnTo>
                  <a:lnTo>
                    <a:pt x="1151521" y="272592"/>
                  </a:lnTo>
                  <a:lnTo>
                    <a:pt x="1151521" y="278625"/>
                  </a:lnTo>
                  <a:lnTo>
                    <a:pt x="1152728" y="281774"/>
                  </a:lnTo>
                  <a:lnTo>
                    <a:pt x="1157084" y="286080"/>
                  </a:lnTo>
                  <a:lnTo>
                    <a:pt x="1160183" y="287337"/>
                  </a:lnTo>
                  <a:lnTo>
                    <a:pt x="1166495" y="287337"/>
                  </a:lnTo>
                  <a:lnTo>
                    <a:pt x="1169301" y="286080"/>
                  </a:lnTo>
                  <a:lnTo>
                    <a:pt x="1171486" y="283895"/>
                  </a:lnTo>
                  <a:lnTo>
                    <a:pt x="1173721" y="281774"/>
                  </a:lnTo>
                  <a:lnTo>
                    <a:pt x="1174978" y="278968"/>
                  </a:lnTo>
                  <a:close/>
                </a:path>
                <a:path w="1488440" h="1986914">
                  <a:moveTo>
                    <a:pt x="1174978" y="68910"/>
                  </a:moveTo>
                  <a:lnTo>
                    <a:pt x="1173721" y="65811"/>
                  </a:lnTo>
                  <a:lnTo>
                    <a:pt x="1171536" y="63919"/>
                  </a:lnTo>
                  <a:lnTo>
                    <a:pt x="1167130" y="59550"/>
                  </a:lnTo>
                  <a:lnTo>
                    <a:pt x="1159319" y="59550"/>
                  </a:lnTo>
                  <a:lnTo>
                    <a:pt x="1152728" y="66090"/>
                  </a:lnTo>
                  <a:lnTo>
                    <a:pt x="1151521" y="68910"/>
                  </a:lnTo>
                  <a:lnTo>
                    <a:pt x="1151521" y="75158"/>
                  </a:lnTo>
                  <a:lnTo>
                    <a:pt x="1152728" y="78320"/>
                  </a:lnTo>
                  <a:lnTo>
                    <a:pt x="1157135" y="82677"/>
                  </a:lnTo>
                  <a:lnTo>
                    <a:pt x="1160233" y="83934"/>
                  </a:lnTo>
                  <a:lnTo>
                    <a:pt x="1163396" y="83934"/>
                  </a:lnTo>
                  <a:lnTo>
                    <a:pt x="1166495" y="83934"/>
                  </a:lnTo>
                  <a:lnTo>
                    <a:pt x="1169301" y="82677"/>
                  </a:lnTo>
                  <a:lnTo>
                    <a:pt x="1173721" y="78320"/>
                  </a:lnTo>
                  <a:lnTo>
                    <a:pt x="1174978" y="75501"/>
                  </a:lnTo>
                  <a:lnTo>
                    <a:pt x="1174978" y="68910"/>
                  </a:lnTo>
                  <a:close/>
                </a:path>
                <a:path w="1488440" h="1986914">
                  <a:moveTo>
                    <a:pt x="1221917" y="679170"/>
                  </a:moveTo>
                  <a:lnTo>
                    <a:pt x="1220660" y="676363"/>
                  </a:lnTo>
                  <a:lnTo>
                    <a:pt x="1218476" y="674179"/>
                  </a:lnTo>
                  <a:lnTo>
                    <a:pt x="1214691" y="670166"/>
                  </a:lnTo>
                  <a:lnTo>
                    <a:pt x="1206538" y="669823"/>
                  </a:lnTo>
                  <a:lnTo>
                    <a:pt x="1201839" y="674179"/>
                  </a:lnTo>
                  <a:lnTo>
                    <a:pt x="1199718" y="676071"/>
                  </a:lnTo>
                  <a:lnTo>
                    <a:pt x="1198448" y="679170"/>
                  </a:lnTo>
                  <a:lnTo>
                    <a:pt x="1198448" y="685774"/>
                  </a:lnTo>
                  <a:lnTo>
                    <a:pt x="1199718" y="688581"/>
                  </a:lnTo>
                  <a:lnTo>
                    <a:pt x="1201839" y="690765"/>
                  </a:lnTo>
                  <a:lnTo>
                    <a:pt x="1204074" y="692950"/>
                  </a:lnTo>
                  <a:lnTo>
                    <a:pt x="1207173" y="694207"/>
                  </a:lnTo>
                  <a:lnTo>
                    <a:pt x="1213421" y="694207"/>
                  </a:lnTo>
                  <a:lnTo>
                    <a:pt x="1216583" y="692950"/>
                  </a:lnTo>
                  <a:lnTo>
                    <a:pt x="1218768" y="690765"/>
                  </a:lnTo>
                  <a:lnTo>
                    <a:pt x="1220660" y="688581"/>
                  </a:lnTo>
                  <a:lnTo>
                    <a:pt x="1221917" y="685482"/>
                  </a:lnTo>
                  <a:lnTo>
                    <a:pt x="1221917" y="679170"/>
                  </a:lnTo>
                  <a:close/>
                </a:path>
                <a:path w="1488440" h="1986914">
                  <a:moveTo>
                    <a:pt x="1221917" y="303923"/>
                  </a:moveTo>
                  <a:lnTo>
                    <a:pt x="1220660" y="300824"/>
                  </a:lnTo>
                  <a:lnTo>
                    <a:pt x="1218476" y="298640"/>
                  </a:lnTo>
                  <a:lnTo>
                    <a:pt x="1214691" y="294576"/>
                  </a:lnTo>
                  <a:lnTo>
                    <a:pt x="1206258" y="294220"/>
                  </a:lnTo>
                  <a:lnTo>
                    <a:pt x="1201839" y="298640"/>
                  </a:lnTo>
                  <a:lnTo>
                    <a:pt x="1199718" y="300824"/>
                  </a:lnTo>
                  <a:lnTo>
                    <a:pt x="1198448" y="303631"/>
                  </a:lnTo>
                  <a:lnTo>
                    <a:pt x="1198448" y="310235"/>
                  </a:lnTo>
                  <a:lnTo>
                    <a:pt x="1199718" y="313334"/>
                  </a:lnTo>
                  <a:lnTo>
                    <a:pt x="1202182" y="315226"/>
                  </a:lnTo>
                  <a:lnTo>
                    <a:pt x="1204074" y="317411"/>
                  </a:lnTo>
                  <a:lnTo>
                    <a:pt x="1207173" y="318668"/>
                  </a:lnTo>
                  <a:lnTo>
                    <a:pt x="1213421" y="318668"/>
                  </a:lnTo>
                  <a:lnTo>
                    <a:pt x="1216583" y="317411"/>
                  </a:lnTo>
                  <a:lnTo>
                    <a:pt x="1218768" y="315226"/>
                  </a:lnTo>
                  <a:lnTo>
                    <a:pt x="1220660" y="313042"/>
                  </a:lnTo>
                  <a:lnTo>
                    <a:pt x="1221917" y="310235"/>
                  </a:lnTo>
                  <a:lnTo>
                    <a:pt x="1221917" y="303923"/>
                  </a:lnTo>
                  <a:close/>
                </a:path>
                <a:path w="1488440" h="1986914">
                  <a:moveTo>
                    <a:pt x="1221917" y="209765"/>
                  </a:moveTo>
                  <a:lnTo>
                    <a:pt x="1220660" y="206959"/>
                  </a:lnTo>
                  <a:lnTo>
                    <a:pt x="1218476" y="204724"/>
                  </a:lnTo>
                  <a:lnTo>
                    <a:pt x="1214691" y="200698"/>
                  </a:lnTo>
                  <a:lnTo>
                    <a:pt x="1206538" y="200355"/>
                  </a:lnTo>
                  <a:lnTo>
                    <a:pt x="1201839" y="204724"/>
                  </a:lnTo>
                  <a:lnTo>
                    <a:pt x="1199718" y="206616"/>
                  </a:lnTo>
                  <a:lnTo>
                    <a:pt x="1198448" y="209765"/>
                  </a:lnTo>
                  <a:lnTo>
                    <a:pt x="1198448" y="216369"/>
                  </a:lnTo>
                  <a:lnTo>
                    <a:pt x="1199718" y="219176"/>
                  </a:lnTo>
                  <a:lnTo>
                    <a:pt x="1201839" y="221297"/>
                  </a:lnTo>
                  <a:lnTo>
                    <a:pt x="1204074" y="223532"/>
                  </a:lnTo>
                  <a:lnTo>
                    <a:pt x="1207173" y="224802"/>
                  </a:lnTo>
                  <a:lnTo>
                    <a:pt x="1213421" y="224802"/>
                  </a:lnTo>
                  <a:lnTo>
                    <a:pt x="1216583" y="223532"/>
                  </a:lnTo>
                  <a:lnTo>
                    <a:pt x="1218768" y="221297"/>
                  </a:lnTo>
                  <a:lnTo>
                    <a:pt x="1220660" y="219176"/>
                  </a:lnTo>
                  <a:lnTo>
                    <a:pt x="1221917" y="216027"/>
                  </a:lnTo>
                  <a:lnTo>
                    <a:pt x="1221917" y="209765"/>
                  </a:lnTo>
                  <a:close/>
                </a:path>
                <a:path w="1488440" h="1986914">
                  <a:moveTo>
                    <a:pt x="1237526" y="632244"/>
                  </a:moveTo>
                  <a:lnTo>
                    <a:pt x="1236319" y="629424"/>
                  </a:lnTo>
                  <a:lnTo>
                    <a:pt x="1234084" y="627253"/>
                  </a:lnTo>
                  <a:lnTo>
                    <a:pt x="1229728" y="622884"/>
                  </a:lnTo>
                  <a:lnTo>
                    <a:pt x="1221917" y="622884"/>
                  </a:lnTo>
                  <a:lnTo>
                    <a:pt x="1215326" y="629424"/>
                  </a:lnTo>
                  <a:lnTo>
                    <a:pt x="1214056" y="632523"/>
                  </a:lnTo>
                  <a:lnTo>
                    <a:pt x="1214056" y="638492"/>
                  </a:lnTo>
                  <a:lnTo>
                    <a:pt x="1215326" y="641654"/>
                  </a:lnTo>
                  <a:lnTo>
                    <a:pt x="1219682" y="646010"/>
                  </a:lnTo>
                  <a:lnTo>
                    <a:pt x="1222832" y="647268"/>
                  </a:lnTo>
                  <a:lnTo>
                    <a:pt x="1229093" y="647268"/>
                  </a:lnTo>
                  <a:lnTo>
                    <a:pt x="1231900" y="646010"/>
                  </a:lnTo>
                  <a:lnTo>
                    <a:pt x="1236319" y="641654"/>
                  </a:lnTo>
                  <a:lnTo>
                    <a:pt x="1237526" y="638835"/>
                  </a:lnTo>
                  <a:lnTo>
                    <a:pt x="1237526" y="632244"/>
                  </a:lnTo>
                  <a:close/>
                </a:path>
                <a:path w="1488440" h="1986914">
                  <a:moveTo>
                    <a:pt x="1253185" y="381901"/>
                  </a:moveTo>
                  <a:lnTo>
                    <a:pt x="1251927" y="378739"/>
                  </a:lnTo>
                  <a:lnTo>
                    <a:pt x="1249743" y="376847"/>
                  </a:lnTo>
                  <a:lnTo>
                    <a:pt x="1245958" y="372833"/>
                  </a:lnTo>
                  <a:lnTo>
                    <a:pt x="1237869" y="372491"/>
                  </a:lnTo>
                  <a:lnTo>
                    <a:pt x="1233170" y="376847"/>
                  </a:lnTo>
                  <a:lnTo>
                    <a:pt x="1230985" y="379095"/>
                  </a:lnTo>
                  <a:lnTo>
                    <a:pt x="1229728" y="381901"/>
                  </a:lnTo>
                  <a:lnTo>
                    <a:pt x="1229728" y="388150"/>
                  </a:lnTo>
                  <a:lnTo>
                    <a:pt x="1230985" y="391312"/>
                  </a:lnTo>
                  <a:lnTo>
                    <a:pt x="1235341" y="395668"/>
                  </a:lnTo>
                  <a:lnTo>
                    <a:pt x="1238440" y="396938"/>
                  </a:lnTo>
                  <a:lnTo>
                    <a:pt x="1244701" y="396938"/>
                  </a:lnTo>
                  <a:lnTo>
                    <a:pt x="1247914" y="395668"/>
                  </a:lnTo>
                  <a:lnTo>
                    <a:pt x="1250035" y="393496"/>
                  </a:lnTo>
                  <a:lnTo>
                    <a:pt x="1251927" y="391312"/>
                  </a:lnTo>
                  <a:lnTo>
                    <a:pt x="1253185" y="388150"/>
                  </a:lnTo>
                  <a:lnTo>
                    <a:pt x="1253185" y="381901"/>
                  </a:lnTo>
                  <a:close/>
                </a:path>
                <a:path w="1488440" h="1986914">
                  <a:moveTo>
                    <a:pt x="1268857" y="741768"/>
                  </a:moveTo>
                  <a:lnTo>
                    <a:pt x="1267587" y="738962"/>
                  </a:lnTo>
                  <a:lnTo>
                    <a:pt x="1265415" y="736777"/>
                  </a:lnTo>
                  <a:lnTo>
                    <a:pt x="1261338" y="732421"/>
                  </a:lnTo>
                  <a:lnTo>
                    <a:pt x="1253185" y="732421"/>
                  </a:lnTo>
                  <a:lnTo>
                    <a:pt x="1248778" y="736777"/>
                  </a:lnTo>
                  <a:lnTo>
                    <a:pt x="1246644" y="738962"/>
                  </a:lnTo>
                  <a:lnTo>
                    <a:pt x="1245387" y="742061"/>
                  </a:lnTo>
                  <a:lnTo>
                    <a:pt x="1245387" y="748372"/>
                  </a:lnTo>
                  <a:lnTo>
                    <a:pt x="1246644" y="751522"/>
                  </a:lnTo>
                  <a:lnTo>
                    <a:pt x="1249121" y="753364"/>
                  </a:lnTo>
                  <a:lnTo>
                    <a:pt x="1251013" y="755548"/>
                  </a:lnTo>
                  <a:lnTo>
                    <a:pt x="1254112" y="756805"/>
                  </a:lnTo>
                  <a:lnTo>
                    <a:pt x="1260360" y="756805"/>
                  </a:lnTo>
                  <a:lnTo>
                    <a:pt x="1263523" y="755548"/>
                  </a:lnTo>
                  <a:lnTo>
                    <a:pt x="1267587" y="751522"/>
                  </a:lnTo>
                  <a:lnTo>
                    <a:pt x="1268857" y="748372"/>
                  </a:lnTo>
                  <a:lnTo>
                    <a:pt x="1268857" y="741768"/>
                  </a:lnTo>
                  <a:close/>
                </a:path>
                <a:path w="1488440" h="1986914">
                  <a:moveTo>
                    <a:pt x="1268857" y="288315"/>
                  </a:moveTo>
                  <a:lnTo>
                    <a:pt x="1267587" y="285165"/>
                  </a:lnTo>
                  <a:lnTo>
                    <a:pt x="1265415" y="282981"/>
                  </a:lnTo>
                  <a:lnTo>
                    <a:pt x="1261630" y="278625"/>
                  </a:lnTo>
                  <a:lnTo>
                    <a:pt x="1253185" y="278625"/>
                  </a:lnTo>
                  <a:lnTo>
                    <a:pt x="1248778" y="282981"/>
                  </a:lnTo>
                  <a:lnTo>
                    <a:pt x="1246644" y="285165"/>
                  </a:lnTo>
                  <a:lnTo>
                    <a:pt x="1245387" y="288315"/>
                  </a:lnTo>
                  <a:lnTo>
                    <a:pt x="1245387" y="294576"/>
                  </a:lnTo>
                  <a:lnTo>
                    <a:pt x="1246644" y="297726"/>
                  </a:lnTo>
                  <a:lnTo>
                    <a:pt x="1249121" y="299567"/>
                  </a:lnTo>
                  <a:lnTo>
                    <a:pt x="1251013" y="301739"/>
                  </a:lnTo>
                  <a:lnTo>
                    <a:pt x="1254112" y="303009"/>
                  </a:lnTo>
                  <a:lnTo>
                    <a:pt x="1260360" y="303009"/>
                  </a:lnTo>
                  <a:lnTo>
                    <a:pt x="1263523" y="301739"/>
                  </a:lnTo>
                  <a:lnTo>
                    <a:pt x="1267587" y="297726"/>
                  </a:lnTo>
                  <a:lnTo>
                    <a:pt x="1268857" y="294576"/>
                  </a:lnTo>
                  <a:lnTo>
                    <a:pt x="1268857" y="288315"/>
                  </a:lnTo>
                  <a:close/>
                </a:path>
                <a:path w="1488440" h="1986914">
                  <a:moveTo>
                    <a:pt x="1284465" y="569645"/>
                  </a:moveTo>
                  <a:lnTo>
                    <a:pt x="1283195" y="566547"/>
                  </a:lnTo>
                  <a:lnTo>
                    <a:pt x="1281023" y="564642"/>
                  </a:lnTo>
                  <a:lnTo>
                    <a:pt x="1277289" y="560628"/>
                  </a:lnTo>
                  <a:lnTo>
                    <a:pt x="1269136" y="560285"/>
                  </a:lnTo>
                  <a:lnTo>
                    <a:pt x="1264437" y="564642"/>
                  </a:lnTo>
                  <a:lnTo>
                    <a:pt x="1262253" y="566826"/>
                  </a:lnTo>
                  <a:lnTo>
                    <a:pt x="1261046" y="569645"/>
                  </a:lnTo>
                  <a:lnTo>
                    <a:pt x="1261046" y="573087"/>
                  </a:lnTo>
                  <a:lnTo>
                    <a:pt x="1261046" y="575894"/>
                  </a:lnTo>
                  <a:lnTo>
                    <a:pt x="1262253" y="579043"/>
                  </a:lnTo>
                  <a:lnTo>
                    <a:pt x="1266621" y="583412"/>
                  </a:lnTo>
                  <a:lnTo>
                    <a:pt x="1269771" y="584669"/>
                  </a:lnTo>
                  <a:lnTo>
                    <a:pt x="1276032" y="584669"/>
                  </a:lnTo>
                  <a:lnTo>
                    <a:pt x="1279182" y="583412"/>
                  </a:lnTo>
                  <a:lnTo>
                    <a:pt x="1281303" y="581228"/>
                  </a:lnTo>
                  <a:lnTo>
                    <a:pt x="1283195" y="579043"/>
                  </a:lnTo>
                  <a:lnTo>
                    <a:pt x="1284465" y="576237"/>
                  </a:lnTo>
                  <a:lnTo>
                    <a:pt x="1284465" y="569645"/>
                  </a:lnTo>
                  <a:close/>
                </a:path>
                <a:path w="1488440" h="1986914">
                  <a:moveTo>
                    <a:pt x="1284465" y="475767"/>
                  </a:moveTo>
                  <a:lnTo>
                    <a:pt x="1283195" y="472668"/>
                  </a:lnTo>
                  <a:lnTo>
                    <a:pt x="1281023" y="470776"/>
                  </a:lnTo>
                  <a:lnTo>
                    <a:pt x="1277289" y="466699"/>
                  </a:lnTo>
                  <a:lnTo>
                    <a:pt x="1268857" y="466356"/>
                  </a:lnTo>
                  <a:lnTo>
                    <a:pt x="1262253" y="472960"/>
                  </a:lnTo>
                  <a:lnTo>
                    <a:pt x="1261046" y="475767"/>
                  </a:lnTo>
                  <a:lnTo>
                    <a:pt x="1261046" y="482028"/>
                  </a:lnTo>
                  <a:lnTo>
                    <a:pt x="1262253" y="485178"/>
                  </a:lnTo>
                  <a:lnTo>
                    <a:pt x="1264437" y="487362"/>
                  </a:lnTo>
                  <a:lnTo>
                    <a:pt x="1266964" y="489546"/>
                  </a:lnTo>
                  <a:lnTo>
                    <a:pt x="1269771" y="490804"/>
                  </a:lnTo>
                  <a:lnTo>
                    <a:pt x="1276032" y="490804"/>
                  </a:lnTo>
                  <a:lnTo>
                    <a:pt x="1278839" y="489546"/>
                  </a:lnTo>
                  <a:lnTo>
                    <a:pt x="1283195" y="485178"/>
                  </a:lnTo>
                  <a:lnTo>
                    <a:pt x="1284465" y="482028"/>
                  </a:lnTo>
                  <a:lnTo>
                    <a:pt x="1284465" y="475767"/>
                  </a:lnTo>
                  <a:close/>
                </a:path>
                <a:path w="1488440" h="1986914">
                  <a:moveTo>
                    <a:pt x="1300124" y="663854"/>
                  </a:moveTo>
                  <a:lnTo>
                    <a:pt x="1298917" y="660692"/>
                  </a:lnTo>
                  <a:lnTo>
                    <a:pt x="1296682" y="658520"/>
                  </a:lnTo>
                  <a:lnTo>
                    <a:pt x="1292948" y="654507"/>
                  </a:lnTo>
                  <a:lnTo>
                    <a:pt x="1284516" y="654151"/>
                  </a:lnTo>
                  <a:lnTo>
                    <a:pt x="1277924" y="660692"/>
                  </a:lnTo>
                  <a:lnTo>
                    <a:pt x="1276654" y="663854"/>
                  </a:lnTo>
                  <a:lnTo>
                    <a:pt x="1276654" y="669823"/>
                  </a:lnTo>
                  <a:lnTo>
                    <a:pt x="1277924" y="672973"/>
                  </a:lnTo>
                  <a:lnTo>
                    <a:pt x="1282280" y="677341"/>
                  </a:lnTo>
                  <a:lnTo>
                    <a:pt x="1285430" y="678599"/>
                  </a:lnTo>
                  <a:lnTo>
                    <a:pt x="1288529" y="678599"/>
                  </a:lnTo>
                  <a:lnTo>
                    <a:pt x="1291691" y="678599"/>
                  </a:lnTo>
                  <a:lnTo>
                    <a:pt x="1294841" y="677341"/>
                  </a:lnTo>
                  <a:lnTo>
                    <a:pt x="1296974" y="675157"/>
                  </a:lnTo>
                  <a:lnTo>
                    <a:pt x="1298917" y="672973"/>
                  </a:lnTo>
                  <a:lnTo>
                    <a:pt x="1300124" y="669823"/>
                  </a:lnTo>
                  <a:lnTo>
                    <a:pt x="1300124" y="663854"/>
                  </a:lnTo>
                  <a:close/>
                </a:path>
                <a:path w="1488440" h="1986914">
                  <a:moveTo>
                    <a:pt x="1315783" y="522706"/>
                  </a:moveTo>
                  <a:lnTo>
                    <a:pt x="1314526" y="519899"/>
                  </a:lnTo>
                  <a:lnTo>
                    <a:pt x="1307985" y="513295"/>
                  </a:lnTo>
                  <a:lnTo>
                    <a:pt x="1300124" y="513295"/>
                  </a:lnTo>
                  <a:lnTo>
                    <a:pt x="1293583" y="519899"/>
                  </a:lnTo>
                  <a:lnTo>
                    <a:pt x="1292326" y="522986"/>
                  </a:lnTo>
                  <a:lnTo>
                    <a:pt x="1292326" y="528955"/>
                  </a:lnTo>
                  <a:lnTo>
                    <a:pt x="1293583" y="532117"/>
                  </a:lnTo>
                  <a:lnTo>
                    <a:pt x="1295768" y="534301"/>
                  </a:lnTo>
                  <a:lnTo>
                    <a:pt x="1297940" y="536473"/>
                  </a:lnTo>
                  <a:lnTo>
                    <a:pt x="1301038" y="537743"/>
                  </a:lnTo>
                  <a:lnTo>
                    <a:pt x="1307350" y="537743"/>
                  </a:lnTo>
                  <a:lnTo>
                    <a:pt x="1310170" y="536473"/>
                  </a:lnTo>
                  <a:lnTo>
                    <a:pt x="1314526" y="532117"/>
                  </a:lnTo>
                  <a:lnTo>
                    <a:pt x="1315783" y="529297"/>
                  </a:lnTo>
                  <a:lnTo>
                    <a:pt x="1315783" y="522706"/>
                  </a:lnTo>
                  <a:close/>
                </a:path>
                <a:path w="1488440" h="1986914">
                  <a:moveTo>
                    <a:pt x="1331455" y="397510"/>
                  </a:moveTo>
                  <a:lnTo>
                    <a:pt x="1330185" y="394411"/>
                  </a:lnTo>
                  <a:lnTo>
                    <a:pt x="1328013" y="392518"/>
                  </a:lnTo>
                  <a:lnTo>
                    <a:pt x="1324229" y="388493"/>
                  </a:lnTo>
                  <a:lnTo>
                    <a:pt x="1316075" y="388150"/>
                  </a:lnTo>
                  <a:lnTo>
                    <a:pt x="1311376" y="392518"/>
                  </a:lnTo>
                  <a:lnTo>
                    <a:pt x="1309243" y="394690"/>
                  </a:lnTo>
                  <a:lnTo>
                    <a:pt x="1307985" y="397510"/>
                  </a:lnTo>
                  <a:lnTo>
                    <a:pt x="1307985" y="403821"/>
                  </a:lnTo>
                  <a:lnTo>
                    <a:pt x="1309243" y="406920"/>
                  </a:lnTo>
                  <a:lnTo>
                    <a:pt x="1311376" y="409092"/>
                  </a:lnTo>
                  <a:lnTo>
                    <a:pt x="1313611" y="411276"/>
                  </a:lnTo>
                  <a:lnTo>
                    <a:pt x="1316710" y="412534"/>
                  </a:lnTo>
                  <a:lnTo>
                    <a:pt x="1322959" y="412534"/>
                  </a:lnTo>
                  <a:lnTo>
                    <a:pt x="1326121" y="411276"/>
                  </a:lnTo>
                  <a:lnTo>
                    <a:pt x="1328293" y="409092"/>
                  </a:lnTo>
                  <a:lnTo>
                    <a:pt x="1330185" y="406920"/>
                  </a:lnTo>
                  <a:lnTo>
                    <a:pt x="1331455" y="403821"/>
                  </a:lnTo>
                  <a:lnTo>
                    <a:pt x="1331455" y="397510"/>
                  </a:lnTo>
                  <a:close/>
                </a:path>
                <a:path w="1488440" h="1986914">
                  <a:moveTo>
                    <a:pt x="1331455" y="6311"/>
                  </a:moveTo>
                  <a:lnTo>
                    <a:pt x="1330185" y="3213"/>
                  </a:lnTo>
                  <a:lnTo>
                    <a:pt x="1328013" y="1308"/>
                  </a:lnTo>
                  <a:lnTo>
                    <a:pt x="1318374" y="393"/>
                  </a:lnTo>
                  <a:lnTo>
                    <a:pt x="1313548" y="0"/>
                  </a:lnTo>
                  <a:lnTo>
                    <a:pt x="1312811" y="393"/>
                  </a:lnTo>
                  <a:lnTo>
                    <a:pt x="1311998" y="685"/>
                  </a:lnTo>
                  <a:lnTo>
                    <a:pt x="1309243" y="3492"/>
                  </a:lnTo>
                  <a:lnTo>
                    <a:pt x="1307985" y="6311"/>
                  </a:lnTo>
                  <a:lnTo>
                    <a:pt x="1307985" y="12903"/>
                  </a:lnTo>
                  <a:lnTo>
                    <a:pt x="1309243" y="15709"/>
                  </a:lnTo>
                  <a:lnTo>
                    <a:pt x="1311376" y="17894"/>
                  </a:lnTo>
                  <a:lnTo>
                    <a:pt x="1313611" y="20078"/>
                  </a:lnTo>
                  <a:lnTo>
                    <a:pt x="1316710" y="21336"/>
                  </a:lnTo>
                  <a:lnTo>
                    <a:pt x="1322959" y="21336"/>
                  </a:lnTo>
                  <a:lnTo>
                    <a:pt x="1326121" y="20078"/>
                  </a:lnTo>
                  <a:lnTo>
                    <a:pt x="1328293" y="17894"/>
                  </a:lnTo>
                  <a:lnTo>
                    <a:pt x="1330185" y="15709"/>
                  </a:lnTo>
                  <a:lnTo>
                    <a:pt x="1331455" y="12903"/>
                  </a:lnTo>
                  <a:lnTo>
                    <a:pt x="1331455" y="6311"/>
                  </a:lnTo>
                  <a:close/>
                </a:path>
                <a:path w="1488440" h="1986914">
                  <a:moveTo>
                    <a:pt x="1347114" y="616572"/>
                  </a:moveTo>
                  <a:lnTo>
                    <a:pt x="1345857" y="613473"/>
                  </a:lnTo>
                  <a:lnTo>
                    <a:pt x="1343621" y="611581"/>
                  </a:lnTo>
                  <a:lnTo>
                    <a:pt x="1339545" y="607225"/>
                  </a:lnTo>
                  <a:lnTo>
                    <a:pt x="1331455" y="607225"/>
                  </a:lnTo>
                  <a:lnTo>
                    <a:pt x="1324851" y="613765"/>
                  </a:lnTo>
                  <a:lnTo>
                    <a:pt x="1323594" y="616572"/>
                  </a:lnTo>
                  <a:lnTo>
                    <a:pt x="1323594" y="622884"/>
                  </a:lnTo>
                  <a:lnTo>
                    <a:pt x="1324851" y="626046"/>
                  </a:lnTo>
                  <a:lnTo>
                    <a:pt x="1327035" y="628167"/>
                  </a:lnTo>
                  <a:lnTo>
                    <a:pt x="1329220" y="630402"/>
                  </a:lnTo>
                  <a:lnTo>
                    <a:pt x="1332369" y="631609"/>
                  </a:lnTo>
                  <a:lnTo>
                    <a:pt x="1338630" y="631609"/>
                  </a:lnTo>
                  <a:lnTo>
                    <a:pt x="1341437" y="630402"/>
                  </a:lnTo>
                  <a:lnTo>
                    <a:pt x="1343621" y="628167"/>
                  </a:lnTo>
                  <a:lnTo>
                    <a:pt x="1345857" y="625983"/>
                  </a:lnTo>
                  <a:lnTo>
                    <a:pt x="1347114" y="623176"/>
                  </a:lnTo>
                  <a:lnTo>
                    <a:pt x="1347114" y="616572"/>
                  </a:lnTo>
                  <a:close/>
                </a:path>
                <a:path w="1488440" h="1986914">
                  <a:moveTo>
                    <a:pt x="1378394" y="147167"/>
                  </a:moveTo>
                  <a:lnTo>
                    <a:pt x="1377124" y="144018"/>
                  </a:lnTo>
                  <a:lnTo>
                    <a:pt x="1374940" y="142113"/>
                  </a:lnTo>
                  <a:lnTo>
                    <a:pt x="1371155" y="138099"/>
                  </a:lnTo>
                  <a:lnTo>
                    <a:pt x="1362722" y="137756"/>
                  </a:lnTo>
                  <a:lnTo>
                    <a:pt x="1358366" y="142113"/>
                  </a:lnTo>
                  <a:lnTo>
                    <a:pt x="1356182" y="144360"/>
                  </a:lnTo>
                  <a:lnTo>
                    <a:pt x="1354924" y="147167"/>
                  </a:lnTo>
                  <a:lnTo>
                    <a:pt x="1354924" y="153416"/>
                  </a:lnTo>
                  <a:lnTo>
                    <a:pt x="1356182" y="156578"/>
                  </a:lnTo>
                  <a:lnTo>
                    <a:pt x="1360538" y="160934"/>
                  </a:lnTo>
                  <a:lnTo>
                    <a:pt x="1363637" y="162204"/>
                  </a:lnTo>
                  <a:lnTo>
                    <a:pt x="1369898" y="162204"/>
                  </a:lnTo>
                  <a:lnTo>
                    <a:pt x="1373047" y="160934"/>
                  </a:lnTo>
                  <a:lnTo>
                    <a:pt x="1375232" y="158762"/>
                  </a:lnTo>
                  <a:lnTo>
                    <a:pt x="1377124" y="156578"/>
                  </a:lnTo>
                  <a:lnTo>
                    <a:pt x="1378394" y="153771"/>
                  </a:lnTo>
                  <a:lnTo>
                    <a:pt x="1378394" y="147167"/>
                  </a:lnTo>
                  <a:close/>
                </a:path>
                <a:path w="1488440" h="1986914">
                  <a:moveTo>
                    <a:pt x="1409661" y="68910"/>
                  </a:moveTo>
                  <a:lnTo>
                    <a:pt x="1408455" y="66090"/>
                  </a:lnTo>
                  <a:lnTo>
                    <a:pt x="1406220" y="63919"/>
                  </a:lnTo>
                  <a:lnTo>
                    <a:pt x="1402143" y="59893"/>
                  </a:lnTo>
                  <a:lnTo>
                    <a:pt x="1394053" y="59550"/>
                  </a:lnTo>
                  <a:lnTo>
                    <a:pt x="1387449" y="66090"/>
                  </a:lnTo>
                  <a:lnTo>
                    <a:pt x="1386192" y="69189"/>
                  </a:lnTo>
                  <a:lnTo>
                    <a:pt x="1386192" y="75158"/>
                  </a:lnTo>
                  <a:lnTo>
                    <a:pt x="1387449" y="78320"/>
                  </a:lnTo>
                  <a:lnTo>
                    <a:pt x="1391818" y="82677"/>
                  </a:lnTo>
                  <a:lnTo>
                    <a:pt x="1394968" y="83934"/>
                  </a:lnTo>
                  <a:lnTo>
                    <a:pt x="1401229" y="83934"/>
                  </a:lnTo>
                  <a:lnTo>
                    <a:pt x="1404378" y="82677"/>
                  </a:lnTo>
                  <a:lnTo>
                    <a:pt x="1406563" y="80492"/>
                  </a:lnTo>
                  <a:lnTo>
                    <a:pt x="1408455" y="78320"/>
                  </a:lnTo>
                  <a:lnTo>
                    <a:pt x="1409661" y="75158"/>
                  </a:lnTo>
                  <a:lnTo>
                    <a:pt x="1409661" y="68910"/>
                  </a:lnTo>
                  <a:close/>
                </a:path>
                <a:path w="1488440" h="1986914">
                  <a:moveTo>
                    <a:pt x="1440992" y="131508"/>
                  </a:moveTo>
                  <a:lnTo>
                    <a:pt x="1439722" y="128689"/>
                  </a:lnTo>
                  <a:lnTo>
                    <a:pt x="1437551" y="126517"/>
                  </a:lnTo>
                  <a:lnTo>
                    <a:pt x="1433753" y="122440"/>
                  </a:lnTo>
                  <a:lnTo>
                    <a:pt x="1425613" y="122097"/>
                  </a:lnTo>
                  <a:lnTo>
                    <a:pt x="1420901" y="126517"/>
                  </a:lnTo>
                  <a:lnTo>
                    <a:pt x="1418780" y="128689"/>
                  </a:lnTo>
                  <a:lnTo>
                    <a:pt x="1417523" y="131508"/>
                  </a:lnTo>
                  <a:lnTo>
                    <a:pt x="1417523" y="138099"/>
                  </a:lnTo>
                  <a:lnTo>
                    <a:pt x="1418780" y="140919"/>
                  </a:lnTo>
                  <a:lnTo>
                    <a:pt x="1420901" y="143090"/>
                  </a:lnTo>
                  <a:lnTo>
                    <a:pt x="1423149" y="145275"/>
                  </a:lnTo>
                  <a:lnTo>
                    <a:pt x="1426235" y="146532"/>
                  </a:lnTo>
                  <a:lnTo>
                    <a:pt x="1432496" y="146532"/>
                  </a:lnTo>
                  <a:lnTo>
                    <a:pt x="1435646" y="145275"/>
                  </a:lnTo>
                  <a:lnTo>
                    <a:pt x="1437830" y="143090"/>
                  </a:lnTo>
                  <a:lnTo>
                    <a:pt x="1439722" y="140919"/>
                  </a:lnTo>
                  <a:lnTo>
                    <a:pt x="1440992" y="138099"/>
                  </a:lnTo>
                  <a:lnTo>
                    <a:pt x="1440992" y="131508"/>
                  </a:lnTo>
                  <a:close/>
                </a:path>
                <a:path w="1488440" h="1986914">
                  <a:moveTo>
                    <a:pt x="1487919" y="69189"/>
                  </a:moveTo>
                  <a:lnTo>
                    <a:pt x="1486662" y="66090"/>
                  </a:lnTo>
                  <a:lnTo>
                    <a:pt x="1484477" y="63919"/>
                  </a:lnTo>
                  <a:lnTo>
                    <a:pt x="1480693" y="59893"/>
                  </a:lnTo>
                  <a:lnTo>
                    <a:pt x="1472260" y="59550"/>
                  </a:lnTo>
                  <a:lnTo>
                    <a:pt x="1467904" y="63919"/>
                  </a:lnTo>
                  <a:lnTo>
                    <a:pt x="1465719" y="66090"/>
                  </a:lnTo>
                  <a:lnTo>
                    <a:pt x="1464449" y="68910"/>
                  </a:lnTo>
                  <a:lnTo>
                    <a:pt x="1464449" y="75501"/>
                  </a:lnTo>
                  <a:lnTo>
                    <a:pt x="1465999" y="78663"/>
                  </a:lnTo>
                  <a:lnTo>
                    <a:pt x="1468183" y="80492"/>
                  </a:lnTo>
                  <a:lnTo>
                    <a:pt x="1470075" y="82677"/>
                  </a:lnTo>
                  <a:lnTo>
                    <a:pt x="1473174" y="83934"/>
                  </a:lnTo>
                  <a:lnTo>
                    <a:pt x="1479435" y="83934"/>
                  </a:lnTo>
                  <a:lnTo>
                    <a:pt x="1482585" y="82677"/>
                  </a:lnTo>
                  <a:lnTo>
                    <a:pt x="1484769" y="80213"/>
                  </a:lnTo>
                  <a:lnTo>
                    <a:pt x="1486662" y="78663"/>
                  </a:lnTo>
                  <a:lnTo>
                    <a:pt x="1487919" y="75501"/>
                  </a:lnTo>
                  <a:lnTo>
                    <a:pt x="1487919" y="69189"/>
                  </a:lnTo>
                  <a:close/>
                </a:path>
              </a:pathLst>
            </a:custGeom>
            <a:solidFill>
              <a:srgbClr val="F5BD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48322" y="3611054"/>
              <a:ext cx="1056640" cy="1858010"/>
            </a:xfrm>
            <a:custGeom>
              <a:avLst/>
              <a:gdLst/>
              <a:ahLst/>
              <a:cxnLst/>
              <a:rect l="l" t="t" r="r" b="b"/>
              <a:pathLst>
                <a:path w="1056640" h="1858010">
                  <a:moveTo>
                    <a:pt x="23456" y="330200"/>
                  </a:moveTo>
                  <a:lnTo>
                    <a:pt x="22199" y="327393"/>
                  </a:lnTo>
                  <a:lnTo>
                    <a:pt x="20015" y="325208"/>
                  </a:lnTo>
                  <a:lnTo>
                    <a:pt x="15659" y="320789"/>
                  </a:lnTo>
                  <a:lnTo>
                    <a:pt x="7797" y="320789"/>
                  </a:lnTo>
                  <a:lnTo>
                    <a:pt x="1257" y="327393"/>
                  </a:lnTo>
                  <a:lnTo>
                    <a:pt x="0" y="330492"/>
                  </a:lnTo>
                  <a:lnTo>
                    <a:pt x="0" y="336461"/>
                  </a:lnTo>
                  <a:lnTo>
                    <a:pt x="1257" y="339610"/>
                  </a:lnTo>
                  <a:lnTo>
                    <a:pt x="5562" y="343979"/>
                  </a:lnTo>
                  <a:lnTo>
                    <a:pt x="8712" y="345236"/>
                  </a:lnTo>
                  <a:lnTo>
                    <a:pt x="14973" y="345236"/>
                  </a:lnTo>
                  <a:lnTo>
                    <a:pt x="17780" y="343979"/>
                  </a:lnTo>
                  <a:lnTo>
                    <a:pt x="22199" y="339610"/>
                  </a:lnTo>
                  <a:lnTo>
                    <a:pt x="23456" y="336461"/>
                  </a:lnTo>
                  <a:lnTo>
                    <a:pt x="23456" y="330200"/>
                  </a:lnTo>
                  <a:close/>
                </a:path>
                <a:path w="1056640" h="1858010">
                  <a:moveTo>
                    <a:pt x="23456" y="181533"/>
                  </a:moveTo>
                  <a:lnTo>
                    <a:pt x="22199" y="178727"/>
                  </a:lnTo>
                  <a:lnTo>
                    <a:pt x="20015" y="176542"/>
                  </a:lnTo>
                  <a:lnTo>
                    <a:pt x="15938" y="172123"/>
                  </a:lnTo>
                  <a:lnTo>
                    <a:pt x="7797" y="172123"/>
                  </a:lnTo>
                  <a:lnTo>
                    <a:pt x="1257" y="178727"/>
                  </a:lnTo>
                  <a:lnTo>
                    <a:pt x="0" y="181533"/>
                  </a:lnTo>
                  <a:lnTo>
                    <a:pt x="0" y="187794"/>
                  </a:lnTo>
                  <a:lnTo>
                    <a:pt x="1257" y="190944"/>
                  </a:lnTo>
                  <a:lnTo>
                    <a:pt x="5562" y="195313"/>
                  </a:lnTo>
                  <a:lnTo>
                    <a:pt x="8712" y="196570"/>
                  </a:lnTo>
                  <a:lnTo>
                    <a:pt x="14973" y="196570"/>
                  </a:lnTo>
                  <a:lnTo>
                    <a:pt x="17780" y="195313"/>
                  </a:lnTo>
                  <a:lnTo>
                    <a:pt x="22199" y="190944"/>
                  </a:lnTo>
                  <a:lnTo>
                    <a:pt x="23456" y="188137"/>
                  </a:lnTo>
                  <a:lnTo>
                    <a:pt x="23456" y="181533"/>
                  </a:lnTo>
                  <a:close/>
                </a:path>
                <a:path w="1056640" h="1858010">
                  <a:moveTo>
                    <a:pt x="39065" y="400608"/>
                  </a:moveTo>
                  <a:lnTo>
                    <a:pt x="37807" y="397510"/>
                  </a:lnTo>
                  <a:lnTo>
                    <a:pt x="35623" y="395617"/>
                  </a:lnTo>
                  <a:lnTo>
                    <a:pt x="31267" y="391248"/>
                  </a:lnTo>
                  <a:lnTo>
                    <a:pt x="23456" y="391248"/>
                  </a:lnTo>
                  <a:lnTo>
                    <a:pt x="19037" y="395617"/>
                  </a:lnTo>
                  <a:lnTo>
                    <a:pt x="16865" y="397510"/>
                  </a:lnTo>
                  <a:lnTo>
                    <a:pt x="15659" y="400608"/>
                  </a:lnTo>
                  <a:lnTo>
                    <a:pt x="15659" y="404050"/>
                  </a:lnTo>
                  <a:lnTo>
                    <a:pt x="15659" y="407200"/>
                  </a:lnTo>
                  <a:lnTo>
                    <a:pt x="16865" y="410298"/>
                  </a:lnTo>
                  <a:lnTo>
                    <a:pt x="19392" y="412203"/>
                  </a:lnTo>
                  <a:lnTo>
                    <a:pt x="21221" y="414375"/>
                  </a:lnTo>
                  <a:lnTo>
                    <a:pt x="24384" y="415645"/>
                  </a:lnTo>
                  <a:lnTo>
                    <a:pt x="30632" y="415645"/>
                  </a:lnTo>
                  <a:lnTo>
                    <a:pt x="33439" y="414375"/>
                  </a:lnTo>
                  <a:lnTo>
                    <a:pt x="35623" y="412203"/>
                  </a:lnTo>
                  <a:lnTo>
                    <a:pt x="37807" y="410362"/>
                  </a:lnTo>
                  <a:lnTo>
                    <a:pt x="39065" y="407200"/>
                  </a:lnTo>
                  <a:lnTo>
                    <a:pt x="39065" y="400608"/>
                  </a:lnTo>
                  <a:close/>
                </a:path>
                <a:path w="1056640" h="1858010">
                  <a:moveTo>
                    <a:pt x="39065" y="259803"/>
                  </a:moveTo>
                  <a:lnTo>
                    <a:pt x="37807" y="256997"/>
                  </a:lnTo>
                  <a:lnTo>
                    <a:pt x="35623" y="254749"/>
                  </a:lnTo>
                  <a:lnTo>
                    <a:pt x="31267" y="250393"/>
                  </a:lnTo>
                  <a:lnTo>
                    <a:pt x="23456" y="250393"/>
                  </a:lnTo>
                  <a:lnTo>
                    <a:pt x="19037" y="254749"/>
                  </a:lnTo>
                  <a:lnTo>
                    <a:pt x="16865" y="256997"/>
                  </a:lnTo>
                  <a:lnTo>
                    <a:pt x="15659" y="260083"/>
                  </a:lnTo>
                  <a:lnTo>
                    <a:pt x="15659" y="263245"/>
                  </a:lnTo>
                  <a:lnTo>
                    <a:pt x="15659" y="266395"/>
                  </a:lnTo>
                  <a:lnTo>
                    <a:pt x="16865" y="269214"/>
                  </a:lnTo>
                  <a:lnTo>
                    <a:pt x="21221" y="273570"/>
                  </a:lnTo>
                  <a:lnTo>
                    <a:pt x="24384" y="274840"/>
                  </a:lnTo>
                  <a:lnTo>
                    <a:pt x="30632" y="274840"/>
                  </a:lnTo>
                  <a:lnTo>
                    <a:pt x="33439" y="273570"/>
                  </a:lnTo>
                  <a:lnTo>
                    <a:pt x="37807" y="269214"/>
                  </a:lnTo>
                  <a:lnTo>
                    <a:pt x="39065" y="266395"/>
                  </a:lnTo>
                  <a:lnTo>
                    <a:pt x="39065" y="259803"/>
                  </a:lnTo>
                  <a:close/>
                </a:path>
                <a:path w="1056640" h="1858010">
                  <a:moveTo>
                    <a:pt x="54737" y="463499"/>
                  </a:moveTo>
                  <a:lnTo>
                    <a:pt x="53759" y="460679"/>
                  </a:lnTo>
                  <a:lnTo>
                    <a:pt x="51638" y="458216"/>
                  </a:lnTo>
                  <a:lnTo>
                    <a:pt x="46926" y="453504"/>
                  </a:lnTo>
                  <a:lnTo>
                    <a:pt x="39128" y="453796"/>
                  </a:lnTo>
                  <a:lnTo>
                    <a:pt x="32524" y="460400"/>
                  </a:lnTo>
                  <a:lnTo>
                    <a:pt x="31267" y="463499"/>
                  </a:lnTo>
                  <a:lnTo>
                    <a:pt x="31267" y="466648"/>
                  </a:lnTo>
                  <a:lnTo>
                    <a:pt x="31267" y="469455"/>
                  </a:lnTo>
                  <a:lnTo>
                    <a:pt x="32524" y="472617"/>
                  </a:lnTo>
                  <a:lnTo>
                    <a:pt x="36893" y="476973"/>
                  </a:lnTo>
                  <a:lnTo>
                    <a:pt x="40043" y="478243"/>
                  </a:lnTo>
                  <a:lnTo>
                    <a:pt x="46291" y="478243"/>
                  </a:lnTo>
                  <a:lnTo>
                    <a:pt x="49110" y="476973"/>
                  </a:lnTo>
                  <a:lnTo>
                    <a:pt x="53530" y="472617"/>
                  </a:lnTo>
                  <a:lnTo>
                    <a:pt x="54737" y="469455"/>
                  </a:lnTo>
                  <a:lnTo>
                    <a:pt x="54737" y="463499"/>
                  </a:lnTo>
                  <a:close/>
                </a:path>
                <a:path w="1056640" h="1858010">
                  <a:moveTo>
                    <a:pt x="86055" y="729208"/>
                  </a:moveTo>
                  <a:lnTo>
                    <a:pt x="84797" y="726401"/>
                  </a:lnTo>
                  <a:lnTo>
                    <a:pt x="82613" y="724217"/>
                  </a:lnTo>
                  <a:lnTo>
                    <a:pt x="78193" y="719861"/>
                  </a:lnTo>
                  <a:lnTo>
                    <a:pt x="70396" y="719861"/>
                  </a:lnTo>
                  <a:lnTo>
                    <a:pt x="63792" y="726401"/>
                  </a:lnTo>
                  <a:lnTo>
                    <a:pt x="62534" y="729500"/>
                  </a:lnTo>
                  <a:lnTo>
                    <a:pt x="62534" y="735812"/>
                  </a:lnTo>
                  <a:lnTo>
                    <a:pt x="63792" y="738619"/>
                  </a:lnTo>
                  <a:lnTo>
                    <a:pt x="66319" y="740803"/>
                  </a:lnTo>
                  <a:lnTo>
                    <a:pt x="68211" y="742975"/>
                  </a:lnTo>
                  <a:lnTo>
                    <a:pt x="71310" y="744245"/>
                  </a:lnTo>
                  <a:lnTo>
                    <a:pt x="77571" y="744245"/>
                  </a:lnTo>
                  <a:lnTo>
                    <a:pt x="80378" y="742975"/>
                  </a:lnTo>
                  <a:lnTo>
                    <a:pt x="84797" y="738619"/>
                  </a:lnTo>
                  <a:lnTo>
                    <a:pt x="86055" y="735812"/>
                  </a:lnTo>
                  <a:lnTo>
                    <a:pt x="86055" y="729208"/>
                  </a:lnTo>
                  <a:close/>
                </a:path>
                <a:path w="1056640" h="1858010">
                  <a:moveTo>
                    <a:pt x="86055" y="541413"/>
                  </a:moveTo>
                  <a:lnTo>
                    <a:pt x="84797" y="538314"/>
                  </a:lnTo>
                  <a:lnTo>
                    <a:pt x="82613" y="536422"/>
                  </a:lnTo>
                  <a:lnTo>
                    <a:pt x="78549" y="532053"/>
                  </a:lnTo>
                  <a:lnTo>
                    <a:pt x="70396" y="532053"/>
                  </a:lnTo>
                  <a:lnTo>
                    <a:pt x="63792" y="538594"/>
                  </a:lnTo>
                  <a:lnTo>
                    <a:pt x="62534" y="541413"/>
                  </a:lnTo>
                  <a:lnTo>
                    <a:pt x="62534" y="548068"/>
                  </a:lnTo>
                  <a:lnTo>
                    <a:pt x="63792" y="551167"/>
                  </a:lnTo>
                  <a:lnTo>
                    <a:pt x="66319" y="553008"/>
                  </a:lnTo>
                  <a:lnTo>
                    <a:pt x="68211" y="555180"/>
                  </a:lnTo>
                  <a:lnTo>
                    <a:pt x="71310" y="556501"/>
                  </a:lnTo>
                  <a:lnTo>
                    <a:pt x="77571" y="556501"/>
                  </a:lnTo>
                  <a:lnTo>
                    <a:pt x="80378" y="555180"/>
                  </a:lnTo>
                  <a:lnTo>
                    <a:pt x="82613" y="553008"/>
                  </a:lnTo>
                  <a:lnTo>
                    <a:pt x="84797" y="551167"/>
                  </a:lnTo>
                  <a:lnTo>
                    <a:pt x="86055" y="548068"/>
                  </a:lnTo>
                  <a:lnTo>
                    <a:pt x="86055" y="541413"/>
                  </a:lnTo>
                  <a:close/>
                </a:path>
                <a:path w="1056640" h="1858010">
                  <a:moveTo>
                    <a:pt x="117335" y="1066990"/>
                  </a:moveTo>
                  <a:lnTo>
                    <a:pt x="116065" y="1064183"/>
                  </a:lnTo>
                  <a:lnTo>
                    <a:pt x="113893" y="1061999"/>
                  </a:lnTo>
                  <a:lnTo>
                    <a:pt x="109816" y="1057579"/>
                  </a:lnTo>
                  <a:lnTo>
                    <a:pt x="101727" y="1057579"/>
                  </a:lnTo>
                  <a:lnTo>
                    <a:pt x="97243" y="1061999"/>
                  </a:lnTo>
                  <a:lnTo>
                    <a:pt x="95123" y="1064183"/>
                  </a:lnTo>
                  <a:lnTo>
                    <a:pt x="93865" y="1066990"/>
                  </a:lnTo>
                  <a:lnTo>
                    <a:pt x="93865" y="1073594"/>
                  </a:lnTo>
                  <a:lnTo>
                    <a:pt x="95123" y="1076744"/>
                  </a:lnTo>
                  <a:lnTo>
                    <a:pt x="97650" y="1078585"/>
                  </a:lnTo>
                  <a:lnTo>
                    <a:pt x="99491" y="1080757"/>
                  </a:lnTo>
                  <a:lnTo>
                    <a:pt x="102641" y="1082027"/>
                  </a:lnTo>
                  <a:lnTo>
                    <a:pt x="108902" y="1082027"/>
                  </a:lnTo>
                  <a:lnTo>
                    <a:pt x="111709" y="1080757"/>
                  </a:lnTo>
                  <a:lnTo>
                    <a:pt x="116065" y="1076401"/>
                  </a:lnTo>
                  <a:lnTo>
                    <a:pt x="117335" y="1073251"/>
                  </a:lnTo>
                  <a:lnTo>
                    <a:pt x="117335" y="1066990"/>
                  </a:lnTo>
                  <a:close/>
                </a:path>
                <a:path w="1056640" h="1858010">
                  <a:moveTo>
                    <a:pt x="117335" y="338289"/>
                  </a:moveTo>
                  <a:lnTo>
                    <a:pt x="116065" y="335191"/>
                  </a:lnTo>
                  <a:lnTo>
                    <a:pt x="114173" y="333019"/>
                  </a:lnTo>
                  <a:lnTo>
                    <a:pt x="109181" y="328650"/>
                  </a:lnTo>
                  <a:lnTo>
                    <a:pt x="102006" y="328650"/>
                  </a:lnTo>
                  <a:lnTo>
                    <a:pt x="97650" y="333019"/>
                  </a:lnTo>
                  <a:lnTo>
                    <a:pt x="95123" y="335191"/>
                  </a:lnTo>
                  <a:lnTo>
                    <a:pt x="93865" y="338353"/>
                  </a:lnTo>
                  <a:lnTo>
                    <a:pt x="93865" y="344258"/>
                  </a:lnTo>
                  <a:lnTo>
                    <a:pt x="95123" y="347421"/>
                  </a:lnTo>
                  <a:lnTo>
                    <a:pt x="99491" y="351777"/>
                  </a:lnTo>
                  <a:lnTo>
                    <a:pt x="102641" y="353047"/>
                  </a:lnTo>
                  <a:lnTo>
                    <a:pt x="108902" y="353047"/>
                  </a:lnTo>
                  <a:lnTo>
                    <a:pt x="111709" y="351777"/>
                  </a:lnTo>
                  <a:lnTo>
                    <a:pt x="116065" y="347421"/>
                  </a:lnTo>
                  <a:lnTo>
                    <a:pt x="117335" y="344258"/>
                  </a:lnTo>
                  <a:lnTo>
                    <a:pt x="117335" y="338289"/>
                  </a:lnTo>
                  <a:close/>
                </a:path>
                <a:path w="1056640" h="1858010">
                  <a:moveTo>
                    <a:pt x="117335" y="291363"/>
                  </a:moveTo>
                  <a:lnTo>
                    <a:pt x="116065" y="288264"/>
                  </a:lnTo>
                  <a:lnTo>
                    <a:pt x="114173" y="286080"/>
                  </a:lnTo>
                  <a:lnTo>
                    <a:pt x="109524" y="281724"/>
                  </a:lnTo>
                  <a:lnTo>
                    <a:pt x="101727" y="281724"/>
                  </a:lnTo>
                  <a:lnTo>
                    <a:pt x="95123" y="288264"/>
                  </a:lnTo>
                  <a:lnTo>
                    <a:pt x="93865" y="291363"/>
                  </a:lnTo>
                  <a:lnTo>
                    <a:pt x="93865" y="297332"/>
                  </a:lnTo>
                  <a:lnTo>
                    <a:pt x="95123" y="300482"/>
                  </a:lnTo>
                  <a:lnTo>
                    <a:pt x="99491" y="304838"/>
                  </a:lnTo>
                  <a:lnTo>
                    <a:pt x="102641" y="306108"/>
                  </a:lnTo>
                  <a:lnTo>
                    <a:pt x="108902" y="306108"/>
                  </a:lnTo>
                  <a:lnTo>
                    <a:pt x="111709" y="304838"/>
                  </a:lnTo>
                  <a:lnTo>
                    <a:pt x="116065" y="300482"/>
                  </a:lnTo>
                  <a:lnTo>
                    <a:pt x="117335" y="297332"/>
                  </a:lnTo>
                  <a:lnTo>
                    <a:pt x="117335" y="291363"/>
                  </a:lnTo>
                  <a:close/>
                </a:path>
                <a:path w="1056640" h="1858010">
                  <a:moveTo>
                    <a:pt x="125196" y="785723"/>
                  </a:moveTo>
                  <a:lnTo>
                    <a:pt x="124853" y="784174"/>
                  </a:lnTo>
                  <a:lnTo>
                    <a:pt x="123698" y="781304"/>
                  </a:lnTo>
                  <a:lnTo>
                    <a:pt x="122834" y="780046"/>
                  </a:lnTo>
                  <a:lnTo>
                    <a:pt x="121691" y="778954"/>
                  </a:lnTo>
                  <a:lnTo>
                    <a:pt x="117335" y="774598"/>
                  </a:lnTo>
                  <a:lnTo>
                    <a:pt x="109524" y="774598"/>
                  </a:lnTo>
                  <a:lnTo>
                    <a:pt x="105105" y="778954"/>
                  </a:lnTo>
                  <a:lnTo>
                    <a:pt x="102933" y="781189"/>
                  </a:lnTo>
                  <a:lnTo>
                    <a:pt x="101727" y="784288"/>
                  </a:lnTo>
                  <a:lnTo>
                    <a:pt x="101727" y="788936"/>
                  </a:lnTo>
                  <a:lnTo>
                    <a:pt x="110451" y="799033"/>
                  </a:lnTo>
                  <a:lnTo>
                    <a:pt x="116408" y="799033"/>
                  </a:lnTo>
                  <a:lnTo>
                    <a:pt x="125196" y="789051"/>
                  </a:lnTo>
                  <a:lnTo>
                    <a:pt x="125196" y="785723"/>
                  </a:lnTo>
                  <a:close/>
                </a:path>
                <a:path w="1056640" h="1858010">
                  <a:moveTo>
                    <a:pt x="132943" y="682269"/>
                  </a:moveTo>
                  <a:lnTo>
                    <a:pt x="131737" y="679170"/>
                  </a:lnTo>
                  <a:lnTo>
                    <a:pt x="129489" y="677278"/>
                  </a:lnTo>
                  <a:lnTo>
                    <a:pt x="125133" y="672858"/>
                  </a:lnTo>
                  <a:lnTo>
                    <a:pt x="117335" y="672858"/>
                  </a:lnTo>
                  <a:lnTo>
                    <a:pt x="112915" y="677278"/>
                  </a:lnTo>
                  <a:lnTo>
                    <a:pt x="110731" y="679170"/>
                  </a:lnTo>
                  <a:lnTo>
                    <a:pt x="109474" y="682269"/>
                  </a:lnTo>
                  <a:lnTo>
                    <a:pt x="109474" y="688873"/>
                  </a:lnTo>
                  <a:lnTo>
                    <a:pt x="110731" y="691972"/>
                  </a:lnTo>
                  <a:lnTo>
                    <a:pt x="113258" y="693864"/>
                  </a:lnTo>
                  <a:lnTo>
                    <a:pt x="115150" y="696048"/>
                  </a:lnTo>
                  <a:lnTo>
                    <a:pt x="118249" y="697306"/>
                  </a:lnTo>
                  <a:lnTo>
                    <a:pt x="121399" y="697306"/>
                  </a:lnTo>
                  <a:lnTo>
                    <a:pt x="124498" y="697306"/>
                  </a:lnTo>
                  <a:lnTo>
                    <a:pt x="127317" y="696048"/>
                  </a:lnTo>
                  <a:lnTo>
                    <a:pt x="129489" y="693864"/>
                  </a:lnTo>
                  <a:lnTo>
                    <a:pt x="131737" y="691972"/>
                  </a:lnTo>
                  <a:lnTo>
                    <a:pt x="132943" y="688873"/>
                  </a:lnTo>
                  <a:lnTo>
                    <a:pt x="132943" y="682269"/>
                  </a:lnTo>
                  <a:close/>
                </a:path>
                <a:path w="1056640" h="1858010">
                  <a:moveTo>
                    <a:pt x="132994" y="1004392"/>
                  </a:moveTo>
                  <a:lnTo>
                    <a:pt x="131737" y="1001585"/>
                  </a:lnTo>
                  <a:lnTo>
                    <a:pt x="125196" y="995045"/>
                  </a:lnTo>
                  <a:lnTo>
                    <a:pt x="117335" y="995045"/>
                  </a:lnTo>
                  <a:lnTo>
                    <a:pt x="110794" y="1001585"/>
                  </a:lnTo>
                  <a:lnTo>
                    <a:pt x="109524" y="1004392"/>
                  </a:lnTo>
                  <a:lnTo>
                    <a:pt x="109524" y="1010996"/>
                  </a:lnTo>
                  <a:lnTo>
                    <a:pt x="110794" y="1013802"/>
                  </a:lnTo>
                  <a:lnTo>
                    <a:pt x="115150" y="1018159"/>
                  </a:lnTo>
                  <a:lnTo>
                    <a:pt x="118249" y="1019429"/>
                  </a:lnTo>
                  <a:lnTo>
                    <a:pt x="121399" y="1019429"/>
                  </a:lnTo>
                  <a:lnTo>
                    <a:pt x="124498" y="1019429"/>
                  </a:lnTo>
                  <a:lnTo>
                    <a:pt x="127317" y="1018159"/>
                  </a:lnTo>
                  <a:lnTo>
                    <a:pt x="131737" y="1013802"/>
                  </a:lnTo>
                  <a:lnTo>
                    <a:pt x="132994" y="1010996"/>
                  </a:lnTo>
                  <a:lnTo>
                    <a:pt x="132994" y="1004392"/>
                  </a:lnTo>
                  <a:close/>
                </a:path>
                <a:path w="1056640" h="1858010">
                  <a:moveTo>
                    <a:pt x="132994" y="431876"/>
                  </a:moveTo>
                  <a:lnTo>
                    <a:pt x="131737" y="429069"/>
                  </a:lnTo>
                  <a:lnTo>
                    <a:pt x="125196" y="422529"/>
                  </a:lnTo>
                  <a:lnTo>
                    <a:pt x="117335" y="422529"/>
                  </a:lnTo>
                  <a:lnTo>
                    <a:pt x="110794" y="429069"/>
                  </a:lnTo>
                  <a:lnTo>
                    <a:pt x="109524" y="431876"/>
                  </a:lnTo>
                  <a:lnTo>
                    <a:pt x="109524" y="438531"/>
                  </a:lnTo>
                  <a:lnTo>
                    <a:pt x="110794" y="441350"/>
                  </a:lnTo>
                  <a:lnTo>
                    <a:pt x="115150" y="445643"/>
                  </a:lnTo>
                  <a:lnTo>
                    <a:pt x="118249" y="446963"/>
                  </a:lnTo>
                  <a:lnTo>
                    <a:pt x="121399" y="446963"/>
                  </a:lnTo>
                  <a:lnTo>
                    <a:pt x="124498" y="446963"/>
                  </a:lnTo>
                  <a:lnTo>
                    <a:pt x="127317" y="445706"/>
                  </a:lnTo>
                  <a:lnTo>
                    <a:pt x="131737" y="441286"/>
                  </a:lnTo>
                  <a:lnTo>
                    <a:pt x="132994" y="438531"/>
                  </a:lnTo>
                  <a:lnTo>
                    <a:pt x="132994" y="431876"/>
                  </a:lnTo>
                  <a:close/>
                </a:path>
                <a:path w="1056640" h="1858010">
                  <a:moveTo>
                    <a:pt x="164261" y="1145260"/>
                  </a:moveTo>
                  <a:lnTo>
                    <a:pt x="163055" y="1142098"/>
                  </a:lnTo>
                  <a:lnTo>
                    <a:pt x="160820" y="1140206"/>
                  </a:lnTo>
                  <a:lnTo>
                    <a:pt x="156464" y="1135849"/>
                  </a:lnTo>
                  <a:lnTo>
                    <a:pt x="148653" y="1135849"/>
                  </a:lnTo>
                  <a:lnTo>
                    <a:pt x="144246" y="1140206"/>
                  </a:lnTo>
                  <a:lnTo>
                    <a:pt x="142062" y="1142441"/>
                  </a:lnTo>
                  <a:lnTo>
                    <a:pt x="140804" y="1145260"/>
                  </a:lnTo>
                  <a:lnTo>
                    <a:pt x="140804" y="1151851"/>
                  </a:lnTo>
                  <a:lnTo>
                    <a:pt x="142062" y="1154950"/>
                  </a:lnTo>
                  <a:lnTo>
                    <a:pt x="144526" y="1156792"/>
                  </a:lnTo>
                  <a:lnTo>
                    <a:pt x="146418" y="1159027"/>
                  </a:lnTo>
                  <a:lnTo>
                    <a:pt x="149580" y="1160284"/>
                  </a:lnTo>
                  <a:lnTo>
                    <a:pt x="155829" y="1160284"/>
                  </a:lnTo>
                  <a:lnTo>
                    <a:pt x="158648" y="1159027"/>
                  </a:lnTo>
                  <a:lnTo>
                    <a:pt x="160820" y="1156792"/>
                  </a:lnTo>
                  <a:lnTo>
                    <a:pt x="163055" y="1154950"/>
                  </a:lnTo>
                  <a:lnTo>
                    <a:pt x="164261" y="1151851"/>
                  </a:lnTo>
                  <a:lnTo>
                    <a:pt x="164261" y="1145260"/>
                  </a:lnTo>
                  <a:close/>
                </a:path>
                <a:path w="1056640" h="1858010">
                  <a:moveTo>
                    <a:pt x="164261" y="525805"/>
                  </a:moveTo>
                  <a:lnTo>
                    <a:pt x="163055" y="522998"/>
                  </a:lnTo>
                  <a:lnTo>
                    <a:pt x="160820" y="520750"/>
                  </a:lnTo>
                  <a:lnTo>
                    <a:pt x="156743" y="516394"/>
                  </a:lnTo>
                  <a:lnTo>
                    <a:pt x="148653" y="516394"/>
                  </a:lnTo>
                  <a:lnTo>
                    <a:pt x="144246" y="520750"/>
                  </a:lnTo>
                  <a:lnTo>
                    <a:pt x="142062" y="522998"/>
                  </a:lnTo>
                  <a:lnTo>
                    <a:pt x="140804" y="525805"/>
                  </a:lnTo>
                  <a:lnTo>
                    <a:pt x="140804" y="532409"/>
                  </a:lnTo>
                  <a:lnTo>
                    <a:pt x="142062" y="535216"/>
                  </a:lnTo>
                  <a:lnTo>
                    <a:pt x="144526" y="537400"/>
                  </a:lnTo>
                  <a:lnTo>
                    <a:pt x="146418" y="539572"/>
                  </a:lnTo>
                  <a:lnTo>
                    <a:pt x="149580" y="540842"/>
                  </a:lnTo>
                  <a:lnTo>
                    <a:pt x="155829" y="540842"/>
                  </a:lnTo>
                  <a:lnTo>
                    <a:pt x="158648" y="539572"/>
                  </a:lnTo>
                  <a:lnTo>
                    <a:pt x="160820" y="537400"/>
                  </a:lnTo>
                  <a:lnTo>
                    <a:pt x="163055" y="535508"/>
                  </a:lnTo>
                  <a:lnTo>
                    <a:pt x="164261" y="532409"/>
                  </a:lnTo>
                  <a:lnTo>
                    <a:pt x="164261" y="525805"/>
                  </a:lnTo>
                  <a:close/>
                </a:path>
                <a:path w="1056640" h="1858010">
                  <a:moveTo>
                    <a:pt x="179933" y="832599"/>
                  </a:moveTo>
                  <a:lnTo>
                    <a:pt x="178663" y="829449"/>
                  </a:lnTo>
                  <a:lnTo>
                    <a:pt x="176491" y="827265"/>
                  </a:lnTo>
                  <a:lnTo>
                    <a:pt x="172694" y="823252"/>
                  </a:lnTo>
                  <a:lnTo>
                    <a:pt x="164604" y="822909"/>
                  </a:lnTo>
                  <a:lnTo>
                    <a:pt x="159905" y="827265"/>
                  </a:lnTo>
                  <a:lnTo>
                    <a:pt x="157721" y="829449"/>
                  </a:lnTo>
                  <a:lnTo>
                    <a:pt x="156464" y="832599"/>
                  </a:lnTo>
                  <a:lnTo>
                    <a:pt x="156464" y="838517"/>
                  </a:lnTo>
                  <a:lnTo>
                    <a:pt x="157721" y="841667"/>
                  </a:lnTo>
                  <a:lnTo>
                    <a:pt x="159905" y="843851"/>
                  </a:lnTo>
                  <a:lnTo>
                    <a:pt x="162090" y="846035"/>
                  </a:lnTo>
                  <a:lnTo>
                    <a:pt x="165188" y="847293"/>
                  </a:lnTo>
                  <a:lnTo>
                    <a:pt x="171500" y="847293"/>
                  </a:lnTo>
                  <a:lnTo>
                    <a:pt x="174650" y="846035"/>
                  </a:lnTo>
                  <a:lnTo>
                    <a:pt x="176771" y="843851"/>
                  </a:lnTo>
                  <a:lnTo>
                    <a:pt x="178663" y="841667"/>
                  </a:lnTo>
                  <a:lnTo>
                    <a:pt x="179933" y="838517"/>
                  </a:lnTo>
                  <a:lnTo>
                    <a:pt x="179933" y="832599"/>
                  </a:lnTo>
                  <a:close/>
                </a:path>
                <a:path w="1056640" h="1858010">
                  <a:moveTo>
                    <a:pt x="195541" y="1223454"/>
                  </a:moveTo>
                  <a:lnTo>
                    <a:pt x="194335" y="1220368"/>
                  </a:lnTo>
                  <a:lnTo>
                    <a:pt x="192100" y="1218184"/>
                  </a:lnTo>
                  <a:lnTo>
                    <a:pt x="188023" y="1214450"/>
                  </a:lnTo>
                  <a:lnTo>
                    <a:pt x="179933" y="1214107"/>
                  </a:lnTo>
                  <a:lnTo>
                    <a:pt x="173329" y="1220647"/>
                  </a:lnTo>
                  <a:lnTo>
                    <a:pt x="172072" y="1223454"/>
                  </a:lnTo>
                  <a:lnTo>
                    <a:pt x="172072" y="1230058"/>
                  </a:lnTo>
                  <a:lnTo>
                    <a:pt x="173329" y="1233220"/>
                  </a:lnTo>
                  <a:lnTo>
                    <a:pt x="175856" y="1235049"/>
                  </a:lnTo>
                  <a:lnTo>
                    <a:pt x="177749" y="1237234"/>
                  </a:lnTo>
                  <a:lnTo>
                    <a:pt x="180848" y="1238491"/>
                  </a:lnTo>
                  <a:lnTo>
                    <a:pt x="184010" y="1238491"/>
                  </a:lnTo>
                  <a:lnTo>
                    <a:pt x="187096" y="1238491"/>
                  </a:lnTo>
                  <a:lnTo>
                    <a:pt x="189915" y="1237234"/>
                  </a:lnTo>
                  <a:lnTo>
                    <a:pt x="192100" y="1235049"/>
                  </a:lnTo>
                  <a:lnTo>
                    <a:pt x="194335" y="1233220"/>
                  </a:lnTo>
                  <a:lnTo>
                    <a:pt x="195541" y="1230058"/>
                  </a:lnTo>
                  <a:lnTo>
                    <a:pt x="195541" y="1223454"/>
                  </a:lnTo>
                  <a:close/>
                </a:path>
                <a:path w="1056640" h="1858010">
                  <a:moveTo>
                    <a:pt x="195592" y="776147"/>
                  </a:moveTo>
                  <a:lnTo>
                    <a:pt x="194335" y="773328"/>
                  </a:lnTo>
                  <a:lnTo>
                    <a:pt x="192151" y="771156"/>
                  </a:lnTo>
                  <a:lnTo>
                    <a:pt x="188074" y="766787"/>
                  </a:lnTo>
                  <a:lnTo>
                    <a:pt x="179933" y="766787"/>
                  </a:lnTo>
                  <a:lnTo>
                    <a:pt x="175514" y="771156"/>
                  </a:lnTo>
                  <a:lnTo>
                    <a:pt x="173393" y="773328"/>
                  </a:lnTo>
                  <a:lnTo>
                    <a:pt x="172123" y="776490"/>
                  </a:lnTo>
                  <a:lnTo>
                    <a:pt x="172123" y="782459"/>
                  </a:lnTo>
                  <a:lnTo>
                    <a:pt x="173393" y="785558"/>
                  </a:lnTo>
                  <a:lnTo>
                    <a:pt x="177749" y="789978"/>
                  </a:lnTo>
                  <a:lnTo>
                    <a:pt x="180848" y="791171"/>
                  </a:lnTo>
                  <a:lnTo>
                    <a:pt x="187096" y="791171"/>
                  </a:lnTo>
                  <a:lnTo>
                    <a:pt x="189915" y="789978"/>
                  </a:lnTo>
                  <a:lnTo>
                    <a:pt x="194335" y="785558"/>
                  </a:lnTo>
                  <a:lnTo>
                    <a:pt x="195592" y="782739"/>
                  </a:lnTo>
                  <a:lnTo>
                    <a:pt x="195592" y="776147"/>
                  </a:lnTo>
                  <a:close/>
                </a:path>
                <a:path w="1056640" h="1858010">
                  <a:moveTo>
                    <a:pt x="211201" y="1066990"/>
                  </a:moveTo>
                  <a:lnTo>
                    <a:pt x="209943" y="1064183"/>
                  </a:lnTo>
                  <a:lnTo>
                    <a:pt x="207759" y="1061948"/>
                  </a:lnTo>
                  <a:lnTo>
                    <a:pt x="203403" y="1057579"/>
                  </a:lnTo>
                  <a:lnTo>
                    <a:pt x="195592" y="1057579"/>
                  </a:lnTo>
                  <a:lnTo>
                    <a:pt x="191173" y="1061948"/>
                  </a:lnTo>
                  <a:lnTo>
                    <a:pt x="189001" y="1064183"/>
                  </a:lnTo>
                  <a:lnTo>
                    <a:pt x="187731" y="1067282"/>
                  </a:lnTo>
                  <a:lnTo>
                    <a:pt x="187731" y="1073251"/>
                  </a:lnTo>
                  <a:lnTo>
                    <a:pt x="189001" y="1076401"/>
                  </a:lnTo>
                  <a:lnTo>
                    <a:pt x="191173" y="1078585"/>
                  </a:lnTo>
                  <a:lnTo>
                    <a:pt x="193357" y="1080757"/>
                  </a:lnTo>
                  <a:lnTo>
                    <a:pt x="196507" y="1082027"/>
                  </a:lnTo>
                  <a:lnTo>
                    <a:pt x="202768" y="1082027"/>
                  </a:lnTo>
                  <a:lnTo>
                    <a:pt x="205574" y="1080757"/>
                  </a:lnTo>
                  <a:lnTo>
                    <a:pt x="209943" y="1076401"/>
                  </a:lnTo>
                  <a:lnTo>
                    <a:pt x="211201" y="1073594"/>
                  </a:lnTo>
                  <a:lnTo>
                    <a:pt x="211201" y="1066990"/>
                  </a:lnTo>
                  <a:close/>
                </a:path>
                <a:path w="1056640" h="1858010">
                  <a:moveTo>
                    <a:pt x="211201" y="635342"/>
                  </a:moveTo>
                  <a:lnTo>
                    <a:pt x="209943" y="632523"/>
                  </a:lnTo>
                  <a:lnTo>
                    <a:pt x="207759" y="630288"/>
                  </a:lnTo>
                  <a:lnTo>
                    <a:pt x="203403" y="625932"/>
                  </a:lnTo>
                  <a:lnTo>
                    <a:pt x="195592" y="625932"/>
                  </a:lnTo>
                  <a:lnTo>
                    <a:pt x="191173" y="630288"/>
                  </a:lnTo>
                  <a:lnTo>
                    <a:pt x="189001" y="632523"/>
                  </a:lnTo>
                  <a:lnTo>
                    <a:pt x="187731" y="635622"/>
                  </a:lnTo>
                  <a:lnTo>
                    <a:pt x="187731" y="641591"/>
                  </a:lnTo>
                  <a:lnTo>
                    <a:pt x="189001" y="644753"/>
                  </a:lnTo>
                  <a:lnTo>
                    <a:pt x="193357" y="649109"/>
                  </a:lnTo>
                  <a:lnTo>
                    <a:pt x="196456" y="650367"/>
                  </a:lnTo>
                  <a:lnTo>
                    <a:pt x="202768" y="650367"/>
                  </a:lnTo>
                  <a:lnTo>
                    <a:pt x="205574" y="649109"/>
                  </a:lnTo>
                  <a:lnTo>
                    <a:pt x="209943" y="644753"/>
                  </a:lnTo>
                  <a:lnTo>
                    <a:pt x="211201" y="641934"/>
                  </a:lnTo>
                  <a:lnTo>
                    <a:pt x="211201" y="635342"/>
                  </a:lnTo>
                  <a:close/>
                </a:path>
                <a:path w="1056640" h="1858010">
                  <a:moveTo>
                    <a:pt x="226860" y="1364322"/>
                  </a:moveTo>
                  <a:lnTo>
                    <a:pt x="225602" y="1361516"/>
                  </a:lnTo>
                  <a:lnTo>
                    <a:pt x="223418" y="1359268"/>
                  </a:lnTo>
                  <a:lnTo>
                    <a:pt x="219062" y="1354912"/>
                  </a:lnTo>
                  <a:lnTo>
                    <a:pt x="211264" y="1354912"/>
                  </a:lnTo>
                  <a:lnTo>
                    <a:pt x="206844" y="1359268"/>
                  </a:lnTo>
                  <a:lnTo>
                    <a:pt x="204660" y="1361516"/>
                  </a:lnTo>
                  <a:lnTo>
                    <a:pt x="203403" y="1364615"/>
                  </a:lnTo>
                  <a:lnTo>
                    <a:pt x="203403" y="1370571"/>
                  </a:lnTo>
                  <a:lnTo>
                    <a:pt x="204660" y="1373733"/>
                  </a:lnTo>
                  <a:lnTo>
                    <a:pt x="206844" y="1375918"/>
                  </a:lnTo>
                  <a:lnTo>
                    <a:pt x="209016" y="1378089"/>
                  </a:lnTo>
                  <a:lnTo>
                    <a:pt x="212178" y="1379359"/>
                  </a:lnTo>
                  <a:lnTo>
                    <a:pt x="218427" y="1379359"/>
                  </a:lnTo>
                  <a:lnTo>
                    <a:pt x="221246" y="1378089"/>
                  </a:lnTo>
                  <a:lnTo>
                    <a:pt x="225602" y="1373733"/>
                  </a:lnTo>
                  <a:lnTo>
                    <a:pt x="226860" y="1370926"/>
                  </a:lnTo>
                  <a:lnTo>
                    <a:pt x="226860" y="1364322"/>
                  </a:lnTo>
                  <a:close/>
                </a:path>
                <a:path w="1056640" h="1858010">
                  <a:moveTo>
                    <a:pt x="226860" y="941793"/>
                  </a:moveTo>
                  <a:lnTo>
                    <a:pt x="225602" y="938695"/>
                  </a:lnTo>
                  <a:lnTo>
                    <a:pt x="223418" y="936802"/>
                  </a:lnTo>
                  <a:lnTo>
                    <a:pt x="219062" y="932446"/>
                  </a:lnTo>
                  <a:lnTo>
                    <a:pt x="211264" y="932446"/>
                  </a:lnTo>
                  <a:lnTo>
                    <a:pt x="204660" y="938987"/>
                  </a:lnTo>
                  <a:lnTo>
                    <a:pt x="203403" y="941793"/>
                  </a:lnTo>
                  <a:lnTo>
                    <a:pt x="203403" y="948397"/>
                  </a:lnTo>
                  <a:lnTo>
                    <a:pt x="204660" y="951547"/>
                  </a:lnTo>
                  <a:lnTo>
                    <a:pt x="207187" y="953389"/>
                  </a:lnTo>
                  <a:lnTo>
                    <a:pt x="209016" y="955560"/>
                  </a:lnTo>
                  <a:lnTo>
                    <a:pt x="212178" y="956830"/>
                  </a:lnTo>
                  <a:lnTo>
                    <a:pt x="218427" y="956830"/>
                  </a:lnTo>
                  <a:lnTo>
                    <a:pt x="221246" y="955560"/>
                  </a:lnTo>
                  <a:lnTo>
                    <a:pt x="223418" y="953389"/>
                  </a:lnTo>
                  <a:lnTo>
                    <a:pt x="225602" y="951547"/>
                  </a:lnTo>
                  <a:lnTo>
                    <a:pt x="226860" y="948397"/>
                  </a:lnTo>
                  <a:lnTo>
                    <a:pt x="226860" y="941793"/>
                  </a:lnTo>
                  <a:close/>
                </a:path>
                <a:path w="1056640" h="1858010">
                  <a:moveTo>
                    <a:pt x="242531" y="1842909"/>
                  </a:moveTo>
                  <a:lnTo>
                    <a:pt x="241261" y="1840103"/>
                  </a:lnTo>
                  <a:lnTo>
                    <a:pt x="234721" y="1833562"/>
                  </a:lnTo>
                  <a:lnTo>
                    <a:pt x="226860" y="1833562"/>
                  </a:lnTo>
                  <a:lnTo>
                    <a:pt x="220319" y="1840103"/>
                  </a:lnTo>
                  <a:lnTo>
                    <a:pt x="219062" y="1843201"/>
                  </a:lnTo>
                  <a:lnTo>
                    <a:pt x="219062" y="1847380"/>
                  </a:lnTo>
                  <a:lnTo>
                    <a:pt x="219748" y="1849513"/>
                  </a:lnTo>
                  <a:lnTo>
                    <a:pt x="220268" y="1851342"/>
                  </a:lnTo>
                  <a:lnTo>
                    <a:pt x="221132" y="1853120"/>
                  </a:lnTo>
                  <a:lnTo>
                    <a:pt x="224688" y="1856676"/>
                  </a:lnTo>
                  <a:lnTo>
                    <a:pt x="227787" y="1857946"/>
                  </a:lnTo>
                  <a:lnTo>
                    <a:pt x="234099" y="1857946"/>
                  </a:lnTo>
                  <a:lnTo>
                    <a:pt x="236905" y="1856676"/>
                  </a:lnTo>
                  <a:lnTo>
                    <a:pt x="239090" y="1854504"/>
                  </a:lnTo>
                  <a:lnTo>
                    <a:pt x="240525" y="1853120"/>
                  </a:lnTo>
                  <a:lnTo>
                    <a:pt x="241325" y="1851406"/>
                  </a:lnTo>
                  <a:lnTo>
                    <a:pt x="242189" y="1848472"/>
                  </a:lnTo>
                  <a:lnTo>
                    <a:pt x="242531" y="1847494"/>
                  </a:lnTo>
                  <a:lnTo>
                    <a:pt x="242531" y="1846351"/>
                  </a:lnTo>
                  <a:lnTo>
                    <a:pt x="242531" y="1842909"/>
                  </a:lnTo>
                  <a:close/>
                </a:path>
                <a:path w="1056640" h="1858010">
                  <a:moveTo>
                    <a:pt x="242531" y="863879"/>
                  </a:moveTo>
                  <a:lnTo>
                    <a:pt x="241261" y="860780"/>
                  </a:lnTo>
                  <a:lnTo>
                    <a:pt x="239090" y="858532"/>
                  </a:lnTo>
                  <a:lnTo>
                    <a:pt x="234721" y="854176"/>
                  </a:lnTo>
                  <a:lnTo>
                    <a:pt x="226860" y="854176"/>
                  </a:lnTo>
                  <a:lnTo>
                    <a:pt x="222504" y="858532"/>
                  </a:lnTo>
                  <a:lnTo>
                    <a:pt x="220319" y="860780"/>
                  </a:lnTo>
                  <a:lnTo>
                    <a:pt x="219062" y="863879"/>
                  </a:lnTo>
                  <a:lnTo>
                    <a:pt x="219062" y="869835"/>
                  </a:lnTo>
                  <a:lnTo>
                    <a:pt x="220319" y="872998"/>
                  </a:lnTo>
                  <a:lnTo>
                    <a:pt x="224688" y="877354"/>
                  </a:lnTo>
                  <a:lnTo>
                    <a:pt x="227787" y="878624"/>
                  </a:lnTo>
                  <a:lnTo>
                    <a:pt x="234035" y="878624"/>
                  </a:lnTo>
                  <a:lnTo>
                    <a:pt x="236855" y="877354"/>
                  </a:lnTo>
                  <a:lnTo>
                    <a:pt x="241261" y="872998"/>
                  </a:lnTo>
                  <a:lnTo>
                    <a:pt x="242531" y="870191"/>
                  </a:lnTo>
                  <a:lnTo>
                    <a:pt x="242531" y="863879"/>
                  </a:lnTo>
                  <a:close/>
                </a:path>
                <a:path w="1056640" h="1858010">
                  <a:moveTo>
                    <a:pt x="258140" y="1192187"/>
                  </a:moveTo>
                  <a:lnTo>
                    <a:pt x="256870" y="1189380"/>
                  </a:lnTo>
                  <a:lnTo>
                    <a:pt x="254698" y="1187145"/>
                  </a:lnTo>
                  <a:lnTo>
                    <a:pt x="250329" y="1182776"/>
                  </a:lnTo>
                  <a:lnTo>
                    <a:pt x="242531" y="1182776"/>
                  </a:lnTo>
                  <a:lnTo>
                    <a:pt x="238112" y="1187145"/>
                  </a:lnTo>
                  <a:lnTo>
                    <a:pt x="235927" y="1189380"/>
                  </a:lnTo>
                  <a:lnTo>
                    <a:pt x="234721" y="1192479"/>
                  </a:lnTo>
                  <a:lnTo>
                    <a:pt x="234721" y="1195628"/>
                  </a:lnTo>
                  <a:lnTo>
                    <a:pt x="234721" y="1198448"/>
                  </a:lnTo>
                  <a:lnTo>
                    <a:pt x="235927" y="1201597"/>
                  </a:lnTo>
                  <a:lnTo>
                    <a:pt x="240296" y="1205966"/>
                  </a:lnTo>
                  <a:lnTo>
                    <a:pt x="243446" y="1207223"/>
                  </a:lnTo>
                  <a:lnTo>
                    <a:pt x="249707" y="1207223"/>
                  </a:lnTo>
                  <a:lnTo>
                    <a:pt x="252514" y="1205966"/>
                  </a:lnTo>
                  <a:lnTo>
                    <a:pt x="256870" y="1201597"/>
                  </a:lnTo>
                  <a:lnTo>
                    <a:pt x="258140" y="1198791"/>
                  </a:lnTo>
                  <a:lnTo>
                    <a:pt x="258140" y="1192187"/>
                  </a:lnTo>
                  <a:close/>
                </a:path>
                <a:path w="1056640" h="1858010">
                  <a:moveTo>
                    <a:pt x="258140" y="1129588"/>
                  </a:moveTo>
                  <a:lnTo>
                    <a:pt x="256870" y="1126490"/>
                  </a:lnTo>
                  <a:lnTo>
                    <a:pt x="254698" y="1124597"/>
                  </a:lnTo>
                  <a:lnTo>
                    <a:pt x="250329" y="1120241"/>
                  </a:lnTo>
                  <a:lnTo>
                    <a:pt x="242531" y="1120241"/>
                  </a:lnTo>
                  <a:lnTo>
                    <a:pt x="235927" y="1126782"/>
                  </a:lnTo>
                  <a:lnTo>
                    <a:pt x="234721" y="1129588"/>
                  </a:lnTo>
                  <a:lnTo>
                    <a:pt x="234721" y="1136192"/>
                  </a:lnTo>
                  <a:lnTo>
                    <a:pt x="235927" y="1139291"/>
                  </a:lnTo>
                  <a:lnTo>
                    <a:pt x="238455" y="1141183"/>
                  </a:lnTo>
                  <a:lnTo>
                    <a:pt x="240347" y="1143355"/>
                  </a:lnTo>
                  <a:lnTo>
                    <a:pt x="243446" y="1144625"/>
                  </a:lnTo>
                  <a:lnTo>
                    <a:pt x="246608" y="1144625"/>
                  </a:lnTo>
                  <a:lnTo>
                    <a:pt x="249707" y="1144625"/>
                  </a:lnTo>
                  <a:lnTo>
                    <a:pt x="252514" y="1143355"/>
                  </a:lnTo>
                  <a:lnTo>
                    <a:pt x="254698" y="1141183"/>
                  </a:lnTo>
                  <a:lnTo>
                    <a:pt x="256870" y="1139291"/>
                  </a:lnTo>
                  <a:lnTo>
                    <a:pt x="258140" y="1136192"/>
                  </a:lnTo>
                  <a:lnTo>
                    <a:pt x="258140" y="1129588"/>
                  </a:lnTo>
                  <a:close/>
                </a:path>
                <a:path w="1056640" h="1858010">
                  <a:moveTo>
                    <a:pt x="273799" y="1332992"/>
                  </a:moveTo>
                  <a:lnTo>
                    <a:pt x="272592" y="1330185"/>
                  </a:lnTo>
                  <a:lnTo>
                    <a:pt x="270357" y="1328000"/>
                  </a:lnTo>
                  <a:lnTo>
                    <a:pt x="266001" y="1323644"/>
                  </a:lnTo>
                  <a:lnTo>
                    <a:pt x="258191" y="1323644"/>
                  </a:lnTo>
                  <a:lnTo>
                    <a:pt x="251599" y="1330185"/>
                  </a:lnTo>
                  <a:lnTo>
                    <a:pt x="250329" y="1333334"/>
                  </a:lnTo>
                  <a:lnTo>
                    <a:pt x="250329" y="1339303"/>
                  </a:lnTo>
                  <a:lnTo>
                    <a:pt x="251599" y="1342402"/>
                  </a:lnTo>
                  <a:lnTo>
                    <a:pt x="255955" y="1346771"/>
                  </a:lnTo>
                  <a:lnTo>
                    <a:pt x="259105" y="1348028"/>
                  </a:lnTo>
                  <a:lnTo>
                    <a:pt x="265366" y="1348028"/>
                  </a:lnTo>
                  <a:lnTo>
                    <a:pt x="268173" y="1346771"/>
                  </a:lnTo>
                  <a:lnTo>
                    <a:pt x="272592" y="1342402"/>
                  </a:lnTo>
                  <a:lnTo>
                    <a:pt x="273799" y="1339596"/>
                  </a:lnTo>
                  <a:lnTo>
                    <a:pt x="273799" y="1332992"/>
                  </a:lnTo>
                  <a:close/>
                </a:path>
                <a:path w="1056640" h="1858010">
                  <a:moveTo>
                    <a:pt x="273799" y="729208"/>
                  </a:moveTo>
                  <a:lnTo>
                    <a:pt x="272592" y="726401"/>
                  </a:lnTo>
                  <a:lnTo>
                    <a:pt x="270357" y="724217"/>
                  </a:lnTo>
                  <a:lnTo>
                    <a:pt x="266001" y="719861"/>
                  </a:lnTo>
                  <a:lnTo>
                    <a:pt x="258191" y="719861"/>
                  </a:lnTo>
                  <a:lnTo>
                    <a:pt x="251599" y="726401"/>
                  </a:lnTo>
                  <a:lnTo>
                    <a:pt x="250329" y="729500"/>
                  </a:lnTo>
                  <a:lnTo>
                    <a:pt x="250329" y="735469"/>
                  </a:lnTo>
                  <a:lnTo>
                    <a:pt x="251599" y="738619"/>
                  </a:lnTo>
                  <a:lnTo>
                    <a:pt x="255955" y="742975"/>
                  </a:lnTo>
                  <a:lnTo>
                    <a:pt x="259105" y="744245"/>
                  </a:lnTo>
                  <a:lnTo>
                    <a:pt x="262267" y="744245"/>
                  </a:lnTo>
                  <a:lnTo>
                    <a:pt x="265366" y="744245"/>
                  </a:lnTo>
                  <a:lnTo>
                    <a:pt x="268173" y="742975"/>
                  </a:lnTo>
                  <a:lnTo>
                    <a:pt x="272592" y="738619"/>
                  </a:lnTo>
                  <a:lnTo>
                    <a:pt x="273799" y="735812"/>
                  </a:lnTo>
                  <a:lnTo>
                    <a:pt x="273799" y="729208"/>
                  </a:lnTo>
                  <a:close/>
                </a:path>
                <a:path w="1056640" h="1858010">
                  <a:moveTo>
                    <a:pt x="289458" y="1426921"/>
                  </a:moveTo>
                  <a:lnTo>
                    <a:pt x="288201" y="1424114"/>
                  </a:lnTo>
                  <a:lnTo>
                    <a:pt x="286016" y="1421866"/>
                  </a:lnTo>
                  <a:lnTo>
                    <a:pt x="281660" y="1417510"/>
                  </a:lnTo>
                  <a:lnTo>
                    <a:pt x="273862" y="1417510"/>
                  </a:lnTo>
                  <a:lnTo>
                    <a:pt x="269443" y="1421866"/>
                  </a:lnTo>
                  <a:lnTo>
                    <a:pt x="267258" y="1424114"/>
                  </a:lnTo>
                  <a:lnTo>
                    <a:pt x="266001" y="1427213"/>
                  </a:lnTo>
                  <a:lnTo>
                    <a:pt x="266001" y="1433182"/>
                  </a:lnTo>
                  <a:lnTo>
                    <a:pt x="267258" y="1436331"/>
                  </a:lnTo>
                  <a:lnTo>
                    <a:pt x="271614" y="1440688"/>
                  </a:lnTo>
                  <a:lnTo>
                    <a:pt x="274713" y="1441958"/>
                  </a:lnTo>
                  <a:lnTo>
                    <a:pt x="277876" y="1441958"/>
                  </a:lnTo>
                  <a:lnTo>
                    <a:pt x="281025" y="1441958"/>
                  </a:lnTo>
                  <a:lnTo>
                    <a:pt x="283845" y="1440688"/>
                  </a:lnTo>
                  <a:lnTo>
                    <a:pt x="288201" y="1436331"/>
                  </a:lnTo>
                  <a:lnTo>
                    <a:pt x="289458" y="1433525"/>
                  </a:lnTo>
                  <a:lnTo>
                    <a:pt x="289458" y="1426921"/>
                  </a:lnTo>
                  <a:close/>
                </a:path>
                <a:path w="1056640" h="1858010">
                  <a:moveTo>
                    <a:pt x="305130" y="1051331"/>
                  </a:moveTo>
                  <a:lnTo>
                    <a:pt x="303860" y="1048512"/>
                  </a:lnTo>
                  <a:lnTo>
                    <a:pt x="297319" y="1041971"/>
                  </a:lnTo>
                  <a:lnTo>
                    <a:pt x="289458" y="1041971"/>
                  </a:lnTo>
                  <a:lnTo>
                    <a:pt x="285051" y="1046340"/>
                  </a:lnTo>
                  <a:lnTo>
                    <a:pt x="282917" y="1048512"/>
                  </a:lnTo>
                  <a:lnTo>
                    <a:pt x="281660" y="1051674"/>
                  </a:lnTo>
                  <a:lnTo>
                    <a:pt x="281660" y="1057579"/>
                  </a:lnTo>
                  <a:lnTo>
                    <a:pt x="282867" y="1060742"/>
                  </a:lnTo>
                  <a:lnTo>
                    <a:pt x="287286" y="1065161"/>
                  </a:lnTo>
                  <a:lnTo>
                    <a:pt x="290385" y="1066355"/>
                  </a:lnTo>
                  <a:lnTo>
                    <a:pt x="296633" y="1066355"/>
                  </a:lnTo>
                  <a:lnTo>
                    <a:pt x="299453" y="1065161"/>
                  </a:lnTo>
                  <a:lnTo>
                    <a:pt x="301688" y="1062913"/>
                  </a:lnTo>
                  <a:lnTo>
                    <a:pt x="303860" y="1060742"/>
                  </a:lnTo>
                  <a:lnTo>
                    <a:pt x="305130" y="1057922"/>
                  </a:lnTo>
                  <a:lnTo>
                    <a:pt x="305130" y="1051331"/>
                  </a:lnTo>
                  <a:close/>
                </a:path>
                <a:path w="1056640" h="1858010">
                  <a:moveTo>
                    <a:pt x="320738" y="1254785"/>
                  </a:moveTo>
                  <a:lnTo>
                    <a:pt x="319468" y="1251635"/>
                  </a:lnTo>
                  <a:lnTo>
                    <a:pt x="317296" y="1249743"/>
                  </a:lnTo>
                  <a:lnTo>
                    <a:pt x="312928" y="1245374"/>
                  </a:lnTo>
                  <a:lnTo>
                    <a:pt x="305130" y="1245374"/>
                  </a:lnTo>
                  <a:lnTo>
                    <a:pt x="300710" y="1249743"/>
                  </a:lnTo>
                  <a:lnTo>
                    <a:pt x="298526" y="1251635"/>
                  </a:lnTo>
                  <a:lnTo>
                    <a:pt x="297319" y="1254785"/>
                  </a:lnTo>
                  <a:lnTo>
                    <a:pt x="297319" y="1258227"/>
                  </a:lnTo>
                  <a:lnTo>
                    <a:pt x="297319" y="1261389"/>
                  </a:lnTo>
                  <a:lnTo>
                    <a:pt x="298526" y="1264488"/>
                  </a:lnTo>
                  <a:lnTo>
                    <a:pt x="301053" y="1266380"/>
                  </a:lnTo>
                  <a:lnTo>
                    <a:pt x="302895" y="1268564"/>
                  </a:lnTo>
                  <a:lnTo>
                    <a:pt x="305993" y="1269822"/>
                  </a:lnTo>
                  <a:lnTo>
                    <a:pt x="312305" y="1269822"/>
                  </a:lnTo>
                  <a:lnTo>
                    <a:pt x="315112" y="1268564"/>
                  </a:lnTo>
                  <a:lnTo>
                    <a:pt x="317296" y="1266380"/>
                  </a:lnTo>
                  <a:lnTo>
                    <a:pt x="319468" y="1264488"/>
                  </a:lnTo>
                  <a:lnTo>
                    <a:pt x="320738" y="1261389"/>
                  </a:lnTo>
                  <a:lnTo>
                    <a:pt x="320738" y="1254785"/>
                  </a:lnTo>
                  <a:close/>
                </a:path>
                <a:path w="1056640" h="1858010">
                  <a:moveTo>
                    <a:pt x="352069" y="1129588"/>
                  </a:moveTo>
                  <a:lnTo>
                    <a:pt x="350799" y="1126782"/>
                  </a:lnTo>
                  <a:lnTo>
                    <a:pt x="344258" y="1120178"/>
                  </a:lnTo>
                  <a:lnTo>
                    <a:pt x="336397" y="1120178"/>
                  </a:lnTo>
                  <a:lnTo>
                    <a:pt x="329857" y="1126782"/>
                  </a:lnTo>
                  <a:lnTo>
                    <a:pt x="328599" y="1129880"/>
                  </a:lnTo>
                  <a:lnTo>
                    <a:pt x="328599" y="1132687"/>
                  </a:lnTo>
                  <a:lnTo>
                    <a:pt x="328599" y="1135849"/>
                  </a:lnTo>
                  <a:lnTo>
                    <a:pt x="329857" y="1138999"/>
                  </a:lnTo>
                  <a:lnTo>
                    <a:pt x="334213" y="1143355"/>
                  </a:lnTo>
                  <a:lnTo>
                    <a:pt x="337312" y="1144625"/>
                  </a:lnTo>
                  <a:lnTo>
                    <a:pt x="343573" y="1144625"/>
                  </a:lnTo>
                  <a:lnTo>
                    <a:pt x="346379" y="1143355"/>
                  </a:lnTo>
                  <a:lnTo>
                    <a:pt x="350799" y="1138999"/>
                  </a:lnTo>
                  <a:lnTo>
                    <a:pt x="352069" y="1136192"/>
                  </a:lnTo>
                  <a:lnTo>
                    <a:pt x="352069" y="1129588"/>
                  </a:lnTo>
                  <a:close/>
                </a:path>
                <a:path w="1056640" h="1858010">
                  <a:moveTo>
                    <a:pt x="383336" y="1364322"/>
                  </a:moveTo>
                  <a:lnTo>
                    <a:pt x="382130" y="1361516"/>
                  </a:lnTo>
                  <a:lnTo>
                    <a:pt x="375526" y="1354912"/>
                  </a:lnTo>
                  <a:lnTo>
                    <a:pt x="367728" y="1354912"/>
                  </a:lnTo>
                  <a:lnTo>
                    <a:pt x="363308" y="1359268"/>
                  </a:lnTo>
                  <a:lnTo>
                    <a:pt x="361124" y="1361516"/>
                  </a:lnTo>
                  <a:lnTo>
                    <a:pt x="359867" y="1364615"/>
                  </a:lnTo>
                  <a:lnTo>
                    <a:pt x="359867" y="1367421"/>
                  </a:lnTo>
                  <a:lnTo>
                    <a:pt x="359867" y="1370571"/>
                  </a:lnTo>
                  <a:lnTo>
                    <a:pt x="361124" y="1373733"/>
                  </a:lnTo>
                  <a:lnTo>
                    <a:pt x="365493" y="1378089"/>
                  </a:lnTo>
                  <a:lnTo>
                    <a:pt x="368592" y="1379359"/>
                  </a:lnTo>
                  <a:lnTo>
                    <a:pt x="374904" y="1379359"/>
                  </a:lnTo>
                  <a:lnTo>
                    <a:pt x="377710" y="1378089"/>
                  </a:lnTo>
                  <a:lnTo>
                    <a:pt x="382130" y="1373733"/>
                  </a:lnTo>
                  <a:lnTo>
                    <a:pt x="383336" y="1370926"/>
                  </a:lnTo>
                  <a:lnTo>
                    <a:pt x="383336" y="1364322"/>
                  </a:lnTo>
                  <a:close/>
                </a:path>
                <a:path w="1056640" h="1858010">
                  <a:moveTo>
                    <a:pt x="383336" y="1239126"/>
                  </a:moveTo>
                  <a:lnTo>
                    <a:pt x="382066" y="1236027"/>
                  </a:lnTo>
                  <a:lnTo>
                    <a:pt x="379895" y="1234135"/>
                  </a:lnTo>
                  <a:lnTo>
                    <a:pt x="375526" y="1229766"/>
                  </a:lnTo>
                  <a:lnTo>
                    <a:pt x="367665" y="1229766"/>
                  </a:lnTo>
                  <a:lnTo>
                    <a:pt x="361124" y="1236319"/>
                  </a:lnTo>
                  <a:lnTo>
                    <a:pt x="359867" y="1239126"/>
                  </a:lnTo>
                  <a:lnTo>
                    <a:pt x="359867" y="1245717"/>
                  </a:lnTo>
                  <a:lnTo>
                    <a:pt x="361124" y="1248816"/>
                  </a:lnTo>
                  <a:lnTo>
                    <a:pt x="363651" y="1250721"/>
                  </a:lnTo>
                  <a:lnTo>
                    <a:pt x="365493" y="1252893"/>
                  </a:lnTo>
                  <a:lnTo>
                    <a:pt x="368592" y="1254163"/>
                  </a:lnTo>
                  <a:lnTo>
                    <a:pt x="371805" y="1254163"/>
                  </a:lnTo>
                  <a:lnTo>
                    <a:pt x="374904" y="1254163"/>
                  </a:lnTo>
                  <a:lnTo>
                    <a:pt x="377710" y="1252893"/>
                  </a:lnTo>
                  <a:lnTo>
                    <a:pt x="379895" y="1250721"/>
                  </a:lnTo>
                  <a:lnTo>
                    <a:pt x="382066" y="1248816"/>
                  </a:lnTo>
                  <a:lnTo>
                    <a:pt x="383336" y="1245717"/>
                  </a:lnTo>
                  <a:lnTo>
                    <a:pt x="383336" y="1239126"/>
                  </a:lnTo>
                  <a:close/>
                </a:path>
                <a:path w="1056640" h="1858010">
                  <a:moveTo>
                    <a:pt x="414667" y="879195"/>
                  </a:moveTo>
                  <a:lnTo>
                    <a:pt x="413397" y="876388"/>
                  </a:lnTo>
                  <a:lnTo>
                    <a:pt x="411226" y="874204"/>
                  </a:lnTo>
                  <a:lnTo>
                    <a:pt x="406857" y="869835"/>
                  </a:lnTo>
                  <a:lnTo>
                    <a:pt x="398995" y="869835"/>
                  </a:lnTo>
                  <a:lnTo>
                    <a:pt x="394576" y="874204"/>
                  </a:lnTo>
                  <a:lnTo>
                    <a:pt x="392455" y="876388"/>
                  </a:lnTo>
                  <a:lnTo>
                    <a:pt x="391198" y="879538"/>
                  </a:lnTo>
                  <a:lnTo>
                    <a:pt x="391198" y="885507"/>
                  </a:lnTo>
                  <a:lnTo>
                    <a:pt x="392455" y="888606"/>
                  </a:lnTo>
                  <a:lnTo>
                    <a:pt x="394576" y="890790"/>
                  </a:lnTo>
                  <a:lnTo>
                    <a:pt x="396824" y="892962"/>
                  </a:lnTo>
                  <a:lnTo>
                    <a:pt x="399910" y="894232"/>
                  </a:lnTo>
                  <a:lnTo>
                    <a:pt x="406171" y="894232"/>
                  </a:lnTo>
                  <a:lnTo>
                    <a:pt x="408978" y="892962"/>
                  </a:lnTo>
                  <a:lnTo>
                    <a:pt x="413397" y="888606"/>
                  </a:lnTo>
                  <a:lnTo>
                    <a:pt x="414667" y="885786"/>
                  </a:lnTo>
                  <a:lnTo>
                    <a:pt x="414667" y="879195"/>
                  </a:lnTo>
                  <a:close/>
                </a:path>
                <a:path w="1056640" h="1858010">
                  <a:moveTo>
                    <a:pt x="445935" y="1364322"/>
                  </a:moveTo>
                  <a:lnTo>
                    <a:pt x="444728" y="1361516"/>
                  </a:lnTo>
                  <a:lnTo>
                    <a:pt x="438124" y="1354912"/>
                  </a:lnTo>
                  <a:lnTo>
                    <a:pt x="430326" y="1354912"/>
                  </a:lnTo>
                  <a:lnTo>
                    <a:pt x="425907" y="1359268"/>
                  </a:lnTo>
                  <a:lnTo>
                    <a:pt x="423722" y="1361516"/>
                  </a:lnTo>
                  <a:lnTo>
                    <a:pt x="422465" y="1364322"/>
                  </a:lnTo>
                  <a:lnTo>
                    <a:pt x="422465" y="1367421"/>
                  </a:lnTo>
                  <a:lnTo>
                    <a:pt x="422465" y="1370571"/>
                  </a:lnTo>
                  <a:lnTo>
                    <a:pt x="423722" y="1373733"/>
                  </a:lnTo>
                  <a:lnTo>
                    <a:pt x="428091" y="1378089"/>
                  </a:lnTo>
                  <a:lnTo>
                    <a:pt x="431241" y="1379359"/>
                  </a:lnTo>
                  <a:lnTo>
                    <a:pt x="437502" y="1379359"/>
                  </a:lnTo>
                  <a:lnTo>
                    <a:pt x="440309" y="1378089"/>
                  </a:lnTo>
                  <a:lnTo>
                    <a:pt x="444728" y="1373733"/>
                  </a:lnTo>
                  <a:lnTo>
                    <a:pt x="445935" y="1370926"/>
                  </a:lnTo>
                  <a:lnTo>
                    <a:pt x="445935" y="1364322"/>
                  </a:lnTo>
                  <a:close/>
                </a:path>
                <a:path w="1056640" h="1858010">
                  <a:moveTo>
                    <a:pt x="461594" y="988733"/>
                  </a:moveTo>
                  <a:lnTo>
                    <a:pt x="460336" y="985913"/>
                  </a:lnTo>
                  <a:lnTo>
                    <a:pt x="453796" y="979373"/>
                  </a:lnTo>
                  <a:lnTo>
                    <a:pt x="445935" y="979373"/>
                  </a:lnTo>
                  <a:lnTo>
                    <a:pt x="439394" y="985913"/>
                  </a:lnTo>
                  <a:lnTo>
                    <a:pt x="438124" y="989012"/>
                  </a:lnTo>
                  <a:lnTo>
                    <a:pt x="438124" y="995045"/>
                  </a:lnTo>
                  <a:lnTo>
                    <a:pt x="439394" y="998143"/>
                  </a:lnTo>
                  <a:lnTo>
                    <a:pt x="441566" y="1000315"/>
                  </a:lnTo>
                  <a:lnTo>
                    <a:pt x="443750" y="1002550"/>
                  </a:lnTo>
                  <a:lnTo>
                    <a:pt x="446849" y="1003757"/>
                  </a:lnTo>
                  <a:lnTo>
                    <a:pt x="453161" y="1003757"/>
                  </a:lnTo>
                  <a:lnTo>
                    <a:pt x="455968" y="1002499"/>
                  </a:lnTo>
                  <a:lnTo>
                    <a:pt x="460336" y="998143"/>
                  </a:lnTo>
                  <a:lnTo>
                    <a:pt x="461594" y="995324"/>
                  </a:lnTo>
                  <a:lnTo>
                    <a:pt x="461594" y="988733"/>
                  </a:lnTo>
                  <a:close/>
                </a:path>
                <a:path w="1056640" h="1858010">
                  <a:moveTo>
                    <a:pt x="477266" y="1442529"/>
                  </a:moveTo>
                  <a:lnTo>
                    <a:pt x="475996" y="1439430"/>
                  </a:lnTo>
                  <a:lnTo>
                    <a:pt x="473824" y="1437538"/>
                  </a:lnTo>
                  <a:lnTo>
                    <a:pt x="469747" y="1433182"/>
                  </a:lnTo>
                  <a:lnTo>
                    <a:pt x="461594" y="1433182"/>
                  </a:lnTo>
                  <a:lnTo>
                    <a:pt x="457174" y="1437538"/>
                  </a:lnTo>
                  <a:lnTo>
                    <a:pt x="455053" y="1439430"/>
                  </a:lnTo>
                  <a:lnTo>
                    <a:pt x="453796" y="1442529"/>
                  </a:lnTo>
                  <a:lnTo>
                    <a:pt x="453796" y="1445971"/>
                  </a:lnTo>
                  <a:lnTo>
                    <a:pt x="453796" y="1449120"/>
                  </a:lnTo>
                  <a:lnTo>
                    <a:pt x="455053" y="1451940"/>
                  </a:lnTo>
                  <a:lnTo>
                    <a:pt x="459422" y="1456359"/>
                  </a:lnTo>
                  <a:lnTo>
                    <a:pt x="462521" y="1457566"/>
                  </a:lnTo>
                  <a:lnTo>
                    <a:pt x="468769" y="1457566"/>
                  </a:lnTo>
                  <a:lnTo>
                    <a:pt x="471576" y="1456359"/>
                  </a:lnTo>
                  <a:lnTo>
                    <a:pt x="475996" y="1451940"/>
                  </a:lnTo>
                  <a:lnTo>
                    <a:pt x="477266" y="1449120"/>
                  </a:lnTo>
                  <a:lnTo>
                    <a:pt x="477266" y="1442529"/>
                  </a:lnTo>
                  <a:close/>
                </a:path>
                <a:path w="1056640" h="1858010">
                  <a:moveTo>
                    <a:pt x="477266" y="1270393"/>
                  </a:moveTo>
                  <a:lnTo>
                    <a:pt x="475996" y="1267587"/>
                  </a:lnTo>
                  <a:lnTo>
                    <a:pt x="469404" y="1261046"/>
                  </a:lnTo>
                  <a:lnTo>
                    <a:pt x="461594" y="1261046"/>
                  </a:lnTo>
                  <a:lnTo>
                    <a:pt x="457174" y="1265402"/>
                  </a:lnTo>
                  <a:lnTo>
                    <a:pt x="455053" y="1267587"/>
                  </a:lnTo>
                  <a:lnTo>
                    <a:pt x="453796" y="1270393"/>
                  </a:lnTo>
                  <a:lnTo>
                    <a:pt x="453796" y="1276997"/>
                  </a:lnTo>
                  <a:lnTo>
                    <a:pt x="455053" y="1279804"/>
                  </a:lnTo>
                  <a:lnTo>
                    <a:pt x="459422" y="1284224"/>
                  </a:lnTo>
                  <a:lnTo>
                    <a:pt x="462521" y="1285430"/>
                  </a:lnTo>
                  <a:lnTo>
                    <a:pt x="465670" y="1285430"/>
                  </a:lnTo>
                  <a:lnTo>
                    <a:pt x="468769" y="1285430"/>
                  </a:lnTo>
                  <a:lnTo>
                    <a:pt x="471576" y="1284224"/>
                  </a:lnTo>
                  <a:lnTo>
                    <a:pt x="475996" y="1279804"/>
                  </a:lnTo>
                  <a:lnTo>
                    <a:pt x="477266" y="1276997"/>
                  </a:lnTo>
                  <a:lnTo>
                    <a:pt x="477266" y="1270393"/>
                  </a:lnTo>
                  <a:close/>
                </a:path>
                <a:path w="1056640" h="1858010">
                  <a:moveTo>
                    <a:pt x="492925" y="879195"/>
                  </a:moveTo>
                  <a:lnTo>
                    <a:pt x="491667" y="876388"/>
                  </a:lnTo>
                  <a:lnTo>
                    <a:pt x="489419" y="874204"/>
                  </a:lnTo>
                  <a:lnTo>
                    <a:pt x="485063" y="869784"/>
                  </a:lnTo>
                  <a:lnTo>
                    <a:pt x="477266" y="869784"/>
                  </a:lnTo>
                  <a:lnTo>
                    <a:pt x="470662" y="876388"/>
                  </a:lnTo>
                  <a:lnTo>
                    <a:pt x="469455" y="879538"/>
                  </a:lnTo>
                  <a:lnTo>
                    <a:pt x="469455" y="885507"/>
                  </a:lnTo>
                  <a:lnTo>
                    <a:pt x="470662" y="888606"/>
                  </a:lnTo>
                  <a:lnTo>
                    <a:pt x="475018" y="892962"/>
                  </a:lnTo>
                  <a:lnTo>
                    <a:pt x="478180" y="894232"/>
                  </a:lnTo>
                  <a:lnTo>
                    <a:pt x="484428" y="894232"/>
                  </a:lnTo>
                  <a:lnTo>
                    <a:pt x="487248" y="892962"/>
                  </a:lnTo>
                  <a:lnTo>
                    <a:pt x="491667" y="888606"/>
                  </a:lnTo>
                  <a:lnTo>
                    <a:pt x="492925" y="885507"/>
                  </a:lnTo>
                  <a:lnTo>
                    <a:pt x="492925" y="882345"/>
                  </a:lnTo>
                  <a:lnTo>
                    <a:pt x="492925" y="879195"/>
                  </a:lnTo>
                  <a:close/>
                </a:path>
                <a:path w="1056640" h="1858010">
                  <a:moveTo>
                    <a:pt x="508533" y="832256"/>
                  </a:moveTo>
                  <a:lnTo>
                    <a:pt x="507276" y="829449"/>
                  </a:lnTo>
                  <a:lnTo>
                    <a:pt x="500722" y="822909"/>
                  </a:lnTo>
                  <a:lnTo>
                    <a:pt x="492925" y="822909"/>
                  </a:lnTo>
                  <a:lnTo>
                    <a:pt x="486321" y="829449"/>
                  </a:lnTo>
                  <a:lnTo>
                    <a:pt x="485063" y="832599"/>
                  </a:lnTo>
                  <a:lnTo>
                    <a:pt x="485063" y="838517"/>
                  </a:lnTo>
                  <a:lnTo>
                    <a:pt x="486321" y="841667"/>
                  </a:lnTo>
                  <a:lnTo>
                    <a:pt x="490689" y="846035"/>
                  </a:lnTo>
                  <a:lnTo>
                    <a:pt x="493788" y="847293"/>
                  </a:lnTo>
                  <a:lnTo>
                    <a:pt x="496938" y="847293"/>
                  </a:lnTo>
                  <a:lnTo>
                    <a:pt x="500100" y="847293"/>
                  </a:lnTo>
                  <a:lnTo>
                    <a:pt x="502907" y="846035"/>
                  </a:lnTo>
                  <a:lnTo>
                    <a:pt x="507276" y="841667"/>
                  </a:lnTo>
                  <a:lnTo>
                    <a:pt x="508533" y="838860"/>
                  </a:lnTo>
                  <a:lnTo>
                    <a:pt x="508533" y="832256"/>
                  </a:lnTo>
                  <a:close/>
                </a:path>
                <a:path w="1056640" h="1858010">
                  <a:moveTo>
                    <a:pt x="555472" y="1458188"/>
                  </a:moveTo>
                  <a:lnTo>
                    <a:pt x="554266" y="1455381"/>
                  </a:lnTo>
                  <a:lnTo>
                    <a:pt x="552018" y="1453197"/>
                  </a:lnTo>
                  <a:lnTo>
                    <a:pt x="547662" y="1448777"/>
                  </a:lnTo>
                  <a:lnTo>
                    <a:pt x="539864" y="1448777"/>
                  </a:lnTo>
                  <a:lnTo>
                    <a:pt x="533260" y="1455381"/>
                  </a:lnTo>
                  <a:lnTo>
                    <a:pt x="532003" y="1458480"/>
                  </a:lnTo>
                  <a:lnTo>
                    <a:pt x="532003" y="1461287"/>
                  </a:lnTo>
                  <a:lnTo>
                    <a:pt x="532003" y="1464449"/>
                  </a:lnTo>
                  <a:lnTo>
                    <a:pt x="533260" y="1467599"/>
                  </a:lnTo>
                  <a:lnTo>
                    <a:pt x="537616" y="1471968"/>
                  </a:lnTo>
                  <a:lnTo>
                    <a:pt x="540778" y="1473225"/>
                  </a:lnTo>
                  <a:lnTo>
                    <a:pt x="547027" y="1473225"/>
                  </a:lnTo>
                  <a:lnTo>
                    <a:pt x="549846" y="1471968"/>
                  </a:lnTo>
                  <a:lnTo>
                    <a:pt x="554266" y="1467599"/>
                  </a:lnTo>
                  <a:lnTo>
                    <a:pt x="555472" y="1464792"/>
                  </a:lnTo>
                  <a:lnTo>
                    <a:pt x="555472" y="1458188"/>
                  </a:lnTo>
                  <a:close/>
                </a:path>
                <a:path w="1056640" h="1858010">
                  <a:moveTo>
                    <a:pt x="586790" y="894854"/>
                  </a:moveTo>
                  <a:lnTo>
                    <a:pt x="585533" y="892048"/>
                  </a:lnTo>
                  <a:lnTo>
                    <a:pt x="578929" y="885507"/>
                  </a:lnTo>
                  <a:lnTo>
                    <a:pt x="571131" y="885507"/>
                  </a:lnTo>
                  <a:lnTo>
                    <a:pt x="566712" y="889863"/>
                  </a:lnTo>
                  <a:lnTo>
                    <a:pt x="564591" y="892048"/>
                  </a:lnTo>
                  <a:lnTo>
                    <a:pt x="563333" y="895146"/>
                  </a:lnTo>
                  <a:lnTo>
                    <a:pt x="563333" y="901115"/>
                  </a:lnTo>
                  <a:lnTo>
                    <a:pt x="564591" y="904265"/>
                  </a:lnTo>
                  <a:lnTo>
                    <a:pt x="566712" y="906449"/>
                  </a:lnTo>
                  <a:lnTo>
                    <a:pt x="568947" y="908634"/>
                  </a:lnTo>
                  <a:lnTo>
                    <a:pt x="572046" y="909891"/>
                  </a:lnTo>
                  <a:lnTo>
                    <a:pt x="578307" y="909891"/>
                  </a:lnTo>
                  <a:lnTo>
                    <a:pt x="581113" y="908634"/>
                  </a:lnTo>
                  <a:lnTo>
                    <a:pt x="585533" y="904265"/>
                  </a:lnTo>
                  <a:lnTo>
                    <a:pt x="586790" y="901115"/>
                  </a:lnTo>
                  <a:lnTo>
                    <a:pt x="586790" y="894854"/>
                  </a:lnTo>
                  <a:close/>
                </a:path>
                <a:path w="1056640" h="1858010">
                  <a:moveTo>
                    <a:pt x="602462" y="957453"/>
                  </a:moveTo>
                  <a:lnTo>
                    <a:pt x="601192" y="954646"/>
                  </a:lnTo>
                  <a:lnTo>
                    <a:pt x="598957" y="952461"/>
                  </a:lnTo>
                  <a:lnTo>
                    <a:pt x="594601" y="948042"/>
                  </a:lnTo>
                  <a:lnTo>
                    <a:pt x="586790" y="948042"/>
                  </a:lnTo>
                  <a:lnTo>
                    <a:pt x="580199" y="954646"/>
                  </a:lnTo>
                  <a:lnTo>
                    <a:pt x="578929" y="957745"/>
                  </a:lnTo>
                  <a:lnTo>
                    <a:pt x="578929" y="963714"/>
                  </a:lnTo>
                  <a:lnTo>
                    <a:pt x="580199" y="966863"/>
                  </a:lnTo>
                  <a:lnTo>
                    <a:pt x="584555" y="971232"/>
                  </a:lnTo>
                  <a:lnTo>
                    <a:pt x="587654" y="972489"/>
                  </a:lnTo>
                  <a:lnTo>
                    <a:pt x="593966" y="972489"/>
                  </a:lnTo>
                  <a:lnTo>
                    <a:pt x="596773" y="971232"/>
                  </a:lnTo>
                  <a:lnTo>
                    <a:pt x="601141" y="966863"/>
                  </a:lnTo>
                  <a:lnTo>
                    <a:pt x="602462" y="964057"/>
                  </a:lnTo>
                  <a:lnTo>
                    <a:pt x="602462" y="960894"/>
                  </a:lnTo>
                  <a:lnTo>
                    <a:pt x="602462" y="957453"/>
                  </a:lnTo>
                  <a:close/>
                </a:path>
                <a:path w="1056640" h="1858010">
                  <a:moveTo>
                    <a:pt x="649338" y="1020051"/>
                  </a:moveTo>
                  <a:lnTo>
                    <a:pt x="648081" y="1016952"/>
                  </a:lnTo>
                  <a:lnTo>
                    <a:pt x="645947" y="1015060"/>
                  </a:lnTo>
                  <a:lnTo>
                    <a:pt x="641883" y="1010640"/>
                  </a:lnTo>
                  <a:lnTo>
                    <a:pt x="633730" y="1010640"/>
                  </a:lnTo>
                  <a:lnTo>
                    <a:pt x="629310" y="1015060"/>
                  </a:lnTo>
                  <a:lnTo>
                    <a:pt x="627126" y="1017193"/>
                  </a:lnTo>
                  <a:lnTo>
                    <a:pt x="625868" y="1020051"/>
                  </a:lnTo>
                  <a:lnTo>
                    <a:pt x="625868" y="1026655"/>
                  </a:lnTo>
                  <a:lnTo>
                    <a:pt x="627126" y="1029754"/>
                  </a:lnTo>
                  <a:lnTo>
                    <a:pt x="629653" y="1031646"/>
                  </a:lnTo>
                  <a:lnTo>
                    <a:pt x="631494" y="1033830"/>
                  </a:lnTo>
                  <a:lnTo>
                    <a:pt x="634644" y="1035088"/>
                  </a:lnTo>
                  <a:lnTo>
                    <a:pt x="640905" y="1035088"/>
                  </a:lnTo>
                  <a:lnTo>
                    <a:pt x="643712" y="1033830"/>
                  </a:lnTo>
                  <a:lnTo>
                    <a:pt x="645947" y="1031646"/>
                  </a:lnTo>
                  <a:lnTo>
                    <a:pt x="648081" y="1029754"/>
                  </a:lnTo>
                  <a:lnTo>
                    <a:pt x="649338" y="1026655"/>
                  </a:lnTo>
                  <a:lnTo>
                    <a:pt x="649338" y="1020051"/>
                  </a:lnTo>
                  <a:close/>
                </a:path>
                <a:path w="1056640" h="1858010">
                  <a:moveTo>
                    <a:pt x="664997" y="863587"/>
                  </a:moveTo>
                  <a:lnTo>
                    <a:pt x="663790" y="860437"/>
                  </a:lnTo>
                  <a:lnTo>
                    <a:pt x="661555" y="858532"/>
                  </a:lnTo>
                  <a:lnTo>
                    <a:pt x="657834" y="854519"/>
                  </a:lnTo>
                  <a:lnTo>
                    <a:pt x="649681" y="854176"/>
                  </a:lnTo>
                  <a:lnTo>
                    <a:pt x="644982" y="858532"/>
                  </a:lnTo>
                  <a:lnTo>
                    <a:pt x="642797" y="860437"/>
                  </a:lnTo>
                  <a:lnTo>
                    <a:pt x="641527" y="863587"/>
                  </a:lnTo>
                  <a:lnTo>
                    <a:pt x="641527" y="870191"/>
                  </a:lnTo>
                  <a:lnTo>
                    <a:pt x="642797" y="873290"/>
                  </a:lnTo>
                  <a:lnTo>
                    <a:pt x="645325" y="875461"/>
                  </a:lnTo>
                  <a:lnTo>
                    <a:pt x="647153" y="877354"/>
                  </a:lnTo>
                  <a:lnTo>
                    <a:pt x="650316" y="878624"/>
                  </a:lnTo>
                  <a:lnTo>
                    <a:pt x="656564" y="878624"/>
                  </a:lnTo>
                  <a:lnTo>
                    <a:pt x="659726" y="877354"/>
                  </a:lnTo>
                  <a:lnTo>
                    <a:pt x="663790" y="873290"/>
                  </a:lnTo>
                  <a:lnTo>
                    <a:pt x="664997" y="870191"/>
                  </a:lnTo>
                  <a:lnTo>
                    <a:pt x="664997" y="863587"/>
                  </a:lnTo>
                  <a:close/>
                </a:path>
                <a:path w="1056640" h="1858010">
                  <a:moveTo>
                    <a:pt x="696328" y="957453"/>
                  </a:moveTo>
                  <a:lnTo>
                    <a:pt x="695071" y="954354"/>
                  </a:lnTo>
                  <a:lnTo>
                    <a:pt x="692886" y="952461"/>
                  </a:lnTo>
                  <a:lnTo>
                    <a:pt x="688530" y="948042"/>
                  </a:lnTo>
                  <a:lnTo>
                    <a:pt x="680669" y="948042"/>
                  </a:lnTo>
                  <a:lnTo>
                    <a:pt x="676249" y="952461"/>
                  </a:lnTo>
                  <a:lnTo>
                    <a:pt x="674128" y="954646"/>
                  </a:lnTo>
                  <a:lnTo>
                    <a:pt x="672858" y="957453"/>
                  </a:lnTo>
                  <a:lnTo>
                    <a:pt x="672858" y="964057"/>
                  </a:lnTo>
                  <a:lnTo>
                    <a:pt x="674128" y="966863"/>
                  </a:lnTo>
                  <a:lnTo>
                    <a:pt x="676249" y="969048"/>
                  </a:lnTo>
                  <a:lnTo>
                    <a:pt x="678484" y="971232"/>
                  </a:lnTo>
                  <a:lnTo>
                    <a:pt x="681583" y="972489"/>
                  </a:lnTo>
                  <a:lnTo>
                    <a:pt x="687832" y="972489"/>
                  </a:lnTo>
                  <a:lnTo>
                    <a:pt x="690651" y="971232"/>
                  </a:lnTo>
                  <a:lnTo>
                    <a:pt x="695071" y="966863"/>
                  </a:lnTo>
                  <a:lnTo>
                    <a:pt x="696328" y="964057"/>
                  </a:lnTo>
                  <a:lnTo>
                    <a:pt x="696328" y="957453"/>
                  </a:lnTo>
                  <a:close/>
                </a:path>
                <a:path w="1056640" h="1858010">
                  <a:moveTo>
                    <a:pt x="711987" y="1010996"/>
                  </a:moveTo>
                  <a:lnTo>
                    <a:pt x="711936" y="1007833"/>
                  </a:lnTo>
                  <a:lnTo>
                    <a:pt x="711936" y="1004392"/>
                  </a:lnTo>
                  <a:lnTo>
                    <a:pt x="710679" y="1001293"/>
                  </a:lnTo>
                  <a:lnTo>
                    <a:pt x="708494" y="999401"/>
                  </a:lnTo>
                  <a:lnTo>
                    <a:pt x="704138" y="995045"/>
                  </a:lnTo>
                  <a:lnTo>
                    <a:pt x="696328" y="995045"/>
                  </a:lnTo>
                  <a:lnTo>
                    <a:pt x="689737" y="1001585"/>
                  </a:lnTo>
                  <a:lnTo>
                    <a:pt x="688530" y="1004392"/>
                  </a:lnTo>
                  <a:lnTo>
                    <a:pt x="688530" y="1010640"/>
                  </a:lnTo>
                  <a:lnTo>
                    <a:pt x="689737" y="1013802"/>
                  </a:lnTo>
                  <a:lnTo>
                    <a:pt x="694093" y="1018159"/>
                  </a:lnTo>
                  <a:lnTo>
                    <a:pt x="697191" y="1019429"/>
                  </a:lnTo>
                  <a:lnTo>
                    <a:pt x="703503" y="1019429"/>
                  </a:lnTo>
                  <a:lnTo>
                    <a:pt x="706310" y="1018159"/>
                  </a:lnTo>
                  <a:lnTo>
                    <a:pt x="708494" y="1015987"/>
                  </a:lnTo>
                  <a:lnTo>
                    <a:pt x="710730" y="1013802"/>
                  </a:lnTo>
                  <a:lnTo>
                    <a:pt x="711987" y="1010996"/>
                  </a:lnTo>
                  <a:close/>
                </a:path>
                <a:path w="1056640" h="1858010">
                  <a:moveTo>
                    <a:pt x="751065" y="322630"/>
                  </a:moveTo>
                  <a:lnTo>
                    <a:pt x="749808" y="319532"/>
                  </a:lnTo>
                  <a:lnTo>
                    <a:pt x="747623" y="317347"/>
                  </a:lnTo>
                  <a:lnTo>
                    <a:pt x="743889" y="313334"/>
                  </a:lnTo>
                  <a:lnTo>
                    <a:pt x="735457" y="312991"/>
                  </a:lnTo>
                  <a:lnTo>
                    <a:pt x="731037" y="317347"/>
                  </a:lnTo>
                  <a:lnTo>
                    <a:pt x="728865" y="319532"/>
                  </a:lnTo>
                  <a:lnTo>
                    <a:pt x="727595" y="322338"/>
                  </a:lnTo>
                  <a:lnTo>
                    <a:pt x="727595" y="328942"/>
                  </a:lnTo>
                  <a:lnTo>
                    <a:pt x="728865" y="331749"/>
                  </a:lnTo>
                  <a:lnTo>
                    <a:pt x="733221" y="336169"/>
                  </a:lnTo>
                  <a:lnTo>
                    <a:pt x="736320" y="337375"/>
                  </a:lnTo>
                  <a:lnTo>
                    <a:pt x="742632" y="337375"/>
                  </a:lnTo>
                  <a:lnTo>
                    <a:pt x="745794" y="336169"/>
                  </a:lnTo>
                  <a:lnTo>
                    <a:pt x="747915" y="333933"/>
                  </a:lnTo>
                  <a:lnTo>
                    <a:pt x="749808" y="331749"/>
                  </a:lnTo>
                  <a:lnTo>
                    <a:pt x="751065" y="328650"/>
                  </a:lnTo>
                  <a:lnTo>
                    <a:pt x="751065" y="322630"/>
                  </a:lnTo>
                  <a:close/>
                </a:path>
                <a:path w="1056640" h="1858010">
                  <a:moveTo>
                    <a:pt x="821524" y="863587"/>
                  </a:moveTo>
                  <a:lnTo>
                    <a:pt x="820267" y="860780"/>
                  </a:lnTo>
                  <a:lnTo>
                    <a:pt x="818083" y="858532"/>
                  </a:lnTo>
                  <a:lnTo>
                    <a:pt x="814298" y="854519"/>
                  </a:lnTo>
                  <a:lnTo>
                    <a:pt x="805865" y="854176"/>
                  </a:lnTo>
                  <a:lnTo>
                    <a:pt x="801446" y="858532"/>
                  </a:lnTo>
                  <a:lnTo>
                    <a:pt x="799325" y="860780"/>
                  </a:lnTo>
                  <a:lnTo>
                    <a:pt x="798055" y="863879"/>
                  </a:lnTo>
                  <a:lnTo>
                    <a:pt x="798055" y="869835"/>
                  </a:lnTo>
                  <a:lnTo>
                    <a:pt x="799325" y="872998"/>
                  </a:lnTo>
                  <a:lnTo>
                    <a:pt x="801446" y="875182"/>
                  </a:lnTo>
                  <a:lnTo>
                    <a:pt x="803681" y="877354"/>
                  </a:lnTo>
                  <a:lnTo>
                    <a:pt x="806780" y="878624"/>
                  </a:lnTo>
                  <a:lnTo>
                    <a:pt x="813041" y="878624"/>
                  </a:lnTo>
                  <a:lnTo>
                    <a:pt x="816190" y="877354"/>
                  </a:lnTo>
                  <a:lnTo>
                    <a:pt x="818375" y="875182"/>
                  </a:lnTo>
                  <a:lnTo>
                    <a:pt x="820267" y="872998"/>
                  </a:lnTo>
                  <a:lnTo>
                    <a:pt x="821524" y="869784"/>
                  </a:lnTo>
                  <a:lnTo>
                    <a:pt x="821524" y="867029"/>
                  </a:lnTo>
                  <a:lnTo>
                    <a:pt x="821524" y="863587"/>
                  </a:lnTo>
                  <a:close/>
                </a:path>
                <a:path w="1056640" h="1858010">
                  <a:moveTo>
                    <a:pt x="868464" y="941793"/>
                  </a:moveTo>
                  <a:lnTo>
                    <a:pt x="867194" y="938695"/>
                  </a:lnTo>
                  <a:lnTo>
                    <a:pt x="865022" y="936802"/>
                  </a:lnTo>
                  <a:lnTo>
                    <a:pt x="861237" y="932789"/>
                  </a:lnTo>
                  <a:lnTo>
                    <a:pt x="852792" y="932446"/>
                  </a:lnTo>
                  <a:lnTo>
                    <a:pt x="848385" y="936802"/>
                  </a:lnTo>
                  <a:lnTo>
                    <a:pt x="846251" y="938987"/>
                  </a:lnTo>
                  <a:lnTo>
                    <a:pt x="844994" y="941793"/>
                  </a:lnTo>
                  <a:lnTo>
                    <a:pt x="844994" y="948397"/>
                  </a:lnTo>
                  <a:lnTo>
                    <a:pt x="846251" y="951204"/>
                  </a:lnTo>
                  <a:lnTo>
                    <a:pt x="848385" y="953389"/>
                  </a:lnTo>
                  <a:lnTo>
                    <a:pt x="850620" y="955560"/>
                  </a:lnTo>
                  <a:lnTo>
                    <a:pt x="853719" y="956830"/>
                  </a:lnTo>
                  <a:lnTo>
                    <a:pt x="859967" y="956830"/>
                  </a:lnTo>
                  <a:lnTo>
                    <a:pt x="863130" y="955560"/>
                  </a:lnTo>
                  <a:lnTo>
                    <a:pt x="865301" y="953389"/>
                  </a:lnTo>
                  <a:lnTo>
                    <a:pt x="867194" y="951204"/>
                  </a:lnTo>
                  <a:lnTo>
                    <a:pt x="868464" y="948397"/>
                  </a:lnTo>
                  <a:lnTo>
                    <a:pt x="868464" y="941793"/>
                  </a:lnTo>
                  <a:close/>
                </a:path>
                <a:path w="1056640" h="1858010">
                  <a:moveTo>
                    <a:pt x="868464" y="847928"/>
                  </a:moveTo>
                  <a:lnTo>
                    <a:pt x="867194" y="845108"/>
                  </a:lnTo>
                  <a:lnTo>
                    <a:pt x="860945" y="838860"/>
                  </a:lnTo>
                  <a:lnTo>
                    <a:pt x="852792" y="838517"/>
                  </a:lnTo>
                  <a:lnTo>
                    <a:pt x="848385" y="842937"/>
                  </a:lnTo>
                  <a:lnTo>
                    <a:pt x="846251" y="845108"/>
                  </a:lnTo>
                  <a:lnTo>
                    <a:pt x="844994" y="847928"/>
                  </a:lnTo>
                  <a:lnTo>
                    <a:pt x="844994" y="854176"/>
                  </a:lnTo>
                  <a:lnTo>
                    <a:pt x="846251" y="857338"/>
                  </a:lnTo>
                  <a:lnTo>
                    <a:pt x="848385" y="859510"/>
                  </a:lnTo>
                  <a:lnTo>
                    <a:pt x="850620" y="861695"/>
                  </a:lnTo>
                  <a:lnTo>
                    <a:pt x="853719" y="862952"/>
                  </a:lnTo>
                  <a:lnTo>
                    <a:pt x="859967" y="862952"/>
                  </a:lnTo>
                  <a:lnTo>
                    <a:pt x="863130" y="861695"/>
                  </a:lnTo>
                  <a:lnTo>
                    <a:pt x="865301" y="859510"/>
                  </a:lnTo>
                  <a:lnTo>
                    <a:pt x="867194" y="857338"/>
                  </a:lnTo>
                  <a:lnTo>
                    <a:pt x="868464" y="854519"/>
                  </a:lnTo>
                  <a:lnTo>
                    <a:pt x="868464" y="847928"/>
                  </a:lnTo>
                  <a:close/>
                </a:path>
                <a:path w="1056640" h="1858010">
                  <a:moveTo>
                    <a:pt x="915403" y="879195"/>
                  </a:moveTo>
                  <a:lnTo>
                    <a:pt x="914133" y="876388"/>
                  </a:lnTo>
                  <a:lnTo>
                    <a:pt x="911948" y="874204"/>
                  </a:lnTo>
                  <a:lnTo>
                    <a:pt x="907884" y="869784"/>
                  </a:lnTo>
                  <a:lnTo>
                    <a:pt x="899731" y="869784"/>
                  </a:lnTo>
                  <a:lnTo>
                    <a:pt x="895375" y="874204"/>
                  </a:lnTo>
                  <a:lnTo>
                    <a:pt x="893191" y="876388"/>
                  </a:lnTo>
                  <a:lnTo>
                    <a:pt x="891933" y="879538"/>
                  </a:lnTo>
                  <a:lnTo>
                    <a:pt x="891933" y="885507"/>
                  </a:lnTo>
                  <a:lnTo>
                    <a:pt x="893191" y="888606"/>
                  </a:lnTo>
                  <a:lnTo>
                    <a:pt x="897547" y="892962"/>
                  </a:lnTo>
                  <a:lnTo>
                    <a:pt x="900645" y="894232"/>
                  </a:lnTo>
                  <a:lnTo>
                    <a:pt x="906907" y="894232"/>
                  </a:lnTo>
                  <a:lnTo>
                    <a:pt x="910056" y="892962"/>
                  </a:lnTo>
                  <a:lnTo>
                    <a:pt x="912241" y="890790"/>
                  </a:lnTo>
                  <a:lnTo>
                    <a:pt x="914133" y="888606"/>
                  </a:lnTo>
                  <a:lnTo>
                    <a:pt x="915403" y="885786"/>
                  </a:lnTo>
                  <a:lnTo>
                    <a:pt x="915403" y="879195"/>
                  </a:lnTo>
                  <a:close/>
                </a:path>
                <a:path w="1056640" h="1858010">
                  <a:moveTo>
                    <a:pt x="915403" y="588403"/>
                  </a:moveTo>
                  <a:lnTo>
                    <a:pt x="914133" y="585254"/>
                  </a:lnTo>
                  <a:lnTo>
                    <a:pt x="911948" y="583349"/>
                  </a:lnTo>
                  <a:lnTo>
                    <a:pt x="908164" y="579335"/>
                  </a:lnTo>
                  <a:lnTo>
                    <a:pt x="900074" y="578993"/>
                  </a:lnTo>
                  <a:lnTo>
                    <a:pt x="895375" y="583349"/>
                  </a:lnTo>
                  <a:lnTo>
                    <a:pt x="893191" y="585597"/>
                  </a:lnTo>
                  <a:lnTo>
                    <a:pt x="891933" y="588403"/>
                  </a:lnTo>
                  <a:lnTo>
                    <a:pt x="891933" y="594664"/>
                  </a:lnTo>
                  <a:lnTo>
                    <a:pt x="893191" y="597814"/>
                  </a:lnTo>
                  <a:lnTo>
                    <a:pt x="897547" y="602170"/>
                  </a:lnTo>
                  <a:lnTo>
                    <a:pt x="900645" y="603440"/>
                  </a:lnTo>
                  <a:lnTo>
                    <a:pt x="906907" y="603440"/>
                  </a:lnTo>
                  <a:lnTo>
                    <a:pt x="910056" y="602170"/>
                  </a:lnTo>
                  <a:lnTo>
                    <a:pt x="912241" y="599998"/>
                  </a:lnTo>
                  <a:lnTo>
                    <a:pt x="914133" y="597814"/>
                  </a:lnTo>
                  <a:lnTo>
                    <a:pt x="915403" y="595007"/>
                  </a:lnTo>
                  <a:lnTo>
                    <a:pt x="915403" y="588403"/>
                  </a:lnTo>
                  <a:close/>
                </a:path>
                <a:path w="1056640" h="1858010">
                  <a:moveTo>
                    <a:pt x="923201" y="369341"/>
                  </a:moveTo>
                  <a:lnTo>
                    <a:pt x="921943" y="366179"/>
                  </a:lnTo>
                  <a:lnTo>
                    <a:pt x="919759" y="364286"/>
                  </a:lnTo>
                  <a:lnTo>
                    <a:pt x="915403" y="359930"/>
                  </a:lnTo>
                  <a:lnTo>
                    <a:pt x="907592" y="359930"/>
                  </a:lnTo>
                  <a:lnTo>
                    <a:pt x="901001" y="366471"/>
                  </a:lnTo>
                  <a:lnTo>
                    <a:pt x="899731" y="369341"/>
                  </a:lnTo>
                  <a:lnTo>
                    <a:pt x="899731" y="375589"/>
                  </a:lnTo>
                  <a:lnTo>
                    <a:pt x="901001" y="378752"/>
                  </a:lnTo>
                  <a:lnTo>
                    <a:pt x="903173" y="380873"/>
                  </a:lnTo>
                  <a:lnTo>
                    <a:pt x="905357" y="383108"/>
                  </a:lnTo>
                  <a:lnTo>
                    <a:pt x="908507" y="384365"/>
                  </a:lnTo>
                  <a:lnTo>
                    <a:pt x="911606" y="384314"/>
                  </a:lnTo>
                  <a:lnTo>
                    <a:pt x="914768" y="384314"/>
                  </a:lnTo>
                  <a:lnTo>
                    <a:pt x="917575" y="383044"/>
                  </a:lnTo>
                  <a:lnTo>
                    <a:pt x="921943" y="378688"/>
                  </a:lnTo>
                  <a:lnTo>
                    <a:pt x="923201" y="375881"/>
                  </a:lnTo>
                  <a:lnTo>
                    <a:pt x="923201" y="369341"/>
                  </a:lnTo>
                  <a:close/>
                </a:path>
                <a:path w="1056640" h="1858010">
                  <a:moveTo>
                    <a:pt x="930998" y="682561"/>
                  </a:moveTo>
                  <a:lnTo>
                    <a:pt x="929741" y="679462"/>
                  </a:lnTo>
                  <a:lnTo>
                    <a:pt x="923544" y="673214"/>
                  </a:lnTo>
                  <a:lnTo>
                    <a:pt x="915682" y="672858"/>
                  </a:lnTo>
                  <a:lnTo>
                    <a:pt x="910983" y="677278"/>
                  </a:lnTo>
                  <a:lnTo>
                    <a:pt x="908799" y="679462"/>
                  </a:lnTo>
                  <a:lnTo>
                    <a:pt x="907592" y="682561"/>
                  </a:lnTo>
                  <a:lnTo>
                    <a:pt x="907592" y="685711"/>
                  </a:lnTo>
                  <a:lnTo>
                    <a:pt x="907592" y="688530"/>
                  </a:lnTo>
                  <a:lnTo>
                    <a:pt x="908799" y="691680"/>
                  </a:lnTo>
                  <a:lnTo>
                    <a:pt x="913155" y="696048"/>
                  </a:lnTo>
                  <a:lnTo>
                    <a:pt x="916317" y="697306"/>
                  </a:lnTo>
                  <a:lnTo>
                    <a:pt x="922566" y="697306"/>
                  </a:lnTo>
                  <a:lnTo>
                    <a:pt x="925728" y="696048"/>
                  </a:lnTo>
                  <a:lnTo>
                    <a:pt x="927849" y="693864"/>
                  </a:lnTo>
                  <a:lnTo>
                    <a:pt x="929741" y="691680"/>
                  </a:lnTo>
                  <a:lnTo>
                    <a:pt x="930998" y="688873"/>
                  </a:lnTo>
                  <a:lnTo>
                    <a:pt x="930998" y="682561"/>
                  </a:lnTo>
                  <a:close/>
                </a:path>
                <a:path w="1056640" h="1858010">
                  <a:moveTo>
                    <a:pt x="930998" y="72009"/>
                  </a:moveTo>
                  <a:lnTo>
                    <a:pt x="929741" y="69189"/>
                  </a:lnTo>
                  <a:lnTo>
                    <a:pt x="927557" y="67017"/>
                  </a:lnTo>
                  <a:lnTo>
                    <a:pt x="923544" y="62941"/>
                  </a:lnTo>
                  <a:lnTo>
                    <a:pt x="915403" y="62649"/>
                  </a:lnTo>
                  <a:lnTo>
                    <a:pt x="908799" y="69189"/>
                  </a:lnTo>
                  <a:lnTo>
                    <a:pt x="907592" y="72288"/>
                  </a:lnTo>
                  <a:lnTo>
                    <a:pt x="907592" y="78257"/>
                  </a:lnTo>
                  <a:lnTo>
                    <a:pt x="908799" y="81419"/>
                  </a:lnTo>
                  <a:lnTo>
                    <a:pt x="913155" y="85775"/>
                  </a:lnTo>
                  <a:lnTo>
                    <a:pt x="916317" y="87033"/>
                  </a:lnTo>
                  <a:lnTo>
                    <a:pt x="922566" y="87033"/>
                  </a:lnTo>
                  <a:lnTo>
                    <a:pt x="925728" y="85775"/>
                  </a:lnTo>
                  <a:lnTo>
                    <a:pt x="927849" y="83591"/>
                  </a:lnTo>
                  <a:lnTo>
                    <a:pt x="929741" y="81419"/>
                  </a:lnTo>
                  <a:lnTo>
                    <a:pt x="930998" y="78600"/>
                  </a:lnTo>
                  <a:lnTo>
                    <a:pt x="930998" y="72009"/>
                  </a:lnTo>
                  <a:close/>
                </a:path>
                <a:path w="1056640" h="1858010">
                  <a:moveTo>
                    <a:pt x="946670" y="1004392"/>
                  </a:moveTo>
                  <a:lnTo>
                    <a:pt x="945464" y="1001585"/>
                  </a:lnTo>
                  <a:lnTo>
                    <a:pt x="939152" y="995387"/>
                  </a:lnTo>
                  <a:lnTo>
                    <a:pt x="931062" y="995045"/>
                  </a:lnTo>
                  <a:lnTo>
                    <a:pt x="924458" y="1001585"/>
                  </a:lnTo>
                  <a:lnTo>
                    <a:pt x="923201" y="1004684"/>
                  </a:lnTo>
                  <a:lnTo>
                    <a:pt x="923201" y="1010640"/>
                  </a:lnTo>
                  <a:lnTo>
                    <a:pt x="924458" y="1013802"/>
                  </a:lnTo>
                  <a:lnTo>
                    <a:pt x="928827" y="1018159"/>
                  </a:lnTo>
                  <a:lnTo>
                    <a:pt x="931976" y="1019429"/>
                  </a:lnTo>
                  <a:lnTo>
                    <a:pt x="938237" y="1019429"/>
                  </a:lnTo>
                  <a:lnTo>
                    <a:pt x="941387" y="1018159"/>
                  </a:lnTo>
                  <a:lnTo>
                    <a:pt x="943571" y="1015987"/>
                  </a:lnTo>
                  <a:lnTo>
                    <a:pt x="945464" y="1013802"/>
                  </a:lnTo>
                  <a:lnTo>
                    <a:pt x="946670" y="1010640"/>
                  </a:lnTo>
                  <a:lnTo>
                    <a:pt x="946670" y="1004392"/>
                  </a:lnTo>
                  <a:close/>
                </a:path>
                <a:path w="1056640" h="1858010">
                  <a:moveTo>
                    <a:pt x="946670" y="760818"/>
                  </a:moveTo>
                  <a:lnTo>
                    <a:pt x="945464" y="757669"/>
                  </a:lnTo>
                  <a:lnTo>
                    <a:pt x="943229" y="755484"/>
                  </a:lnTo>
                  <a:lnTo>
                    <a:pt x="939152" y="751128"/>
                  </a:lnTo>
                  <a:lnTo>
                    <a:pt x="931062" y="751128"/>
                  </a:lnTo>
                  <a:lnTo>
                    <a:pt x="924458" y="757669"/>
                  </a:lnTo>
                  <a:lnTo>
                    <a:pt x="923201" y="760818"/>
                  </a:lnTo>
                  <a:lnTo>
                    <a:pt x="923201" y="767130"/>
                  </a:lnTo>
                  <a:lnTo>
                    <a:pt x="924458" y="769950"/>
                  </a:lnTo>
                  <a:lnTo>
                    <a:pt x="926642" y="772071"/>
                  </a:lnTo>
                  <a:lnTo>
                    <a:pt x="928827" y="774306"/>
                  </a:lnTo>
                  <a:lnTo>
                    <a:pt x="931976" y="775576"/>
                  </a:lnTo>
                  <a:lnTo>
                    <a:pt x="935139" y="775512"/>
                  </a:lnTo>
                  <a:lnTo>
                    <a:pt x="938237" y="775512"/>
                  </a:lnTo>
                  <a:lnTo>
                    <a:pt x="941387" y="774255"/>
                  </a:lnTo>
                  <a:lnTo>
                    <a:pt x="943571" y="772071"/>
                  </a:lnTo>
                  <a:lnTo>
                    <a:pt x="945464" y="769886"/>
                  </a:lnTo>
                  <a:lnTo>
                    <a:pt x="946670" y="767130"/>
                  </a:lnTo>
                  <a:lnTo>
                    <a:pt x="946670" y="760818"/>
                  </a:lnTo>
                  <a:close/>
                </a:path>
                <a:path w="1056640" h="1858010">
                  <a:moveTo>
                    <a:pt x="962329" y="165874"/>
                  </a:moveTo>
                  <a:lnTo>
                    <a:pt x="961072" y="162775"/>
                  </a:lnTo>
                  <a:lnTo>
                    <a:pt x="958888" y="160883"/>
                  </a:lnTo>
                  <a:lnTo>
                    <a:pt x="955103" y="156870"/>
                  </a:lnTo>
                  <a:lnTo>
                    <a:pt x="947013" y="156527"/>
                  </a:lnTo>
                  <a:lnTo>
                    <a:pt x="942301" y="160883"/>
                  </a:lnTo>
                  <a:lnTo>
                    <a:pt x="940130" y="162775"/>
                  </a:lnTo>
                  <a:lnTo>
                    <a:pt x="938860" y="165874"/>
                  </a:lnTo>
                  <a:lnTo>
                    <a:pt x="938860" y="172478"/>
                  </a:lnTo>
                  <a:lnTo>
                    <a:pt x="940130" y="175285"/>
                  </a:lnTo>
                  <a:lnTo>
                    <a:pt x="944486" y="179641"/>
                  </a:lnTo>
                  <a:lnTo>
                    <a:pt x="947585" y="180911"/>
                  </a:lnTo>
                  <a:lnTo>
                    <a:pt x="953897" y="180911"/>
                  </a:lnTo>
                  <a:lnTo>
                    <a:pt x="956995" y="179641"/>
                  </a:lnTo>
                  <a:lnTo>
                    <a:pt x="959180" y="177469"/>
                  </a:lnTo>
                  <a:lnTo>
                    <a:pt x="961072" y="175285"/>
                  </a:lnTo>
                  <a:lnTo>
                    <a:pt x="962329" y="172123"/>
                  </a:lnTo>
                  <a:lnTo>
                    <a:pt x="962329" y="165874"/>
                  </a:lnTo>
                  <a:close/>
                </a:path>
                <a:path w="1056640" h="1858010">
                  <a:moveTo>
                    <a:pt x="978001" y="926185"/>
                  </a:moveTo>
                  <a:lnTo>
                    <a:pt x="976731" y="923378"/>
                  </a:lnTo>
                  <a:lnTo>
                    <a:pt x="974559" y="921143"/>
                  </a:lnTo>
                  <a:lnTo>
                    <a:pt x="970762" y="917117"/>
                  </a:lnTo>
                  <a:lnTo>
                    <a:pt x="962329" y="916774"/>
                  </a:lnTo>
                  <a:lnTo>
                    <a:pt x="957910" y="921143"/>
                  </a:lnTo>
                  <a:lnTo>
                    <a:pt x="955789" y="923378"/>
                  </a:lnTo>
                  <a:lnTo>
                    <a:pt x="954532" y="926185"/>
                  </a:lnTo>
                  <a:lnTo>
                    <a:pt x="954532" y="932446"/>
                  </a:lnTo>
                  <a:lnTo>
                    <a:pt x="955789" y="935596"/>
                  </a:lnTo>
                  <a:lnTo>
                    <a:pt x="960158" y="939952"/>
                  </a:lnTo>
                  <a:lnTo>
                    <a:pt x="963244" y="941222"/>
                  </a:lnTo>
                  <a:lnTo>
                    <a:pt x="969505" y="941222"/>
                  </a:lnTo>
                  <a:lnTo>
                    <a:pt x="972654" y="939952"/>
                  </a:lnTo>
                  <a:lnTo>
                    <a:pt x="974839" y="937717"/>
                  </a:lnTo>
                  <a:lnTo>
                    <a:pt x="976731" y="935596"/>
                  </a:lnTo>
                  <a:lnTo>
                    <a:pt x="978001" y="932446"/>
                  </a:lnTo>
                  <a:lnTo>
                    <a:pt x="978001" y="926185"/>
                  </a:lnTo>
                  <a:close/>
                </a:path>
                <a:path w="1056640" h="1858010">
                  <a:moveTo>
                    <a:pt x="978001" y="9410"/>
                  </a:moveTo>
                  <a:lnTo>
                    <a:pt x="976731" y="6591"/>
                  </a:lnTo>
                  <a:lnTo>
                    <a:pt x="974559" y="4419"/>
                  </a:lnTo>
                  <a:lnTo>
                    <a:pt x="970762" y="342"/>
                  </a:lnTo>
                  <a:lnTo>
                    <a:pt x="962621" y="0"/>
                  </a:lnTo>
                  <a:lnTo>
                    <a:pt x="957910" y="4419"/>
                  </a:lnTo>
                  <a:lnTo>
                    <a:pt x="955789" y="6591"/>
                  </a:lnTo>
                  <a:lnTo>
                    <a:pt x="954532" y="9410"/>
                  </a:lnTo>
                  <a:lnTo>
                    <a:pt x="954532" y="16002"/>
                  </a:lnTo>
                  <a:lnTo>
                    <a:pt x="955789" y="18821"/>
                  </a:lnTo>
                  <a:lnTo>
                    <a:pt x="957910" y="20993"/>
                  </a:lnTo>
                  <a:lnTo>
                    <a:pt x="960158" y="23177"/>
                  </a:lnTo>
                  <a:lnTo>
                    <a:pt x="963244" y="24434"/>
                  </a:lnTo>
                  <a:lnTo>
                    <a:pt x="969505" y="24434"/>
                  </a:lnTo>
                  <a:lnTo>
                    <a:pt x="972654" y="23177"/>
                  </a:lnTo>
                  <a:lnTo>
                    <a:pt x="974839" y="20993"/>
                  </a:lnTo>
                  <a:lnTo>
                    <a:pt x="976731" y="18821"/>
                  </a:lnTo>
                  <a:lnTo>
                    <a:pt x="978001" y="16002"/>
                  </a:lnTo>
                  <a:lnTo>
                    <a:pt x="978001" y="9410"/>
                  </a:lnTo>
                  <a:close/>
                </a:path>
                <a:path w="1056640" h="1858010">
                  <a:moveTo>
                    <a:pt x="993660" y="713892"/>
                  </a:moveTo>
                  <a:lnTo>
                    <a:pt x="992403" y="710730"/>
                  </a:lnTo>
                  <a:lnTo>
                    <a:pt x="990155" y="708558"/>
                  </a:lnTo>
                  <a:lnTo>
                    <a:pt x="986434" y="704532"/>
                  </a:lnTo>
                  <a:lnTo>
                    <a:pt x="978001" y="704189"/>
                  </a:lnTo>
                  <a:lnTo>
                    <a:pt x="971397" y="710730"/>
                  </a:lnTo>
                  <a:lnTo>
                    <a:pt x="970191" y="713549"/>
                  </a:lnTo>
                  <a:lnTo>
                    <a:pt x="970191" y="720140"/>
                  </a:lnTo>
                  <a:lnTo>
                    <a:pt x="971397" y="723011"/>
                  </a:lnTo>
                  <a:lnTo>
                    <a:pt x="975817" y="727367"/>
                  </a:lnTo>
                  <a:lnTo>
                    <a:pt x="978916" y="728573"/>
                  </a:lnTo>
                  <a:lnTo>
                    <a:pt x="985164" y="728573"/>
                  </a:lnTo>
                  <a:lnTo>
                    <a:pt x="988326" y="727367"/>
                  </a:lnTo>
                  <a:lnTo>
                    <a:pt x="990511" y="725131"/>
                  </a:lnTo>
                  <a:lnTo>
                    <a:pt x="992403" y="723011"/>
                  </a:lnTo>
                  <a:lnTo>
                    <a:pt x="993660" y="719861"/>
                  </a:lnTo>
                  <a:lnTo>
                    <a:pt x="993660" y="713892"/>
                  </a:lnTo>
                  <a:close/>
                </a:path>
                <a:path w="1056640" h="1858010">
                  <a:moveTo>
                    <a:pt x="993660" y="431876"/>
                  </a:moveTo>
                  <a:lnTo>
                    <a:pt x="992403" y="429069"/>
                  </a:lnTo>
                  <a:lnTo>
                    <a:pt x="990155" y="426885"/>
                  </a:lnTo>
                  <a:lnTo>
                    <a:pt x="986434" y="422871"/>
                  </a:lnTo>
                  <a:lnTo>
                    <a:pt x="978281" y="422529"/>
                  </a:lnTo>
                  <a:lnTo>
                    <a:pt x="973582" y="426885"/>
                  </a:lnTo>
                  <a:lnTo>
                    <a:pt x="971397" y="428777"/>
                  </a:lnTo>
                  <a:lnTo>
                    <a:pt x="970140" y="431876"/>
                  </a:lnTo>
                  <a:lnTo>
                    <a:pt x="970140" y="438531"/>
                  </a:lnTo>
                  <a:lnTo>
                    <a:pt x="971397" y="441350"/>
                  </a:lnTo>
                  <a:lnTo>
                    <a:pt x="975753" y="445643"/>
                  </a:lnTo>
                  <a:lnTo>
                    <a:pt x="978916" y="446963"/>
                  </a:lnTo>
                  <a:lnTo>
                    <a:pt x="985164" y="446963"/>
                  </a:lnTo>
                  <a:lnTo>
                    <a:pt x="988326" y="445643"/>
                  </a:lnTo>
                  <a:lnTo>
                    <a:pt x="990511" y="443471"/>
                  </a:lnTo>
                  <a:lnTo>
                    <a:pt x="992403" y="441286"/>
                  </a:lnTo>
                  <a:lnTo>
                    <a:pt x="993660" y="438137"/>
                  </a:lnTo>
                  <a:lnTo>
                    <a:pt x="993660" y="431876"/>
                  </a:lnTo>
                  <a:close/>
                </a:path>
                <a:path w="1056640" h="1858010">
                  <a:moveTo>
                    <a:pt x="1024928" y="1004684"/>
                  </a:moveTo>
                  <a:lnTo>
                    <a:pt x="1023670" y="1001585"/>
                  </a:lnTo>
                  <a:lnTo>
                    <a:pt x="1021486" y="999401"/>
                  </a:lnTo>
                  <a:lnTo>
                    <a:pt x="1017701" y="995387"/>
                  </a:lnTo>
                  <a:lnTo>
                    <a:pt x="1009269" y="995045"/>
                  </a:lnTo>
                  <a:lnTo>
                    <a:pt x="1004912" y="999401"/>
                  </a:lnTo>
                  <a:lnTo>
                    <a:pt x="1002728" y="1001585"/>
                  </a:lnTo>
                  <a:lnTo>
                    <a:pt x="1001458" y="1004392"/>
                  </a:lnTo>
                  <a:lnTo>
                    <a:pt x="1001458" y="1010996"/>
                  </a:lnTo>
                  <a:lnTo>
                    <a:pt x="1003007" y="1014145"/>
                  </a:lnTo>
                  <a:lnTo>
                    <a:pt x="1005192" y="1015987"/>
                  </a:lnTo>
                  <a:lnTo>
                    <a:pt x="1007084" y="1018159"/>
                  </a:lnTo>
                  <a:lnTo>
                    <a:pt x="1010183" y="1019429"/>
                  </a:lnTo>
                  <a:lnTo>
                    <a:pt x="1016444" y="1019429"/>
                  </a:lnTo>
                  <a:lnTo>
                    <a:pt x="1019594" y="1018159"/>
                  </a:lnTo>
                  <a:lnTo>
                    <a:pt x="1021778" y="1015695"/>
                  </a:lnTo>
                  <a:lnTo>
                    <a:pt x="1023670" y="1014145"/>
                  </a:lnTo>
                  <a:lnTo>
                    <a:pt x="1024928" y="1010996"/>
                  </a:lnTo>
                  <a:lnTo>
                    <a:pt x="1024928" y="1004684"/>
                  </a:lnTo>
                  <a:close/>
                </a:path>
                <a:path w="1056640" h="1858010">
                  <a:moveTo>
                    <a:pt x="1024928" y="588695"/>
                  </a:moveTo>
                  <a:lnTo>
                    <a:pt x="1023670" y="585597"/>
                  </a:lnTo>
                  <a:lnTo>
                    <a:pt x="1021486" y="583349"/>
                  </a:lnTo>
                  <a:lnTo>
                    <a:pt x="1017409" y="579335"/>
                  </a:lnTo>
                  <a:lnTo>
                    <a:pt x="1009611" y="578993"/>
                  </a:lnTo>
                  <a:lnTo>
                    <a:pt x="1004912" y="583349"/>
                  </a:lnTo>
                  <a:lnTo>
                    <a:pt x="1002728" y="585597"/>
                  </a:lnTo>
                  <a:lnTo>
                    <a:pt x="1001458" y="588695"/>
                  </a:lnTo>
                  <a:lnTo>
                    <a:pt x="1001458" y="595007"/>
                  </a:lnTo>
                  <a:lnTo>
                    <a:pt x="1002728" y="597814"/>
                  </a:lnTo>
                  <a:lnTo>
                    <a:pt x="1007084" y="602170"/>
                  </a:lnTo>
                  <a:lnTo>
                    <a:pt x="1010183" y="603440"/>
                  </a:lnTo>
                  <a:lnTo>
                    <a:pt x="1016444" y="603440"/>
                  </a:lnTo>
                  <a:lnTo>
                    <a:pt x="1019594" y="602170"/>
                  </a:lnTo>
                  <a:lnTo>
                    <a:pt x="1021778" y="599998"/>
                  </a:lnTo>
                  <a:lnTo>
                    <a:pt x="1023670" y="597814"/>
                  </a:lnTo>
                  <a:lnTo>
                    <a:pt x="1024928" y="594664"/>
                  </a:lnTo>
                  <a:lnTo>
                    <a:pt x="1024928" y="588695"/>
                  </a:lnTo>
                  <a:close/>
                </a:path>
                <a:path w="1056640" h="1858010">
                  <a:moveTo>
                    <a:pt x="1024928" y="72288"/>
                  </a:moveTo>
                  <a:lnTo>
                    <a:pt x="1023670" y="69189"/>
                  </a:lnTo>
                  <a:lnTo>
                    <a:pt x="1017409" y="62941"/>
                  </a:lnTo>
                  <a:lnTo>
                    <a:pt x="1009611" y="62598"/>
                  </a:lnTo>
                  <a:lnTo>
                    <a:pt x="1004912" y="67017"/>
                  </a:lnTo>
                  <a:lnTo>
                    <a:pt x="1002728" y="69189"/>
                  </a:lnTo>
                  <a:lnTo>
                    <a:pt x="1001458" y="72009"/>
                  </a:lnTo>
                  <a:lnTo>
                    <a:pt x="1001458" y="78257"/>
                  </a:lnTo>
                  <a:lnTo>
                    <a:pt x="1002728" y="81419"/>
                  </a:lnTo>
                  <a:lnTo>
                    <a:pt x="1007084" y="85775"/>
                  </a:lnTo>
                  <a:lnTo>
                    <a:pt x="1010183" y="87033"/>
                  </a:lnTo>
                  <a:lnTo>
                    <a:pt x="1016444" y="87033"/>
                  </a:lnTo>
                  <a:lnTo>
                    <a:pt x="1019594" y="85775"/>
                  </a:lnTo>
                  <a:lnTo>
                    <a:pt x="1021778" y="83591"/>
                  </a:lnTo>
                  <a:lnTo>
                    <a:pt x="1023670" y="81419"/>
                  </a:lnTo>
                  <a:lnTo>
                    <a:pt x="1024928" y="78257"/>
                  </a:lnTo>
                  <a:lnTo>
                    <a:pt x="1024928" y="72288"/>
                  </a:lnTo>
                  <a:close/>
                </a:path>
                <a:path w="1056640" h="1858010">
                  <a:moveTo>
                    <a:pt x="1040536" y="494474"/>
                  </a:moveTo>
                  <a:lnTo>
                    <a:pt x="1039279" y="491667"/>
                  </a:lnTo>
                  <a:lnTo>
                    <a:pt x="1037158" y="489483"/>
                  </a:lnTo>
                  <a:lnTo>
                    <a:pt x="1033360" y="485406"/>
                  </a:lnTo>
                  <a:lnTo>
                    <a:pt x="1024928" y="485127"/>
                  </a:lnTo>
                  <a:lnTo>
                    <a:pt x="1018336" y="491667"/>
                  </a:lnTo>
                  <a:lnTo>
                    <a:pt x="1017130" y="494474"/>
                  </a:lnTo>
                  <a:lnTo>
                    <a:pt x="1017130" y="497636"/>
                  </a:lnTo>
                  <a:lnTo>
                    <a:pt x="1017130" y="501078"/>
                  </a:lnTo>
                  <a:lnTo>
                    <a:pt x="1018336" y="504228"/>
                  </a:lnTo>
                  <a:lnTo>
                    <a:pt x="1020851" y="506069"/>
                  </a:lnTo>
                  <a:lnTo>
                    <a:pt x="1022692" y="508304"/>
                  </a:lnTo>
                  <a:lnTo>
                    <a:pt x="1025855" y="509511"/>
                  </a:lnTo>
                  <a:lnTo>
                    <a:pt x="1032103" y="509511"/>
                  </a:lnTo>
                  <a:lnTo>
                    <a:pt x="1035253" y="508304"/>
                  </a:lnTo>
                  <a:lnTo>
                    <a:pt x="1037386" y="506069"/>
                  </a:lnTo>
                  <a:lnTo>
                    <a:pt x="1039279" y="504228"/>
                  </a:lnTo>
                  <a:lnTo>
                    <a:pt x="1040536" y="501078"/>
                  </a:lnTo>
                  <a:lnTo>
                    <a:pt x="1040536" y="494474"/>
                  </a:lnTo>
                  <a:close/>
                </a:path>
                <a:path w="1056640" h="1858010">
                  <a:moveTo>
                    <a:pt x="1040536" y="134607"/>
                  </a:moveTo>
                  <a:lnTo>
                    <a:pt x="1039279" y="131787"/>
                  </a:lnTo>
                  <a:lnTo>
                    <a:pt x="1033360" y="125539"/>
                  </a:lnTo>
                  <a:lnTo>
                    <a:pt x="1024928" y="125196"/>
                  </a:lnTo>
                  <a:lnTo>
                    <a:pt x="1020508" y="129552"/>
                  </a:lnTo>
                  <a:lnTo>
                    <a:pt x="1018336" y="131787"/>
                  </a:lnTo>
                  <a:lnTo>
                    <a:pt x="1017130" y="134607"/>
                  </a:lnTo>
                  <a:lnTo>
                    <a:pt x="1017066" y="137706"/>
                  </a:lnTo>
                  <a:lnTo>
                    <a:pt x="1017066" y="141198"/>
                  </a:lnTo>
                  <a:lnTo>
                    <a:pt x="1018336" y="144018"/>
                  </a:lnTo>
                  <a:lnTo>
                    <a:pt x="1020851" y="146189"/>
                  </a:lnTo>
                  <a:lnTo>
                    <a:pt x="1022692" y="148374"/>
                  </a:lnTo>
                  <a:lnTo>
                    <a:pt x="1025855" y="149631"/>
                  </a:lnTo>
                  <a:lnTo>
                    <a:pt x="1032103" y="149631"/>
                  </a:lnTo>
                  <a:lnTo>
                    <a:pt x="1035253" y="148374"/>
                  </a:lnTo>
                  <a:lnTo>
                    <a:pt x="1037386" y="146189"/>
                  </a:lnTo>
                  <a:lnTo>
                    <a:pt x="1039279" y="144018"/>
                  </a:lnTo>
                  <a:lnTo>
                    <a:pt x="1040536" y="141198"/>
                  </a:lnTo>
                  <a:lnTo>
                    <a:pt x="1040536" y="134607"/>
                  </a:lnTo>
                  <a:close/>
                </a:path>
                <a:path w="1056640" h="1858010">
                  <a:moveTo>
                    <a:pt x="1056208" y="275412"/>
                  </a:moveTo>
                  <a:lnTo>
                    <a:pt x="1055001" y="272592"/>
                  </a:lnTo>
                  <a:lnTo>
                    <a:pt x="1052753" y="270421"/>
                  </a:lnTo>
                  <a:lnTo>
                    <a:pt x="1049032" y="266395"/>
                  </a:lnTo>
                  <a:lnTo>
                    <a:pt x="1040879" y="266052"/>
                  </a:lnTo>
                  <a:lnTo>
                    <a:pt x="1036180" y="270421"/>
                  </a:lnTo>
                  <a:lnTo>
                    <a:pt x="1033995" y="272592"/>
                  </a:lnTo>
                  <a:lnTo>
                    <a:pt x="1032738" y="275412"/>
                  </a:lnTo>
                  <a:lnTo>
                    <a:pt x="1032738" y="282003"/>
                  </a:lnTo>
                  <a:lnTo>
                    <a:pt x="1033995" y="284822"/>
                  </a:lnTo>
                  <a:lnTo>
                    <a:pt x="1038352" y="289179"/>
                  </a:lnTo>
                  <a:lnTo>
                    <a:pt x="1041514" y="290436"/>
                  </a:lnTo>
                  <a:lnTo>
                    <a:pt x="1047762" y="290436"/>
                  </a:lnTo>
                  <a:lnTo>
                    <a:pt x="1050925" y="289179"/>
                  </a:lnTo>
                  <a:lnTo>
                    <a:pt x="1053109" y="286994"/>
                  </a:lnTo>
                  <a:lnTo>
                    <a:pt x="1055001" y="284822"/>
                  </a:lnTo>
                  <a:lnTo>
                    <a:pt x="1056208" y="282003"/>
                  </a:lnTo>
                  <a:lnTo>
                    <a:pt x="1056208" y="275412"/>
                  </a:lnTo>
                  <a:close/>
                </a:path>
              </a:pathLst>
            </a:custGeom>
            <a:solidFill>
              <a:srgbClr val="F5BD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48322" y="4393450"/>
              <a:ext cx="1056640" cy="1082040"/>
            </a:xfrm>
            <a:custGeom>
              <a:avLst/>
              <a:gdLst/>
              <a:ahLst/>
              <a:cxnLst/>
              <a:rect l="l" t="t" r="r" b="b"/>
              <a:pathLst>
                <a:path w="1056640" h="1082039">
                  <a:moveTo>
                    <a:pt x="23456" y="605396"/>
                  </a:moveTo>
                  <a:lnTo>
                    <a:pt x="22199" y="602526"/>
                  </a:lnTo>
                  <a:lnTo>
                    <a:pt x="20015" y="600341"/>
                  </a:lnTo>
                  <a:lnTo>
                    <a:pt x="15659" y="595985"/>
                  </a:lnTo>
                  <a:lnTo>
                    <a:pt x="7797" y="595985"/>
                  </a:lnTo>
                  <a:lnTo>
                    <a:pt x="3441" y="600341"/>
                  </a:lnTo>
                  <a:lnTo>
                    <a:pt x="1257" y="602576"/>
                  </a:lnTo>
                  <a:lnTo>
                    <a:pt x="0" y="605675"/>
                  </a:lnTo>
                  <a:lnTo>
                    <a:pt x="0" y="611644"/>
                  </a:lnTo>
                  <a:lnTo>
                    <a:pt x="1257" y="614807"/>
                  </a:lnTo>
                  <a:lnTo>
                    <a:pt x="5562" y="619163"/>
                  </a:lnTo>
                  <a:lnTo>
                    <a:pt x="8712" y="620369"/>
                  </a:lnTo>
                  <a:lnTo>
                    <a:pt x="14973" y="620369"/>
                  </a:lnTo>
                  <a:lnTo>
                    <a:pt x="17780" y="619163"/>
                  </a:lnTo>
                  <a:lnTo>
                    <a:pt x="22199" y="614807"/>
                  </a:lnTo>
                  <a:lnTo>
                    <a:pt x="23456" y="611644"/>
                  </a:lnTo>
                  <a:lnTo>
                    <a:pt x="23456" y="605396"/>
                  </a:lnTo>
                  <a:close/>
                </a:path>
                <a:path w="1056640" h="1082039">
                  <a:moveTo>
                    <a:pt x="23456" y="456730"/>
                  </a:moveTo>
                  <a:lnTo>
                    <a:pt x="22199" y="453923"/>
                  </a:lnTo>
                  <a:lnTo>
                    <a:pt x="20015" y="451739"/>
                  </a:lnTo>
                  <a:lnTo>
                    <a:pt x="15938" y="447319"/>
                  </a:lnTo>
                  <a:lnTo>
                    <a:pt x="7797" y="447319"/>
                  </a:lnTo>
                  <a:lnTo>
                    <a:pt x="1257" y="453923"/>
                  </a:lnTo>
                  <a:lnTo>
                    <a:pt x="0" y="456730"/>
                  </a:lnTo>
                  <a:lnTo>
                    <a:pt x="0" y="462978"/>
                  </a:lnTo>
                  <a:lnTo>
                    <a:pt x="1257" y="466140"/>
                  </a:lnTo>
                  <a:lnTo>
                    <a:pt x="5562" y="470496"/>
                  </a:lnTo>
                  <a:lnTo>
                    <a:pt x="8712" y="471766"/>
                  </a:lnTo>
                  <a:lnTo>
                    <a:pt x="14973" y="471766"/>
                  </a:lnTo>
                  <a:lnTo>
                    <a:pt x="17780" y="470496"/>
                  </a:lnTo>
                  <a:lnTo>
                    <a:pt x="22199" y="466140"/>
                  </a:lnTo>
                  <a:lnTo>
                    <a:pt x="23456" y="463321"/>
                  </a:lnTo>
                  <a:lnTo>
                    <a:pt x="23456" y="456730"/>
                  </a:lnTo>
                  <a:close/>
                </a:path>
                <a:path w="1056640" h="1082039">
                  <a:moveTo>
                    <a:pt x="39128" y="675792"/>
                  </a:moveTo>
                  <a:lnTo>
                    <a:pt x="37858" y="672693"/>
                  </a:lnTo>
                  <a:lnTo>
                    <a:pt x="35623" y="670801"/>
                  </a:lnTo>
                  <a:lnTo>
                    <a:pt x="31267" y="666445"/>
                  </a:lnTo>
                  <a:lnTo>
                    <a:pt x="23456" y="666445"/>
                  </a:lnTo>
                  <a:lnTo>
                    <a:pt x="19037" y="670801"/>
                  </a:lnTo>
                  <a:lnTo>
                    <a:pt x="16865" y="672693"/>
                  </a:lnTo>
                  <a:lnTo>
                    <a:pt x="15659" y="675792"/>
                  </a:lnTo>
                  <a:lnTo>
                    <a:pt x="15659" y="682396"/>
                  </a:lnTo>
                  <a:lnTo>
                    <a:pt x="16865" y="685495"/>
                  </a:lnTo>
                  <a:lnTo>
                    <a:pt x="19392" y="687387"/>
                  </a:lnTo>
                  <a:lnTo>
                    <a:pt x="21285" y="689571"/>
                  </a:lnTo>
                  <a:lnTo>
                    <a:pt x="24384" y="690829"/>
                  </a:lnTo>
                  <a:lnTo>
                    <a:pt x="30632" y="690829"/>
                  </a:lnTo>
                  <a:lnTo>
                    <a:pt x="33439" y="689571"/>
                  </a:lnTo>
                  <a:lnTo>
                    <a:pt x="35623" y="687387"/>
                  </a:lnTo>
                  <a:lnTo>
                    <a:pt x="37858" y="685495"/>
                  </a:lnTo>
                  <a:lnTo>
                    <a:pt x="39128" y="682396"/>
                  </a:lnTo>
                  <a:lnTo>
                    <a:pt x="39128" y="675792"/>
                  </a:lnTo>
                  <a:close/>
                </a:path>
                <a:path w="1056640" h="1082039">
                  <a:moveTo>
                    <a:pt x="39128" y="534987"/>
                  </a:moveTo>
                  <a:lnTo>
                    <a:pt x="37858" y="532180"/>
                  </a:lnTo>
                  <a:lnTo>
                    <a:pt x="31267" y="525576"/>
                  </a:lnTo>
                  <a:lnTo>
                    <a:pt x="23456" y="525576"/>
                  </a:lnTo>
                  <a:lnTo>
                    <a:pt x="19037" y="529945"/>
                  </a:lnTo>
                  <a:lnTo>
                    <a:pt x="16916" y="532180"/>
                  </a:lnTo>
                  <a:lnTo>
                    <a:pt x="15659" y="535279"/>
                  </a:lnTo>
                  <a:lnTo>
                    <a:pt x="15659" y="541591"/>
                  </a:lnTo>
                  <a:lnTo>
                    <a:pt x="16916" y="544398"/>
                  </a:lnTo>
                  <a:lnTo>
                    <a:pt x="19037" y="546582"/>
                  </a:lnTo>
                  <a:lnTo>
                    <a:pt x="21285" y="548767"/>
                  </a:lnTo>
                  <a:lnTo>
                    <a:pt x="24384" y="550024"/>
                  </a:lnTo>
                  <a:lnTo>
                    <a:pt x="27533" y="550024"/>
                  </a:lnTo>
                  <a:lnTo>
                    <a:pt x="30632" y="550024"/>
                  </a:lnTo>
                  <a:lnTo>
                    <a:pt x="33439" y="548767"/>
                  </a:lnTo>
                  <a:lnTo>
                    <a:pt x="37858" y="544398"/>
                  </a:lnTo>
                  <a:lnTo>
                    <a:pt x="39128" y="541591"/>
                  </a:lnTo>
                  <a:lnTo>
                    <a:pt x="39128" y="534987"/>
                  </a:lnTo>
                  <a:close/>
                </a:path>
                <a:path w="1056640" h="1082039">
                  <a:moveTo>
                    <a:pt x="54737" y="738682"/>
                  </a:moveTo>
                  <a:lnTo>
                    <a:pt x="53759" y="735876"/>
                  </a:lnTo>
                  <a:lnTo>
                    <a:pt x="51638" y="733399"/>
                  </a:lnTo>
                  <a:lnTo>
                    <a:pt x="46926" y="728700"/>
                  </a:lnTo>
                  <a:lnTo>
                    <a:pt x="39128" y="728980"/>
                  </a:lnTo>
                  <a:lnTo>
                    <a:pt x="32524" y="735584"/>
                  </a:lnTo>
                  <a:lnTo>
                    <a:pt x="31267" y="738682"/>
                  </a:lnTo>
                  <a:lnTo>
                    <a:pt x="31267" y="744651"/>
                  </a:lnTo>
                  <a:lnTo>
                    <a:pt x="32524" y="747801"/>
                  </a:lnTo>
                  <a:lnTo>
                    <a:pt x="36893" y="752170"/>
                  </a:lnTo>
                  <a:lnTo>
                    <a:pt x="40043" y="753427"/>
                  </a:lnTo>
                  <a:lnTo>
                    <a:pt x="46291" y="753427"/>
                  </a:lnTo>
                  <a:lnTo>
                    <a:pt x="49110" y="752170"/>
                  </a:lnTo>
                  <a:lnTo>
                    <a:pt x="53530" y="747801"/>
                  </a:lnTo>
                  <a:lnTo>
                    <a:pt x="54737" y="744651"/>
                  </a:lnTo>
                  <a:lnTo>
                    <a:pt x="54737" y="738682"/>
                  </a:lnTo>
                  <a:close/>
                </a:path>
                <a:path w="1056640" h="1082039">
                  <a:moveTo>
                    <a:pt x="86055" y="1004404"/>
                  </a:moveTo>
                  <a:lnTo>
                    <a:pt x="84797" y="1001585"/>
                  </a:lnTo>
                  <a:lnTo>
                    <a:pt x="82613" y="999401"/>
                  </a:lnTo>
                  <a:lnTo>
                    <a:pt x="78193" y="995045"/>
                  </a:lnTo>
                  <a:lnTo>
                    <a:pt x="70396" y="995045"/>
                  </a:lnTo>
                  <a:lnTo>
                    <a:pt x="63792" y="1001585"/>
                  </a:lnTo>
                  <a:lnTo>
                    <a:pt x="62534" y="1004684"/>
                  </a:lnTo>
                  <a:lnTo>
                    <a:pt x="62534" y="1010996"/>
                  </a:lnTo>
                  <a:lnTo>
                    <a:pt x="63792" y="1013802"/>
                  </a:lnTo>
                  <a:lnTo>
                    <a:pt x="66319" y="1015987"/>
                  </a:lnTo>
                  <a:lnTo>
                    <a:pt x="68211" y="1018171"/>
                  </a:lnTo>
                  <a:lnTo>
                    <a:pt x="71310" y="1019429"/>
                  </a:lnTo>
                  <a:lnTo>
                    <a:pt x="77571" y="1019429"/>
                  </a:lnTo>
                  <a:lnTo>
                    <a:pt x="80378" y="1018171"/>
                  </a:lnTo>
                  <a:lnTo>
                    <a:pt x="84797" y="1013802"/>
                  </a:lnTo>
                  <a:lnTo>
                    <a:pt x="86055" y="1010996"/>
                  </a:lnTo>
                  <a:lnTo>
                    <a:pt x="86055" y="1004404"/>
                  </a:lnTo>
                  <a:close/>
                </a:path>
                <a:path w="1056640" h="1082039">
                  <a:moveTo>
                    <a:pt x="86055" y="816597"/>
                  </a:moveTo>
                  <a:lnTo>
                    <a:pt x="84797" y="813498"/>
                  </a:lnTo>
                  <a:lnTo>
                    <a:pt x="82613" y="811606"/>
                  </a:lnTo>
                  <a:lnTo>
                    <a:pt x="78549" y="807250"/>
                  </a:lnTo>
                  <a:lnTo>
                    <a:pt x="70396" y="807250"/>
                  </a:lnTo>
                  <a:lnTo>
                    <a:pt x="63792" y="813790"/>
                  </a:lnTo>
                  <a:lnTo>
                    <a:pt x="62534" y="816597"/>
                  </a:lnTo>
                  <a:lnTo>
                    <a:pt x="62534" y="823252"/>
                  </a:lnTo>
                  <a:lnTo>
                    <a:pt x="63792" y="826350"/>
                  </a:lnTo>
                  <a:lnTo>
                    <a:pt x="66319" y="828192"/>
                  </a:lnTo>
                  <a:lnTo>
                    <a:pt x="68211" y="830376"/>
                  </a:lnTo>
                  <a:lnTo>
                    <a:pt x="71310" y="831697"/>
                  </a:lnTo>
                  <a:lnTo>
                    <a:pt x="77571" y="831697"/>
                  </a:lnTo>
                  <a:lnTo>
                    <a:pt x="80378" y="830376"/>
                  </a:lnTo>
                  <a:lnTo>
                    <a:pt x="82613" y="828192"/>
                  </a:lnTo>
                  <a:lnTo>
                    <a:pt x="84797" y="826350"/>
                  </a:lnTo>
                  <a:lnTo>
                    <a:pt x="86055" y="823252"/>
                  </a:lnTo>
                  <a:lnTo>
                    <a:pt x="86055" y="816597"/>
                  </a:lnTo>
                  <a:close/>
                </a:path>
                <a:path w="1056640" h="1082039">
                  <a:moveTo>
                    <a:pt x="117335" y="613486"/>
                  </a:moveTo>
                  <a:lnTo>
                    <a:pt x="116065" y="610387"/>
                  </a:lnTo>
                  <a:lnTo>
                    <a:pt x="114173" y="608203"/>
                  </a:lnTo>
                  <a:lnTo>
                    <a:pt x="109181" y="603846"/>
                  </a:lnTo>
                  <a:lnTo>
                    <a:pt x="102006" y="603846"/>
                  </a:lnTo>
                  <a:lnTo>
                    <a:pt x="97650" y="608203"/>
                  </a:lnTo>
                  <a:lnTo>
                    <a:pt x="95123" y="610387"/>
                  </a:lnTo>
                  <a:lnTo>
                    <a:pt x="93865" y="613537"/>
                  </a:lnTo>
                  <a:lnTo>
                    <a:pt x="93865" y="619455"/>
                  </a:lnTo>
                  <a:lnTo>
                    <a:pt x="95123" y="622604"/>
                  </a:lnTo>
                  <a:lnTo>
                    <a:pt x="99491" y="626973"/>
                  </a:lnTo>
                  <a:lnTo>
                    <a:pt x="102641" y="628230"/>
                  </a:lnTo>
                  <a:lnTo>
                    <a:pt x="108902" y="628230"/>
                  </a:lnTo>
                  <a:lnTo>
                    <a:pt x="111709" y="626973"/>
                  </a:lnTo>
                  <a:lnTo>
                    <a:pt x="116065" y="622604"/>
                  </a:lnTo>
                  <a:lnTo>
                    <a:pt x="117335" y="619455"/>
                  </a:lnTo>
                  <a:lnTo>
                    <a:pt x="117335" y="613486"/>
                  </a:lnTo>
                  <a:close/>
                </a:path>
                <a:path w="1056640" h="1082039">
                  <a:moveTo>
                    <a:pt x="117335" y="566547"/>
                  </a:moveTo>
                  <a:lnTo>
                    <a:pt x="116065" y="563448"/>
                  </a:lnTo>
                  <a:lnTo>
                    <a:pt x="114173" y="561276"/>
                  </a:lnTo>
                  <a:lnTo>
                    <a:pt x="109524" y="556907"/>
                  </a:lnTo>
                  <a:lnTo>
                    <a:pt x="101727" y="556907"/>
                  </a:lnTo>
                  <a:lnTo>
                    <a:pt x="95123" y="563448"/>
                  </a:lnTo>
                  <a:lnTo>
                    <a:pt x="93865" y="566547"/>
                  </a:lnTo>
                  <a:lnTo>
                    <a:pt x="93865" y="572516"/>
                  </a:lnTo>
                  <a:lnTo>
                    <a:pt x="95123" y="575678"/>
                  </a:lnTo>
                  <a:lnTo>
                    <a:pt x="99491" y="580034"/>
                  </a:lnTo>
                  <a:lnTo>
                    <a:pt x="102641" y="581291"/>
                  </a:lnTo>
                  <a:lnTo>
                    <a:pt x="108902" y="581291"/>
                  </a:lnTo>
                  <a:lnTo>
                    <a:pt x="111709" y="580034"/>
                  </a:lnTo>
                  <a:lnTo>
                    <a:pt x="116065" y="575678"/>
                  </a:lnTo>
                  <a:lnTo>
                    <a:pt x="117335" y="572516"/>
                  </a:lnTo>
                  <a:lnTo>
                    <a:pt x="117335" y="566547"/>
                  </a:lnTo>
                  <a:close/>
                </a:path>
                <a:path w="1056640" h="1082039">
                  <a:moveTo>
                    <a:pt x="125196" y="1060919"/>
                  </a:moveTo>
                  <a:lnTo>
                    <a:pt x="124853" y="1059370"/>
                  </a:lnTo>
                  <a:lnTo>
                    <a:pt x="123698" y="1056500"/>
                  </a:lnTo>
                  <a:lnTo>
                    <a:pt x="122834" y="1055230"/>
                  </a:lnTo>
                  <a:lnTo>
                    <a:pt x="121691" y="1054150"/>
                  </a:lnTo>
                  <a:lnTo>
                    <a:pt x="117335" y="1049782"/>
                  </a:lnTo>
                  <a:lnTo>
                    <a:pt x="109524" y="1049782"/>
                  </a:lnTo>
                  <a:lnTo>
                    <a:pt x="105105" y="1054150"/>
                  </a:lnTo>
                  <a:lnTo>
                    <a:pt x="101727" y="1061034"/>
                  </a:lnTo>
                  <a:lnTo>
                    <a:pt x="101727" y="1064133"/>
                  </a:lnTo>
                  <a:lnTo>
                    <a:pt x="110451" y="1074229"/>
                  </a:lnTo>
                  <a:lnTo>
                    <a:pt x="116408" y="1074229"/>
                  </a:lnTo>
                  <a:lnTo>
                    <a:pt x="125196" y="1064247"/>
                  </a:lnTo>
                  <a:lnTo>
                    <a:pt x="125196" y="1060919"/>
                  </a:lnTo>
                  <a:close/>
                </a:path>
                <a:path w="1056640" h="1082039">
                  <a:moveTo>
                    <a:pt x="132994" y="957465"/>
                  </a:moveTo>
                  <a:lnTo>
                    <a:pt x="131737" y="954366"/>
                  </a:lnTo>
                  <a:lnTo>
                    <a:pt x="129552" y="952474"/>
                  </a:lnTo>
                  <a:lnTo>
                    <a:pt x="125196" y="948055"/>
                  </a:lnTo>
                  <a:lnTo>
                    <a:pt x="117335" y="948055"/>
                  </a:lnTo>
                  <a:lnTo>
                    <a:pt x="112966" y="952474"/>
                  </a:lnTo>
                  <a:lnTo>
                    <a:pt x="110794" y="954366"/>
                  </a:lnTo>
                  <a:lnTo>
                    <a:pt x="109524" y="957465"/>
                  </a:lnTo>
                  <a:lnTo>
                    <a:pt x="109524" y="964057"/>
                  </a:lnTo>
                  <a:lnTo>
                    <a:pt x="110794" y="967155"/>
                  </a:lnTo>
                  <a:lnTo>
                    <a:pt x="113258" y="969048"/>
                  </a:lnTo>
                  <a:lnTo>
                    <a:pt x="115150" y="971232"/>
                  </a:lnTo>
                  <a:lnTo>
                    <a:pt x="118249" y="972502"/>
                  </a:lnTo>
                  <a:lnTo>
                    <a:pt x="124498" y="972502"/>
                  </a:lnTo>
                  <a:lnTo>
                    <a:pt x="127317" y="971232"/>
                  </a:lnTo>
                  <a:lnTo>
                    <a:pt x="129552" y="969048"/>
                  </a:lnTo>
                  <a:lnTo>
                    <a:pt x="131737" y="967155"/>
                  </a:lnTo>
                  <a:lnTo>
                    <a:pt x="132994" y="964057"/>
                  </a:lnTo>
                  <a:lnTo>
                    <a:pt x="132994" y="957465"/>
                  </a:lnTo>
                  <a:close/>
                </a:path>
                <a:path w="1056640" h="1082039">
                  <a:moveTo>
                    <a:pt x="132994" y="707072"/>
                  </a:moveTo>
                  <a:lnTo>
                    <a:pt x="131737" y="704253"/>
                  </a:lnTo>
                  <a:lnTo>
                    <a:pt x="125196" y="697712"/>
                  </a:lnTo>
                  <a:lnTo>
                    <a:pt x="117335" y="697712"/>
                  </a:lnTo>
                  <a:lnTo>
                    <a:pt x="110794" y="704253"/>
                  </a:lnTo>
                  <a:lnTo>
                    <a:pt x="109524" y="707072"/>
                  </a:lnTo>
                  <a:lnTo>
                    <a:pt x="109524" y="713727"/>
                  </a:lnTo>
                  <a:lnTo>
                    <a:pt x="110794" y="716483"/>
                  </a:lnTo>
                  <a:lnTo>
                    <a:pt x="115150" y="720839"/>
                  </a:lnTo>
                  <a:lnTo>
                    <a:pt x="118249" y="722160"/>
                  </a:lnTo>
                  <a:lnTo>
                    <a:pt x="121399" y="722160"/>
                  </a:lnTo>
                  <a:lnTo>
                    <a:pt x="124498" y="722160"/>
                  </a:lnTo>
                  <a:lnTo>
                    <a:pt x="127317" y="720890"/>
                  </a:lnTo>
                  <a:lnTo>
                    <a:pt x="131737" y="716483"/>
                  </a:lnTo>
                  <a:lnTo>
                    <a:pt x="132994" y="713727"/>
                  </a:lnTo>
                  <a:lnTo>
                    <a:pt x="132994" y="707072"/>
                  </a:lnTo>
                  <a:close/>
                </a:path>
                <a:path w="1056640" h="1082039">
                  <a:moveTo>
                    <a:pt x="164261" y="800989"/>
                  </a:moveTo>
                  <a:lnTo>
                    <a:pt x="163055" y="798182"/>
                  </a:lnTo>
                  <a:lnTo>
                    <a:pt x="160820" y="795947"/>
                  </a:lnTo>
                  <a:lnTo>
                    <a:pt x="156743" y="791591"/>
                  </a:lnTo>
                  <a:lnTo>
                    <a:pt x="148653" y="791591"/>
                  </a:lnTo>
                  <a:lnTo>
                    <a:pt x="144246" y="795947"/>
                  </a:lnTo>
                  <a:lnTo>
                    <a:pt x="142062" y="798182"/>
                  </a:lnTo>
                  <a:lnTo>
                    <a:pt x="140804" y="800989"/>
                  </a:lnTo>
                  <a:lnTo>
                    <a:pt x="140804" y="807593"/>
                  </a:lnTo>
                  <a:lnTo>
                    <a:pt x="142062" y="810399"/>
                  </a:lnTo>
                  <a:lnTo>
                    <a:pt x="144526" y="812584"/>
                  </a:lnTo>
                  <a:lnTo>
                    <a:pt x="146418" y="814768"/>
                  </a:lnTo>
                  <a:lnTo>
                    <a:pt x="149580" y="816025"/>
                  </a:lnTo>
                  <a:lnTo>
                    <a:pt x="155829" y="816025"/>
                  </a:lnTo>
                  <a:lnTo>
                    <a:pt x="158648" y="814768"/>
                  </a:lnTo>
                  <a:lnTo>
                    <a:pt x="160820" y="812584"/>
                  </a:lnTo>
                  <a:lnTo>
                    <a:pt x="163055" y="810691"/>
                  </a:lnTo>
                  <a:lnTo>
                    <a:pt x="164261" y="807593"/>
                  </a:lnTo>
                  <a:lnTo>
                    <a:pt x="164261" y="800989"/>
                  </a:lnTo>
                  <a:close/>
                </a:path>
                <a:path w="1056640" h="1082039">
                  <a:moveTo>
                    <a:pt x="195592" y="1051331"/>
                  </a:moveTo>
                  <a:lnTo>
                    <a:pt x="194335" y="1048524"/>
                  </a:lnTo>
                  <a:lnTo>
                    <a:pt x="192151" y="1046340"/>
                  </a:lnTo>
                  <a:lnTo>
                    <a:pt x="188074" y="1041984"/>
                  </a:lnTo>
                  <a:lnTo>
                    <a:pt x="179933" y="1041984"/>
                  </a:lnTo>
                  <a:lnTo>
                    <a:pt x="175514" y="1046340"/>
                  </a:lnTo>
                  <a:lnTo>
                    <a:pt x="173393" y="1048524"/>
                  </a:lnTo>
                  <a:lnTo>
                    <a:pt x="172123" y="1051674"/>
                  </a:lnTo>
                  <a:lnTo>
                    <a:pt x="172123" y="1054773"/>
                  </a:lnTo>
                  <a:lnTo>
                    <a:pt x="172123" y="1057592"/>
                  </a:lnTo>
                  <a:lnTo>
                    <a:pt x="173393" y="1060742"/>
                  </a:lnTo>
                  <a:lnTo>
                    <a:pt x="177749" y="1065161"/>
                  </a:lnTo>
                  <a:lnTo>
                    <a:pt x="180848" y="1066368"/>
                  </a:lnTo>
                  <a:lnTo>
                    <a:pt x="187096" y="1066368"/>
                  </a:lnTo>
                  <a:lnTo>
                    <a:pt x="189915" y="1065161"/>
                  </a:lnTo>
                  <a:lnTo>
                    <a:pt x="194335" y="1060742"/>
                  </a:lnTo>
                  <a:lnTo>
                    <a:pt x="195592" y="1057935"/>
                  </a:lnTo>
                  <a:lnTo>
                    <a:pt x="195592" y="1051331"/>
                  </a:lnTo>
                  <a:close/>
                </a:path>
                <a:path w="1056640" h="1082039">
                  <a:moveTo>
                    <a:pt x="211201" y="910526"/>
                  </a:moveTo>
                  <a:lnTo>
                    <a:pt x="209943" y="907719"/>
                  </a:lnTo>
                  <a:lnTo>
                    <a:pt x="207759" y="905484"/>
                  </a:lnTo>
                  <a:lnTo>
                    <a:pt x="203403" y="901115"/>
                  </a:lnTo>
                  <a:lnTo>
                    <a:pt x="195592" y="901115"/>
                  </a:lnTo>
                  <a:lnTo>
                    <a:pt x="191173" y="905484"/>
                  </a:lnTo>
                  <a:lnTo>
                    <a:pt x="189001" y="907719"/>
                  </a:lnTo>
                  <a:lnTo>
                    <a:pt x="187731" y="910818"/>
                  </a:lnTo>
                  <a:lnTo>
                    <a:pt x="187731" y="913968"/>
                  </a:lnTo>
                  <a:lnTo>
                    <a:pt x="187731" y="916787"/>
                  </a:lnTo>
                  <a:lnTo>
                    <a:pt x="189001" y="919937"/>
                  </a:lnTo>
                  <a:lnTo>
                    <a:pt x="193357" y="924293"/>
                  </a:lnTo>
                  <a:lnTo>
                    <a:pt x="196456" y="925563"/>
                  </a:lnTo>
                  <a:lnTo>
                    <a:pt x="202768" y="925563"/>
                  </a:lnTo>
                  <a:lnTo>
                    <a:pt x="205574" y="924293"/>
                  </a:lnTo>
                  <a:lnTo>
                    <a:pt x="209943" y="919937"/>
                  </a:lnTo>
                  <a:lnTo>
                    <a:pt x="211201" y="917130"/>
                  </a:lnTo>
                  <a:lnTo>
                    <a:pt x="211201" y="910526"/>
                  </a:lnTo>
                  <a:close/>
                </a:path>
                <a:path w="1056640" h="1082039">
                  <a:moveTo>
                    <a:pt x="273799" y="1004404"/>
                  </a:moveTo>
                  <a:lnTo>
                    <a:pt x="272592" y="1001585"/>
                  </a:lnTo>
                  <a:lnTo>
                    <a:pt x="270357" y="999401"/>
                  </a:lnTo>
                  <a:lnTo>
                    <a:pt x="266001" y="995045"/>
                  </a:lnTo>
                  <a:lnTo>
                    <a:pt x="258191" y="995045"/>
                  </a:lnTo>
                  <a:lnTo>
                    <a:pt x="251599" y="1001585"/>
                  </a:lnTo>
                  <a:lnTo>
                    <a:pt x="250329" y="1004684"/>
                  </a:lnTo>
                  <a:lnTo>
                    <a:pt x="250329" y="1010653"/>
                  </a:lnTo>
                  <a:lnTo>
                    <a:pt x="251599" y="1013802"/>
                  </a:lnTo>
                  <a:lnTo>
                    <a:pt x="255955" y="1018171"/>
                  </a:lnTo>
                  <a:lnTo>
                    <a:pt x="259105" y="1019429"/>
                  </a:lnTo>
                  <a:lnTo>
                    <a:pt x="265366" y="1019429"/>
                  </a:lnTo>
                  <a:lnTo>
                    <a:pt x="268173" y="1018171"/>
                  </a:lnTo>
                  <a:lnTo>
                    <a:pt x="272592" y="1013802"/>
                  </a:lnTo>
                  <a:lnTo>
                    <a:pt x="273799" y="1010996"/>
                  </a:lnTo>
                  <a:lnTo>
                    <a:pt x="273799" y="1004404"/>
                  </a:lnTo>
                  <a:close/>
                </a:path>
                <a:path w="1056640" h="1082039">
                  <a:moveTo>
                    <a:pt x="289458" y="800989"/>
                  </a:moveTo>
                  <a:lnTo>
                    <a:pt x="288201" y="798182"/>
                  </a:lnTo>
                  <a:lnTo>
                    <a:pt x="286016" y="795947"/>
                  </a:lnTo>
                  <a:lnTo>
                    <a:pt x="281609" y="791591"/>
                  </a:lnTo>
                  <a:lnTo>
                    <a:pt x="273799" y="791591"/>
                  </a:lnTo>
                  <a:lnTo>
                    <a:pt x="269379" y="795947"/>
                  </a:lnTo>
                  <a:lnTo>
                    <a:pt x="267258" y="798474"/>
                  </a:lnTo>
                  <a:lnTo>
                    <a:pt x="266001" y="801281"/>
                  </a:lnTo>
                  <a:lnTo>
                    <a:pt x="266001" y="804443"/>
                  </a:lnTo>
                  <a:lnTo>
                    <a:pt x="266001" y="807250"/>
                  </a:lnTo>
                  <a:lnTo>
                    <a:pt x="267258" y="810399"/>
                  </a:lnTo>
                  <a:lnTo>
                    <a:pt x="269379" y="812584"/>
                  </a:lnTo>
                  <a:lnTo>
                    <a:pt x="271907" y="814768"/>
                  </a:lnTo>
                  <a:lnTo>
                    <a:pt x="274713" y="816025"/>
                  </a:lnTo>
                  <a:lnTo>
                    <a:pt x="280682" y="816025"/>
                  </a:lnTo>
                  <a:lnTo>
                    <a:pt x="283781" y="814768"/>
                  </a:lnTo>
                  <a:lnTo>
                    <a:pt x="288201" y="810399"/>
                  </a:lnTo>
                  <a:lnTo>
                    <a:pt x="289458" y="807593"/>
                  </a:lnTo>
                  <a:lnTo>
                    <a:pt x="289458" y="800989"/>
                  </a:lnTo>
                  <a:close/>
                </a:path>
                <a:path w="1056640" h="1082039">
                  <a:moveTo>
                    <a:pt x="305130" y="723074"/>
                  </a:moveTo>
                  <a:lnTo>
                    <a:pt x="303860" y="719924"/>
                  </a:lnTo>
                  <a:lnTo>
                    <a:pt x="297319" y="713384"/>
                  </a:lnTo>
                  <a:lnTo>
                    <a:pt x="289458" y="713384"/>
                  </a:lnTo>
                  <a:lnTo>
                    <a:pt x="285051" y="717740"/>
                  </a:lnTo>
                  <a:lnTo>
                    <a:pt x="282917" y="719924"/>
                  </a:lnTo>
                  <a:lnTo>
                    <a:pt x="281660" y="723074"/>
                  </a:lnTo>
                  <a:lnTo>
                    <a:pt x="281660" y="726173"/>
                  </a:lnTo>
                  <a:lnTo>
                    <a:pt x="281660" y="728980"/>
                  </a:lnTo>
                  <a:lnTo>
                    <a:pt x="282917" y="732142"/>
                  </a:lnTo>
                  <a:lnTo>
                    <a:pt x="285051" y="734326"/>
                  </a:lnTo>
                  <a:lnTo>
                    <a:pt x="287566" y="736498"/>
                  </a:lnTo>
                  <a:lnTo>
                    <a:pt x="290385" y="737768"/>
                  </a:lnTo>
                  <a:lnTo>
                    <a:pt x="296354" y="737768"/>
                  </a:lnTo>
                  <a:lnTo>
                    <a:pt x="299453" y="736498"/>
                  </a:lnTo>
                  <a:lnTo>
                    <a:pt x="303860" y="732142"/>
                  </a:lnTo>
                  <a:lnTo>
                    <a:pt x="305130" y="729335"/>
                  </a:lnTo>
                  <a:lnTo>
                    <a:pt x="305130" y="723074"/>
                  </a:lnTo>
                  <a:close/>
                </a:path>
                <a:path w="1056640" h="1082039">
                  <a:moveTo>
                    <a:pt x="336397" y="785622"/>
                  </a:moveTo>
                  <a:lnTo>
                    <a:pt x="335191" y="782523"/>
                  </a:lnTo>
                  <a:lnTo>
                    <a:pt x="332955" y="780338"/>
                  </a:lnTo>
                  <a:lnTo>
                    <a:pt x="328599" y="775982"/>
                  </a:lnTo>
                  <a:lnTo>
                    <a:pt x="320789" y="775982"/>
                  </a:lnTo>
                  <a:lnTo>
                    <a:pt x="314198" y="782523"/>
                  </a:lnTo>
                  <a:lnTo>
                    <a:pt x="312928" y="785622"/>
                  </a:lnTo>
                  <a:lnTo>
                    <a:pt x="312928" y="791591"/>
                  </a:lnTo>
                  <a:lnTo>
                    <a:pt x="314198" y="794740"/>
                  </a:lnTo>
                  <a:lnTo>
                    <a:pt x="316369" y="796925"/>
                  </a:lnTo>
                  <a:lnTo>
                    <a:pt x="318897" y="799096"/>
                  </a:lnTo>
                  <a:lnTo>
                    <a:pt x="321716" y="800366"/>
                  </a:lnTo>
                  <a:lnTo>
                    <a:pt x="327672" y="800366"/>
                  </a:lnTo>
                  <a:lnTo>
                    <a:pt x="330771" y="799096"/>
                  </a:lnTo>
                  <a:lnTo>
                    <a:pt x="335140" y="794740"/>
                  </a:lnTo>
                  <a:lnTo>
                    <a:pt x="336397" y="791933"/>
                  </a:lnTo>
                  <a:lnTo>
                    <a:pt x="336397" y="785622"/>
                  </a:lnTo>
                  <a:close/>
                </a:path>
                <a:path w="1056640" h="1082039">
                  <a:moveTo>
                    <a:pt x="367728" y="644525"/>
                  </a:moveTo>
                  <a:lnTo>
                    <a:pt x="366471" y="641718"/>
                  </a:lnTo>
                  <a:lnTo>
                    <a:pt x="364286" y="639470"/>
                  </a:lnTo>
                  <a:lnTo>
                    <a:pt x="359867" y="635114"/>
                  </a:lnTo>
                  <a:lnTo>
                    <a:pt x="352069" y="635114"/>
                  </a:lnTo>
                  <a:lnTo>
                    <a:pt x="347649" y="639470"/>
                  </a:lnTo>
                  <a:lnTo>
                    <a:pt x="345516" y="641718"/>
                  </a:lnTo>
                  <a:lnTo>
                    <a:pt x="344258" y="644817"/>
                  </a:lnTo>
                  <a:lnTo>
                    <a:pt x="344258" y="650786"/>
                  </a:lnTo>
                  <a:lnTo>
                    <a:pt x="345516" y="653935"/>
                  </a:lnTo>
                  <a:lnTo>
                    <a:pt x="347649" y="656120"/>
                  </a:lnTo>
                  <a:lnTo>
                    <a:pt x="349885" y="658291"/>
                  </a:lnTo>
                  <a:lnTo>
                    <a:pt x="352983" y="659561"/>
                  </a:lnTo>
                  <a:lnTo>
                    <a:pt x="359232" y="659561"/>
                  </a:lnTo>
                  <a:lnTo>
                    <a:pt x="362051" y="658291"/>
                  </a:lnTo>
                  <a:lnTo>
                    <a:pt x="366471" y="653935"/>
                  </a:lnTo>
                  <a:lnTo>
                    <a:pt x="367728" y="651129"/>
                  </a:lnTo>
                  <a:lnTo>
                    <a:pt x="367728" y="644525"/>
                  </a:lnTo>
                  <a:close/>
                </a:path>
                <a:path w="1056640" h="1082039">
                  <a:moveTo>
                    <a:pt x="414667" y="879195"/>
                  </a:moveTo>
                  <a:lnTo>
                    <a:pt x="413397" y="876388"/>
                  </a:lnTo>
                  <a:lnTo>
                    <a:pt x="411226" y="874204"/>
                  </a:lnTo>
                  <a:lnTo>
                    <a:pt x="406857" y="869848"/>
                  </a:lnTo>
                  <a:lnTo>
                    <a:pt x="398995" y="869848"/>
                  </a:lnTo>
                  <a:lnTo>
                    <a:pt x="394576" y="874204"/>
                  </a:lnTo>
                  <a:lnTo>
                    <a:pt x="392455" y="876452"/>
                  </a:lnTo>
                  <a:lnTo>
                    <a:pt x="391198" y="879538"/>
                  </a:lnTo>
                  <a:lnTo>
                    <a:pt x="391198" y="885507"/>
                  </a:lnTo>
                  <a:lnTo>
                    <a:pt x="392455" y="888669"/>
                  </a:lnTo>
                  <a:lnTo>
                    <a:pt x="396824" y="893025"/>
                  </a:lnTo>
                  <a:lnTo>
                    <a:pt x="399910" y="894232"/>
                  </a:lnTo>
                  <a:lnTo>
                    <a:pt x="406171" y="894232"/>
                  </a:lnTo>
                  <a:lnTo>
                    <a:pt x="408978" y="893025"/>
                  </a:lnTo>
                  <a:lnTo>
                    <a:pt x="413397" y="888669"/>
                  </a:lnTo>
                  <a:lnTo>
                    <a:pt x="414667" y="885799"/>
                  </a:lnTo>
                  <a:lnTo>
                    <a:pt x="414667" y="879195"/>
                  </a:lnTo>
                  <a:close/>
                </a:path>
                <a:path w="1056640" h="1082039">
                  <a:moveTo>
                    <a:pt x="414667" y="738390"/>
                  </a:moveTo>
                  <a:lnTo>
                    <a:pt x="413397" y="735584"/>
                  </a:lnTo>
                  <a:lnTo>
                    <a:pt x="411226" y="733399"/>
                  </a:lnTo>
                  <a:lnTo>
                    <a:pt x="406857" y="728980"/>
                  </a:lnTo>
                  <a:lnTo>
                    <a:pt x="398995" y="728980"/>
                  </a:lnTo>
                  <a:lnTo>
                    <a:pt x="392404" y="735584"/>
                  </a:lnTo>
                  <a:lnTo>
                    <a:pt x="391134" y="738682"/>
                  </a:lnTo>
                  <a:lnTo>
                    <a:pt x="391134" y="744994"/>
                  </a:lnTo>
                  <a:lnTo>
                    <a:pt x="392404" y="747801"/>
                  </a:lnTo>
                  <a:lnTo>
                    <a:pt x="394919" y="749985"/>
                  </a:lnTo>
                  <a:lnTo>
                    <a:pt x="396824" y="752170"/>
                  </a:lnTo>
                  <a:lnTo>
                    <a:pt x="399910" y="753427"/>
                  </a:lnTo>
                  <a:lnTo>
                    <a:pt x="406171" y="753427"/>
                  </a:lnTo>
                  <a:lnTo>
                    <a:pt x="408978" y="752170"/>
                  </a:lnTo>
                  <a:lnTo>
                    <a:pt x="411226" y="749985"/>
                  </a:lnTo>
                  <a:lnTo>
                    <a:pt x="413397" y="748093"/>
                  </a:lnTo>
                  <a:lnTo>
                    <a:pt x="414667" y="744994"/>
                  </a:lnTo>
                  <a:lnTo>
                    <a:pt x="414667" y="738390"/>
                  </a:lnTo>
                  <a:close/>
                </a:path>
                <a:path w="1056640" h="1082039">
                  <a:moveTo>
                    <a:pt x="430326" y="832269"/>
                  </a:moveTo>
                  <a:lnTo>
                    <a:pt x="429069" y="829170"/>
                  </a:lnTo>
                  <a:lnTo>
                    <a:pt x="426885" y="827278"/>
                  </a:lnTo>
                  <a:lnTo>
                    <a:pt x="422808" y="822909"/>
                  </a:lnTo>
                  <a:lnTo>
                    <a:pt x="414667" y="822909"/>
                  </a:lnTo>
                  <a:lnTo>
                    <a:pt x="408063" y="829449"/>
                  </a:lnTo>
                  <a:lnTo>
                    <a:pt x="406857" y="832269"/>
                  </a:lnTo>
                  <a:lnTo>
                    <a:pt x="406857" y="835710"/>
                  </a:lnTo>
                  <a:lnTo>
                    <a:pt x="406857" y="838517"/>
                  </a:lnTo>
                  <a:lnTo>
                    <a:pt x="408063" y="841679"/>
                  </a:lnTo>
                  <a:lnTo>
                    <a:pt x="410248" y="843851"/>
                  </a:lnTo>
                  <a:lnTo>
                    <a:pt x="412762" y="846035"/>
                  </a:lnTo>
                  <a:lnTo>
                    <a:pt x="415582" y="847293"/>
                  </a:lnTo>
                  <a:lnTo>
                    <a:pt x="421551" y="847293"/>
                  </a:lnTo>
                  <a:lnTo>
                    <a:pt x="424649" y="846035"/>
                  </a:lnTo>
                  <a:lnTo>
                    <a:pt x="426885" y="844194"/>
                  </a:lnTo>
                  <a:lnTo>
                    <a:pt x="429069" y="841679"/>
                  </a:lnTo>
                  <a:lnTo>
                    <a:pt x="430326" y="838581"/>
                  </a:lnTo>
                  <a:lnTo>
                    <a:pt x="430326" y="832269"/>
                  </a:lnTo>
                  <a:close/>
                </a:path>
                <a:path w="1056640" h="1082039">
                  <a:moveTo>
                    <a:pt x="477266" y="660133"/>
                  </a:moveTo>
                  <a:lnTo>
                    <a:pt x="475996" y="657034"/>
                  </a:lnTo>
                  <a:lnTo>
                    <a:pt x="473824" y="655142"/>
                  </a:lnTo>
                  <a:lnTo>
                    <a:pt x="469747" y="650786"/>
                  </a:lnTo>
                  <a:lnTo>
                    <a:pt x="461594" y="650786"/>
                  </a:lnTo>
                  <a:lnTo>
                    <a:pt x="457174" y="655142"/>
                  </a:lnTo>
                  <a:lnTo>
                    <a:pt x="455053" y="657034"/>
                  </a:lnTo>
                  <a:lnTo>
                    <a:pt x="453796" y="660133"/>
                  </a:lnTo>
                  <a:lnTo>
                    <a:pt x="453796" y="663575"/>
                  </a:lnTo>
                  <a:lnTo>
                    <a:pt x="453796" y="666724"/>
                  </a:lnTo>
                  <a:lnTo>
                    <a:pt x="455053" y="669544"/>
                  </a:lnTo>
                  <a:lnTo>
                    <a:pt x="459422" y="673963"/>
                  </a:lnTo>
                  <a:lnTo>
                    <a:pt x="462521" y="675170"/>
                  </a:lnTo>
                  <a:lnTo>
                    <a:pt x="468769" y="675170"/>
                  </a:lnTo>
                  <a:lnTo>
                    <a:pt x="471576" y="673963"/>
                  </a:lnTo>
                  <a:lnTo>
                    <a:pt x="475996" y="669544"/>
                  </a:lnTo>
                  <a:lnTo>
                    <a:pt x="477266" y="666724"/>
                  </a:lnTo>
                  <a:lnTo>
                    <a:pt x="477266" y="660133"/>
                  </a:lnTo>
                  <a:close/>
                </a:path>
                <a:path w="1056640" h="1082039">
                  <a:moveTo>
                    <a:pt x="492925" y="957465"/>
                  </a:moveTo>
                  <a:lnTo>
                    <a:pt x="491604" y="954646"/>
                  </a:lnTo>
                  <a:lnTo>
                    <a:pt x="489419" y="952474"/>
                  </a:lnTo>
                  <a:lnTo>
                    <a:pt x="485063" y="948055"/>
                  </a:lnTo>
                  <a:lnTo>
                    <a:pt x="477266" y="948055"/>
                  </a:lnTo>
                  <a:lnTo>
                    <a:pt x="470662" y="954646"/>
                  </a:lnTo>
                  <a:lnTo>
                    <a:pt x="469404" y="957745"/>
                  </a:lnTo>
                  <a:lnTo>
                    <a:pt x="469404" y="963714"/>
                  </a:lnTo>
                  <a:lnTo>
                    <a:pt x="470662" y="966876"/>
                  </a:lnTo>
                  <a:lnTo>
                    <a:pt x="475018" y="971232"/>
                  </a:lnTo>
                  <a:lnTo>
                    <a:pt x="478116" y="972502"/>
                  </a:lnTo>
                  <a:lnTo>
                    <a:pt x="484428" y="972502"/>
                  </a:lnTo>
                  <a:lnTo>
                    <a:pt x="487248" y="971232"/>
                  </a:lnTo>
                  <a:lnTo>
                    <a:pt x="491604" y="966876"/>
                  </a:lnTo>
                  <a:lnTo>
                    <a:pt x="492925" y="964057"/>
                  </a:lnTo>
                  <a:lnTo>
                    <a:pt x="492925" y="957465"/>
                  </a:lnTo>
                  <a:close/>
                </a:path>
                <a:path w="1056640" h="1082039">
                  <a:moveTo>
                    <a:pt x="492925" y="879195"/>
                  </a:moveTo>
                  <a:lnTo>
                    <a:pt x="491604" y="876388"/>
                  </a:lnTo>
                  <a:lnTo>
                    <a:pt x="489419" y="874204"/>
                  </a:lnTo>
                  <a:lnTo>
                    <a:pt x="485063" y="869848"/>
                  </a:lnTo>
                  <a:lnTo>
                    <a:pt x="477266" y="869848"/>
                  </a:lnTo>
                  <a:lnTo>
                    <a:pt x="470662" y="876388"/>
                  </a:lnTo>
                  <a:lnTo>
                    <a:pt x="469404" y="879538"/>
                  </a:lnTo>
                  <a:lnTo>
                    <a:pt x="469404" y="885507"/>
                  </a:lnTo>
                  <a:lnTo>
                    <a:pt x="470662" y="888669"/>
                  </a:lnTo>
                  <a:lnTo>
                    <a:pt x="472846" y="890790"/>
                  </a:lnTo>
                  <a:lnTo>
                    <a:pt x="475018" y="893025"/>
                  </a:lnTo>
                  <a:lnTo>
                    <a:pt x="478116" y="894232"/>
                  </a:lnTo>
                  <a:lnTo>
                    <a:pt x="484428" y="894232"/>
                  </a:lnTo>
                  <a:lnTo>
                    <a:pt x="487248" y="893025"/>
                  </a:lnTo>
                  <a:lnTo>
                    <a:pt x="491604" y="888606"/>
                  </a:lnTo>
                  <a:lnTo>
                    <a:pt x="492925" y="885799"/>
                  </a:lnTo>
                  <a:lnTo>
                    <a:pt x="492925" y="879195"/>
                  </a:lnTo>
                  <a:close/>
                </a:path>
                <a:path w="1056640" h="1082039">
                  <a:moveTo>
                    <a:pt x="508533" y="800989"/>
                  </a:moveTo>
                  <a:lnTo>
                    <a:pt x="507276" y="798182"/>
                  </a:lnTo>
                  <a:lnTo>
                    <a:pt x="505091" y="795947"/>
                  </a:lnTo>
                  <a:lnTo>
                    <a:pt x="500722" y="791591"/>
                  </a:lnTo>
                  <a:lnTo>
                    <a:pt x="492925" y="791591"/>
                  </a:lnTo>
                  <a:lnTo>
                    <a:pt x="488505" y="795947"/>
                  </a:lnTo>
                  <a:lnTo>
                    <a:pt x="486321" y="798182"/>
                  </a:lnTo>
                  <a:lnTo>
                    <a:pt x="485063" y="801281"/>
                  </a:lnTo>
                  <a:lnTo>
                    <a:pt x="485063" y="807250"/>
                  </a:lnTo>
                  <a:lnTo>
                    <a:pt x="486321" y="810399"/>
                  </a:lnTo>
                  <a:lnTo>
                    <a:pt x="490689" y="814768"/>
                  </a:lnTo>
                  <a:lnTo>
                    <a:pt x="493788" y="816025"/>
                  </a:lnTo>
                  <a:lnTo>
                    <a:pt x="496938" y="816025"/>
                  </a:lnTo>
                  <a:lnTo>
                    <a:pt x="500100" y="816025"/>
                  </a:lnTo>
                  <a:lnTo>
                    <a:pt x="502907" y="814768"/>
                  </a:lnTo>
                  <a:lnTo>
                    <a:pt x="507276" y="810399"/>
                  </a:lnTo>
                  <a:lnTo>
                    <a:pt x="508533" y="807593"/>
                  </a:lnTo>
                  <a:lnTo>
                    <a:pt x="508533" y="800989"/>
                  </a:lnTo>
                  <a:close/>
                </a:path>
                <a:path w="1056640" h="1082039">
                  <a:moveTo>
                    <a:pt x="539800" y="300253"/>
                  </a:moveTo>
                  <a:lnTo>
                    <a:pt x="538543" y="297103"/>
                  </a:lnTo>
                  <a:lnTo>
                    <a:pt x="536359" y="295211"/>
                  </a:lnTo>
                  <a:lnTo>
                    <a:pt x="532345" y="290855"/>
                  </a:lnTo>
                  <a:lnTo>
                    <a:pt x="524192" y="290855"/>
                  </a:lnTo>
                  <a:lnTo>
                    <a:pt x="519772" y="295211"/>
                  </a:lnTo>
                  <a:lnTo>
                    <a:pt x="517601" y="297446"/>
                  </a:lnTo>
                  <a:lnTo>
                    <a:pt x="516331" y="300253"/>
                  </a:lnTo>
                  <a:lnTo>
                    <a:pt x="516331" y="306857"/>
                  </a:lnTo>
                  <a:lnTo>
                    <a:pt x="517601" y="309956"/>
                  </a:lnTo>
                  <a:lnTo>
                    <a:pt x="520128" y="311848"/>
                  </a:lnTo>
                  <a:lnTo>
                    <a:pt x="521957" y="314032"/>
                  </a:lnTo>
                  <a:lnTo>
                    <a:pt x="525119" y="315290"/>
                  </a:lnTo>
                  <a:lnTo>
                    <a:pt x="531368" y="315290"/>
                  </a:lnTo>
                  <a:lnTo>
                    <a:pt x="534174" y="314032"/>
                  </a:lnTo>
                  <a:lnTo>
                    <a:pt x="536359" y="311848"/>
                  </a:lnTo>
                  <a:lnTo>
                    <a:pt x="538543" y="309956"/>
                  </a:lnTo>
                  <a:lnTo>
                    <a:pt x="539800" y="306857"/>
                  </a:lnTo>
                  <a:lnTo>
                    <a:pt x="539800" y="300253"/>
                  </a:lnTo>
                  <a:close/>
                </a:path>
                <a:path w="1056640" h="1082039">
                  <a:moveTo>
                    <a:pt x="571131" y="894867"/>
                  </a:moveTo>
                  <a:lnTo>
                    <a:pt x="569874" y="891705"/>
                  </a:lnTo>
                  <a:lnTo>
                    <a:pt x="567690" y="889812"/>
                  </a:lnTo>
                  <a:lnTo>
                    <a:pt x="563613" y="885507"/>
                  </a:lnTo>
                  <a:lnTo>
                    <a:pt x="555472" y="885507"/>
                  </a:lnTo>
                  <a:lnTo>
                    <a:pt x="548868" y="892048"/>
                  </a:lnTo>
                  <a:lnTo>
                    <a:pt x="547662" y="894867"/>
                  </a:lnTo>
                  <a:lnTo>
                    <a:pt x="547662" y="901458"/>
                  </a:lnTo>
                  <a:lnTo>
                    <a:pt x="548868" y="904557"/>
                  </a:lnTo>
                  <a:lnTo>
                    <a:pt x="551395" y="906449"/>
                  </a:lnTo>
                  <a:lnTo>
                    <a:pt x="553288" y="908634"/>
                  </a:lnTo>
                  <a:lnTo>
                    <a:pt x="556387" y="909891"/>
                  </a:lnTo>
                  <a:lnTo>
                    <a:pt x="562698" y="909891"/>
                  </a:lnTo>
                  <a:lnTo>
                    <a:pt x="565505" y="908634"/>
                  </a:lnTo>
                  <a:lnTo>
                    <a:pt x="567690" y="906449"/>
                  </a:lnTo>
                  <a:lnTo>
                    <a:pt x="569874" y="904557"/>
                  </a:lnTo>
                  <a:lnTo>
                    <a:pt x="571131" y="901458"/>
                  </a:lnTo>
                  <a:lnTo>
                    <a:pt x="571131" y="894867"/>
                  </a:lnTo>
                  <a:close/>
                </a:path>
                <a:path w="1056640" h="1082039">
                  <a:moveTo>
                    <a:pt x="586790" y="769670"/>
                  </a:moveTo>
                  <a:lnTo>
                    <a:pt x="585533" y="766851"/>
                  </a:lnTo>
                  <a:lnTo>
                    <a:pt x="578929" y="760310"/>
                  </a:lnTo>
                  <a:lnTo>
                    <a:pt x="571131" y="760310"/>
                  </a:lnTo>
                  <a:lnTo>
                    <a:pt x="566712" y="764679"/>
                  </a:lnTo>
                  <a:lnTo>
                    <a:pt x="564591" y="766851"/>
                  </a:lnTo>
                  <a:lnTo>
                    <a:pt x="563333" y="770013"/>
                  </a:lnTo>
                  <a:lnTo>
                    <a:pt x="563333" y="775982"/>
                  </a:lnTo>
                  <a:lnTo>
                    <a:pt x="564591" y="779132"/>
                  </a:lnTo>
                  <a:lnTo>
                    <a:pt x="568947" y="783488"/>
                  </a:lnTo>
                  <a:lnTo>
                    <a:pt x="572046" y="784694"/>
                  </a:lnTo>
                  <a:lnTo>
                    <a:pt x="575208" y="784694"/>
                  </a:lnTo>
                  <a:lnTo>
                    <a:pt x="578307" y="784694"/>
                  </a:lnTo>
                  <a:lnTo>
                    <a:pt x="581113" y="783488"/>
                  </a:lnTo>
                  <a:lnTo>
                    <a:pt x="585533" y="779081"/>
                  </a:lnTo>
                  <a:lnTo>
                    <a:pt x="586790" y="776262"/>
                  </a:lnTo>
                  <a:lnTo>
                    <a:pt x="586790" y="769670"/>
                  </a:lnTo>
                  <a:close/>
                </a:path>
                <a:path w="1056640" h="1082039">
                  <a:moveTo>
                    <a:pt x="602462" y="306857"/>
                  </a:moveTo>
                  <a:lnTo>
                    <a:pt x="602399" y="303352"/>
                  </a:lnTo>
                  <a:lnTo>
                    <a:pt x="602399" y="300253"/>
                  </a:lnTo>
                  <a:lnTo>
                    <a:pt x="601141" y="297446"/>
                  </a:lnTo>
                  <a:lnTo>
                    <a:pt x="598957" y="295211"/>
                  </a:lnTo>
                  <a:lnTo>
                    <a:pt x="594601" y="290855"/>
                  </a:lnTo>
                  <a:lnTo>
                    <a:pt x="586740" y="290855"/>
                  </a:lnTo>
                  <a:lnTo>
                    <a:pt x="582371" y="295211"/>
                  </a:lnTo>
                  <a:lnTo>
                    <a:pt x="580199" y="297446"/>
                  </a:lnTo>
                  <a:lnTo>
                    <a:pt x="578929" y="300545"/>
                  </a:lnTo>
                  <a:lnTo>
                    <a:pt x="578929" y="306857"/>
                  </a:lnTo>
                  <a:lnTo>
                    <a:pt x="580199" y="309664"/>
                  </a:lnTo>
                  <a:lnTo>
                    <a:pt x="582726" y="311848"/>
                  </a:lnTo>
                  <a:lnTo>
                    <a:pt x="584555" y="314032"/>
                  </a:lnTo>
                  <a:lnTo>
                    <a:pt x="587654" y="315290"/>
                  </a:lnTo>
                  <a:lnTo>
                    <a:pt x="593966" y="315290"/>
                  </a:lnTo>
                  <a:lnTo>
                    <a:pt x="596773" y="314032"/>
                  </a:lnTo>
                  <a:lnTo>
                    <a:pt x="598957" y="311848"/>
                  </a:lnTo>
                  <a:lnTo>
                    <a:pt x="601192" y="309956"/>
                  </a:lnTo>
                  <a:lnTo>
                    <a:pt x="602462" y="306857"/>
                  </a:lnTo>
                  <a:close/>
                </a:path>
                <a:path w="1056640" h="1082039">
                  <a:moveTo>
                    <a:pt x="618070" y="1069238"/>
                  </a:moveTo>
                  <a:lnTo>
                    <a:pt x="617728" y="1068197"/>
                  </a:lnTo>
                  <a:lnTo>
                    <a:pt x="617321" y="1066711"/>
                  </a:lnTo>
                  <a:lnTo>
                    <a:pt x="617321" y="1066139"/>
                  </a:lnTo>
                  <a:lnTo>
                    <a:pt x="616572" y="1064298"/>
                  </a:lnTo>
                  <a:lnTo>
                    <a:pt x="615708" y="1063091"/>
                  </a:lnTo>
                  <a:lnTo>
                    <a:pt x="614629" y="1061948"/>
                  </a:lnTo>
                  <a:lnTo>
                    <a:pt x="609917" y="1057592"/>
                  </a:lnTo>
                  <a:lnTo>
                    <a:pt x="602462" y="1057592"/>
                  </a:lnTo>
                  <a:lnTo>
                    <a:pt x="594944" y="1068197"/>
                  </a:lnTo>
                  <a:lnTo>
                    <a:pt x="594601" y="1069289"/>
                  </a:lnTo>
                  <a:lnTo>
                    <a:pt x="594601" y="1070444"/>
                  </a:lnTo>
                  <a:lnTo>
                    <a:pt x="594601" y="1073251"/>
                  </a:lnTo>
                  <a:lnTo>
                    <a:pt x="595858" y="1076413"/>
                  </a:lnTo>
                  <a:lnTo>
                    <a:pt x="597979" y="1078585"/>
                  </a:lnTo>
                  <a:lnTo>
                    <a:pt x="600227" y="1080770"/>
                  </a:lnTo>
                  <a:lnTo>
                    <a:pt x="603326" y="1082027"/>
                  </a:lnTo>
                  <a:lnTo>
                    <a:pt x="609574" y="1082027"/>
                  </a:lnTo>
                  <a:lnTo>
                    <a:pt x="612444" y="1080770"/>
                  </a:lnTo>
                  <a:lnTo>
                    <a:pt x="616800" y="1076413"/>
                  </a:lnTo>
                  <a:lnTo>
                    <a:pt x="618070" y="1073594"/>
                  </a:lnTo>
                  <a:lnTo>
                    <a:pt x="618070" y="1069238"/>
                  </a:lnTo>
                  <a:close/>
                </a:path>
                <a:path w="1056640" h="1082039">
                  <a:moveTo>
                    <a:pt x="618070" y="1004404"/>
                  </a:moveTo>
                  <a:lnTo>
                    <a:pt x="616800" y="1001585"/>
                  </a:lnTo>
                  <a:lnTo>
                    <a:pt x="610260" y="995045"/>
                  </a:lnTo>
                  <a:lnTo>
                    <a:pt x="602462" y="995045"/>
                  </a:lnTo>
                  <a:lnTo>
                    <a:pt x="595858" y="1001585"/>
                  </a:lnTo>
                  <a:lnTo>
                    <a:pt x="594601" y="1004684"/>
                  </a:lnTo>
                  <a:lnTo>
                    <a:pt x="594601" y="1010653"/>
                  </a:lnTo>
                  <a:lnTo>
                    <a:pt x="595858" y="1013802"/>
                  </a:lnTo>
                  <a:lnTo>
                    <a:pt x="600227" y="1018171"/>
                  </a:lnTo>
                  <a:lnTo>
                    <a:pt x="603377" y="1019429"/>
                  </a:lnTo>
                  <a:lnTo>
                    <a:pt x="606475" y="1019429"/>
                  </a:lnTo>
                  <a:lnTo>
                    <a:pt x="609638" y="1019429"/>
                  </a:lnTo>
                  <a:lnTo>
                    <a:pt x="612444" y="1018171"/>
                  </a:lnTo>
                  <a:lnTo>
                    <a:pt x="616800" y="1013802"/>
                  </a:lnTo>
                  <a:lnTo>
                    <a:pt x="618070" y="1010996"/>
                  </a:lnTo>
                  <a:lnTo>
                    <a:pt x="618070" y="1004404"/>
                  </a:lnTo>
                  <a:close/>
                </a:path>
                <a:path w="1056640" h="1082039">
                  <a:moveTo>
                    <a:pt x="618070" y="957465"/>
                  </a:moveTo>
                  <a:lnTo>
                    <a:pt x="616800" y="954366"/>
                  </a:lnTo>
                  <a:lnTo>
                    <a:pt x="614629" y="952474"/>
                  </a:lnTo>
                  <a:lnTo>
                    <a:pt x="610260" y="948055"/>
                  </a:lnTo>
                  <a:lnTo>
                    <a:pt x="602462" y="948055"/>
                  </a:lnTo>
                  <a:lnTo>
                    <a:pt x="595858" y="954646"/>
                  </a:lnTo>
                  <a:lnTo>
                    <a:pt x="594601" y="957465"/>
                  </a:lnTo>
                  <a:lnTo>
                    <a:pt x="594601" y="963714"/>
                  </a:lnTo>
                  <a:lnTo>
                    <a:pt x="595858" y="966876"/>
                  </a:lnTo>
                  <a:lnTo>
                    <a:pt x="598043" y="969048"/>
                  </a:lnTo>
                  <a:lnTo>
                    <a:pt x="600570" y="971232"/>
                  </a:lnTo>
                  <a:lnTo>
                    <a:pt x="603377" y="972502"/>
                  </a:lnTo>
                  <a:lnTo>
                    <a:pt x="606475" y="972502"/>
                  </a:lnTo>
                  <a:lnTo>
                    <a:pt x="609282" y="972502"/>
                  </a:lnTo>
                  <a:lnTo>
                    <a:pt x="612101" y="971232"/>
                  </a:lnTo>
                  <a:lnTo>
                    <a:pt x="614629" y="969403"/>
                  </a:lnTo>
                  <a:lnTo>
                    <a:pt x="616800" y="966876"/>
                  </a:lnTo>
                  <a:lnTo>
                    <a:pt x="618070" y="963714"/>
                  </a:lnTo>
                  <a:lnTo>
                    <a:pt x="618070" y="957465"/>
                  </a:lnTo>
                  <a:close/>
                </a:path>
                <a:path w="1056640" h="1082039">
                  <a:moveTo>
                    <a:pt x="618070" y="11645"/>
                  </a:moveTo>
                  <a:lnTo>
                    <a:pt x="617728" y="10617"/>
                  </a:lnTo>
                  <a:lnTo>
                    <a:pt x="617321" y="9131"/>
                  </a:lnTo>
                  <a:lnTo>
                    <a:pt x="617321" y="8610"/>
                  </a:lnTo>
                  <a:lnTo>
                    <a:pt x="616572" y="6769"/>
                  </a:lnTo>
                  <a:lnTo>
                    <a:pt x="615708" y="5511"/>
                  </a:lnTo>
                  <a:lnTo>
                    <a:pt x="614629" y="4419"/>
                  </a:lnTo>
                  <a:lnTo>
                    <a:pt x="609917" y="0"/>
                  </a:lnTo>
                  <a:lnTo>
                    <a:pt x="602462" y="0"/>
                  </a:lnTo>
                  <a:lnTo>
                    <a:pt x="594944" y="10617"/>
                  </a:lnTo>
                  <a:lnTo>
                    <a:pt x="594601" y="11709"/>
                  </a:lnTo>
                  <a:lnTo>
                    <a:pt x="594601" y="15671"/>
                  </a:lnTo>
                  <a:lnTo>
                    <a:pt x="595858" y="18821"/>
                  </a:lnTo>
                  <a:lnTo>
                    <a:pt x="600227" y="23177"/>
                  </a:lnTo>
                  <a:lnTo>
                    <a:pt x="603377" y="24447"/>
                  </a:lnTo>
                  <a:lnTo>
                    <a:pt x="606475" y="24447"/>
                  </a:lnTo>
                  <a:lnTo>
                    <a:pt x="609638" y="24447"/>
                  </a:lnTo>
                  <a:lnTo>
                    <a:pt x="612444" y="23177"/>
                  </a:lnTo>
                  <a:lnTo>
                    <a:pt x="616800" y="18821"/>
                  </a:lnTo>
                  <a:lnTo>
                    <a:pt x="618070" y="16014"/>
                  </a:lnTo>
                  <a:lnTo>
                    <a:pt x="618070" y="11645"/>
                  </a:lnTo>
                  <a:close/>
                </a:path>
                <a:path w="1056640" h="1082039">
                  <a:moveTo>
                    <a:pt x="649338" y="378460"/>
                  </a:moveTo>
                  <a:lnTo>
                    <a:pt x="648081" y="375653"/>
                  </a:lnTo>
                  <a:lnTo>
                    <a:pt x="645947" y="373468"/>
                  </a:lnTo>
                  <a:lnTo>
                    <a:pt x="641527" y="369112"/>
                  </a:lnTo>
                  <a:lnTo>
                    <a:pt x="633730" y="369112"/>
                  </a:lnTo>
                  <a:lnTo>
                    <a:pt x="627126" y="375653"/>
                  </a:lnTo>
                  <a:lnTo>
                    <a:pt x="625868" y="378815"/>
                  </a:lnTo>
                  <a:lnTo>
                    <a:pt x="625868" y="385064"/>
                  </a:lnTo>
                  <a:lnTo>
                    <a:pt x="627126" y="388213"/>
                  </a:lnTo>
                  <a:lnTo>
                    <a:pt x="629653" y="390055"/>
                  </a:lnTo>
                  <a:lnTo>
                    <a:pt x="631494" y="392290"/>
                  </a:lnTo>
                  <a:lnTo>
                    <a:pt x="634644" y="393496"/>
                  </a:lnTo>
                  <a:lnTo>
                    <a:pt x="640905" y="393496"/>
                  </a:lnTo>
                  <a:lnTo>
                    <a:pt x="643712" y="392290"/>
                  </a:lnTo>
                  <a:lnTo>
                    <a:pt x="645947" y="390055"/>
                  </a:lnTo>
                  <a:lnTo>
                    <a:pt x="648081" y="388213"/>
                  </a:lnTo>
                  <a:lnTo>
                    <a:pt x="649338" y="385064"/>
                  </a:lnTo>
                  <a:lnTo>
                    <a:pt x="649338" y="378460"/>
                  </a:lnTo>
                  <a:close/>
                </a:path>
                <a:path w="1056640" h="1082039">
                  <a:moveTo>
                    <a:pt x="680669" y="1035723"/>
                  </a:moveTo>
                  <a:lnTo>
                    <a:pt x="679399" y="1032852"/>
                  </a:lnTo>
                  <a:lnTo>
                    <a:pt x="672858" y="1026312"/>
                  </a:lnTo>
                  <a:lnTo>
                    <a:pt x="664997" y="1026312"/>
                  </a:lnTo>
                  <a:lnTo>
                    <a:pt x="658456" y="1032852"/>
                  </a:lnTo>
                  <a:lnTo>
                    <a:pt x="657199" y="1036015"/>
                  </a:lnTo>
                  <a:lnTo>
                    <a:pt x="657199" y="1041984"/>
                  </a:lnTo>
                  <a:lnTo>
                    <a:pt x="658456" y="1045133"/>
                  </a:lnTo>
                  <a:lnTo>
                    <a:pt x="660641" y="1047254"/>
                  </a:lnTo>
                  <a:lnTo>
                    <a:pt x="662825" y="1049502"/>
                  </a:lnTo>
                  <a:lnTo>
                    <a:pt x="665924" y="1050759"/>
                  </a:lnTo>
                  <a:lnTo>
                    <a:pt x="669074" y="1050696"/>
                  </a:lnTo>
                  <a:lnTo>
                    <a:pt x="672236" y="1050696"/>
                  </a:lnTo>
                  <a:lnTo>
                    <a:pt x="675043" y="1049439"/>
                  </a:lnTo>
                  <a:lnTo>
                    <a:pt x="679399" y="1045083"/>
                  </a:lnTo>
                  <a:lnTo>
                    <a:pt x="680669" y="1042263"/>
                  </a:lnTo>
                  <a:lnTo>
                    <a:pt x="680669" y="1035723"/>
                  </a:lnTo>
                  <a:close/>
                </a:path>
                <a:path w="1056640" h="1082039">
                  <a:moveTo>
                    <a:pt x="680669" y="863600"/>
                  </a:moveTo>
                  <a:lnTo>
                    <a:pt x="679399" y="860780"/>
                  </a:lnTo>
                  <a:lnTo>
                    <a:pt x="677227" y="858545"/>
                  </a:lnTo>
                  <a:lnTo>
                    <a:pt x="672858" y="854189"/>
                  </a:lnTo>
                  <a:lnTo>
                    <a:pt x="664997" y="854189"/>
                  </a:lnTo>
                  <a:lnTo>
                    <a:pt x="660641" y="858545"/>
                  </a:lnTo>
                  <a:lnTo>
                    <a:pt x="658456" y="860780"/>
                  </a:lnTo>
                  <a:lnTo>
                    <a:pt x="657199" y="863879"/>
                  </a:lnTo>
                  <a:lnTo>
                    <a:pt x="657199" y="870191"/>
                  </a:lnTo>
                  <a:lnTo>
                    <a:pt x="658456" y="873290"/>
                  </a:lnTo>
                  <a:lnTo>
                    <a:pt x="660933" y="875182"/>
                  </a:lnTo>
                  <a:lnTo>
                    <a:pt x="662825" y="877366"/>
                  </a:lnTo>
                  <a:lnTo>
                    <a:pt x="665924" y="878624"/>
                  </a:lnTo>
                  <a:lnTo>
                    <a:pt x="672236" y="878624"/>
                  </a:lnTo>
                  <a:lnTo>
                    <a:pt x="675043" y="877366"/>
                  </a:lnTo>
                  <a:lnTo>
                    <a:pt x="677227" y="875182"/>
                  </a:lnTo>
                  <a:lnTo>
                    <a:pt x="679399" y="873290"/>
                  </a:lnTo>
                  <a:lnTo>
                    <a:pt x="680669" y="870191"/>
                  </a:lnTo>
                  <a:lnTo>
                    <a:pt x="680669" y="863600"/>
                  </a:lnTo>
                  <a:close/>
                </a:path>
                <a:path w="1056640" h="1082039">
                  <a:moveTo>
                    <a:pt x="680669" y="300253"/>
                  </a:moveTo>
                  <a:lnTo>
                    <a:pt x="679399" y="297446"/>
                  </a:lnTo>
                  <a:lnTo>
                    <a:pt x="677227" y="295211"/>
                  </a:lnTo>
                  <a:lnTo>
                    <a:pt x="672858" y="290855"/>
                  </a:lnTo>
                  <a:lnTo>
                    <a:pt x="664997" y="290855"/>
                  </a:lnTo>
                  <a:lnTo>
                    <a:pt x="660641" y="295211"/>
                  </a:lnTo>
                  <a:lnTo>
                    <a:pt x="658456" y="297446"/>
                  </a:lnTo>
                  <a:lnTo>
                    <a:pt x="657199" y="300545"/>
                  </a:lnTo>
                  <a:lnTo>
                    <a:pt x="657199" y="306514"/>
                  </a:lnTo>
                  <a:lnTo>
                    <a:pt x="658456" y="309664"/>
                  </a:lnTo>
                  <a:lnTo>
                    <a:pt x="662825" y="314032"/>
                  </a:lnTo>
                  <a:lnTo>
                    <a:pt x="665924" y="315290"/>
                  </a:lnTo>
                  <a:lnTo>
                    <a:pt x="672236" y="315290"/>
                  </a:lnTo>
                  <a:lnTo>
                    <a:pt x="675043" y="314032"/>
                  </a:lnTo>
                  <a:lnTo>
                    <a:pt x="679399" y="309664"/>
                  </a:lnTo>
                  <a:lnTo>
                    <a:pt x="680669" y="306857"/>
                  </a:lnTo>
                  <a:lnTo>
                    <a:pt x="680669" y="300253"/>
                  </a:lnTo>
                  <a:close/>
                </a:path>
                <a:path w="1056640" h="1082039">
                  <a:moveTo>
                    <a:pt x="711936" y="942149"/>
                  </a:moveTo>
                  <a:lnTo>
                    <a:pt x="710679" y="938987"/>
                  </a:lnTo>
                  <a:lnTo>
                    <a:pt x="708494" y="936802"/>
                  </a:lnTo>
                  <a:lnTo>
                    <a:pt x="703503" y="932103"/>
                  </a:lnTo>
                  <a:lnTo>
                    <a:pt x="696620" y="932446"/>
                  </a:lnTo>
                  <a:lnTo>
                    <a:pt x="692251" y="936523"/>
                  </a:lnTo>
                  <a:lnTo>
                    <a:pt x="689737" y="938987"/>
                  </a:lnTo>
                  <a:lnTo>
                    <a:pt x="688467" y="942149"/>
                  </a:lnTo>
                  <a:lnTo>
                    <a:pt x="688467" y="948397"/>
                  </a:lnTo>
                  <a:lnTo>
                    <a:pt x="689737" y="951547"/>
                  </a:lnTo>
                  <a:lnTo>
                    <a:pt x="692251" y="953389"/>
                  </a:lnTo>
                  <a:lnTo>
                    <a:pt x="694093" y="955573"/>
                  </a:lnTo>
                  <a:lnTo>
                    <a:pt x="697191" y="956830"/>
                  </a:lnTo>
                  <a:lnTo>
                    <a:pt x="703503" y="956830"/>
                  </a:lnTo>
                  <a:lnTo>
                    <a:pt x="706310" y="955573"/>
                  </a:lnTo>
                  <a:lnTo>
                    <a:pt x="708494" y="953389"/>
                  </a:lnTo>
                  <a:lnTo>
                    <a:pt x="710730" y="951547"/>
                  </a:lnTo>
                  <a:lnTo>
                    <a:pt x="711936" y="948397"/>
                  </a:lnTo>
                  <a:lnTo>
                    <a:pt x="711936" y="942149"/>
                  </a:lnTo>
                  <a:close/>
                </a:path>
                <a:path w="1056640" h="1082039">
                  <a:moveTo>
                    <a:pt x="711987" y="432054"/>
                  </a:moveTo>
                  <a:lnTo>
                    <a:pt x="711936" y="428840"/>
                  </a:lnTo>
                  <a:lnTo>
                    <a:pt x="711936" y="425462"/>
                  </a:lnTo>
                  <a:lnTo>
                    <a:pt x="710679" y="422592"/>
                  </a:lnTo>
                  <a:lnTo>
                    <a:pt x="704138" y="416052"/>
                  </a:lnTo>
                  <a:lnTo>
                    <a:pt x="696328" y="416052"/>
                  </a:lnTo>
                  <a:lnTo>
                    <a:pt x="689737" y="422592"/>
                  </a:lnTo>
                  <a:lnTo>
                    <a:pt x="688530" y="425691"/>
                  </a:lnTo>
                  <a:lnTo>
                    <a:pt x="688530" y="431711"/>
                  </a:lnTo>
                  <a:lnTo>
                    <a:pt x="689737" y="434873"/>
                  </a:lnTo>
                  <a:lnTo>
                    <a:pt x="694093" y="439166"/>
                  </a:lnTo>
                  <a:lnTo>
                    <a:pt x="697191" y="440436"/>
                  </a:lnTo>
                  <a:lnTo>
                    <a:pt x="703503" y="440436"/>
                  </a:lnTo>
                  <a:lnTo>
                    <a:pt x="706310" y="439166"/>
                  </a:lnTo>
                  <a:lnTo>
                    <a:pt x="708494" y="436994"/>
                  </a:lnTo>
                  <a:lnTo>
                    <a:pt x="710730" y="434873"/>
                  </a:lnTo>
                  <a:lnTo>
                    <a:pt x="711987" y="432054"/>
                  </a:lnTo>
                  <a:close/>
                </a:path>
                <a:path w="1056640" h="1082039">
                  <a:moveTo>
                    <a:pt x="751065" y="597814"/>
                  </a:moveTo>
                  <a:lnTo>
                    <a:pt x="749808" y="594728"/>
                  </a:lnTo>
                  <a:lnTo>
                    <a:pt x="747623" y="592543"/>
                  </a:lnTo>
                  <a:lnTo>
                    <a:pt x="743889" y="588530"/>
                  </a:lnTo>
                  <a:lnTo>
                    <a:pt x="735457" y="588175"/>
                  </a:lnTo>
                  <a:lnTo>
                    <a:pt x="728865" y="594728"/>
                  </a:lnTo>
                  <a:lnTo>
                    <a:pt x="727595" y="597535"/>
                  </a:lnTo>
                  <a:lnTo>
                    <a:pt x="727595" y="600684"/>
                  </a:lnTo>
                  <a:lnTo>
                    <a:pt x="727595" y="604126"/>
                  </a:lnTo>
                  <a:lnTo>
                    <a:pt x="728865" y="606945"/>
                  </a:lnTo>
                  <a:lnTo>
                    <a:pt x="733221" y="611365"/>
                  </a:lnTo>
                  <a:lnTo>
                    <a:pt x="736320" y="612571"/>
                  </a:lnTo>
                  <a:lnTo>
                    <a:pt x="742632" y="612571"/>
                  </a:lnTo>
                  <a:lnTo>
                    <a:pt x="745794" y="611365"/>
                  </a:lnTo>
                  <a:lnTo>
                    <a:pt x="747915" y="609117"/>
                  </a:lnTo>
                  <a:lnTo>
                    <a:pt x="749808" y="606945"/>
                  </a:lnTo>
                  <a:lnTo>
                    <a:pt x="751065" y="603846"/>
                  </a:lnTo>
                  <a:lnTo>
                    <a:pt x="751065" y="597814"/>
                  </a:lnTo>
                  <a:close/>
                </a:path>
                <a:path w="1056640" h="1082039">
                  <a:moveTo>
                    <a:pt x="758926" y="832269"/>
                  </a:moveTo>
                  <a:lnTo>
                    <a:pt x="757669" y="829449"/>
                  </a:lnTo>
                  <a:lnTo>
                    <a:pt x="755484" y="827278"/>
                  </a:lnTo>
                  <a:lnTo>
                    <a:pt x="751700" y="823252"/>
                  </a:lnTo>
                  <a:lnTo>
                    <a:pt x="743546" y="822909"/>
                  </a:lnTo>
                  <a:lnTo>
                    <a:pt x="738847" y="827278"/>
                  </a:lnTo>
                  <a:lnTo>
                    <a:pt x="736727" y="829170"/>
                  </a:lnTo>
                  <a:lnTo>
                    <a:pt x="735457" y="832269"/>
                  </a:lnTo>
                  <a:lnTo>
                    <a:pt x="735457" y="838860"/>
                  </a:lnTo>
                  <a:lnTo>
                    <a:pt x="736727" y="841679"/>
                  </a:lnTo>
                  <a:lnTo>
                    <a:pt x="738847" y="843851"/>
                  </a:lnTo>
                  <a:lnTo>
                    <a:pt x="741083" y="846035"/>
                  </a:lnTo>
                  <a:lnTo>
                    <a:pt x="744181" y="847293"/>
                  </a:lnTo>
                  <a:lnTo>
                    <a:pt x="747344" y="847293"/>
                  </a:lnTo>
                  <a:lnTo>
                    <a:pt x="750430" y="847293"/>
                  </a:lnTo>
                  <a:lnTo>
                    <a:pt x="753592" y="846035"/>
                  </a:lnTo>
                  <a:lnTo>
                    <a:pt x="755777" y="843851"/>
                  </a:lnTo>
                  <a:lnTo>
                    <a:pt x="757669" y="841679"/>
                  </a:lnTo>
                  <a:lnTo>
                    <a:pt x="758926" y="838581"/>
                  </a:lnTo>
                  <a:lnTo>
                    <a:pt x="758926" y="832269"/>
                  </a:lnTo>
                  <a:close/>
                </a:path>
                <a:path w="1056640" h="1082039">
                  <a:moveTo>
                    <a:pt x="758926" y="457009"/>
                  </a:moveTo>
                  <a:lnTo>
                    <a:pt x="757669" y="453923"/>
                  </a:lnTo>
                  <a:lnTo>
                    <a:pt x="755484" y="451739"/>
                  </a:lnTo>
                  <a:lnTo>
                    <a:pt x="751700" y="447662"/>
                  </a:lnTo>
                  <a:lnTo>
                    <a:pt x="743267" y="447319"/>
                  </a:lnTo>
                  <a:lnTo>
                    <a:pt x="738847" y="451739"/>
                  </a:lnTo>
                  <a:lnTo>
                    <a:pt x="736727" y="453923"/>
                  </a:lnTo>
                  <a:lnTo>
                    <a:pt x="735457" y="456730"/>
                  </a:lnTo>
                  <a:lnTo>
                    <a:pt x="735457" y="463321"/>
                  </a:lnTo>
                  <a:lnTo>
                    <a:pt x="736727" y="466420"/>
                  </a:lnTo>
                  <a:lnTo>
                    <a:pt x="739190" y="468325"/>
                  </a:lnTo>
                  <a:lnTo>
                    <a:pt x="741083" y="470496"/>
                  </a:lnTo>
                  <a:lnTo>
                    <a:pt x="744181" y="471766"/>
                  </a:lnTo>
                  <a:lnTo>
                    <a:pt x="750430" y="471766"/>
                  </a:lnTo>
                  <a:lnTo>
                    <a:pt x="753592" y="470496"/>
                  </a:lnTo>
                  <a:lnTo>
                    <a:pt x="755777" y="468325"/>
                  </a:lnTo>
                  <a:lnTo>
                    <a:pt x="757669" y="466140"/>
                  </a:lnTo>
                  <a:lnTo>
                    <a:pt x="758926" y="463321"/>
                  </a:lnTo>
                  <a:lnTo>
                    <a:pt x="758926" y="457009"/>
                  </a:lnTo>
                  <a:close/>
                </a:path>
                <a:path w="1056640" h="1082039">
                  <a:moveTo>
                    <a:pt x="758926" y="362864"/>
                  </a:moveTo>
                  <a:lnTo>
                    <a:pt x="757669" y="360045"/>
                  </a:lnTo>
                  <a:lnTo>
                    <a:pt x="755484" y="357809"/>
                  </a:lnTo>
                  <a:lnTo>
                    <a:pt x="751700" y="353796"/>
                  </a:lnTo>
                  <a:lnTo>
                    <a:pt x="743546" y="353453"/>
                  </a:lnTo>
                  <a:lnTo>
                    <a:pt x="738847" y="357809"/>
                  </a:lnTo>
                  <a:lnTo>
                    <a:pt x="736727" y="359702"/>
                  </a:lnTo>
                  <a:lnTo>
                    <a:pt x="735457" y="362864"/>
                  </a:lnTo>
                  <a:lnTo>
                    <a:pt x="735457" y="369455"/>
                  </a:lnTo>
                  <a:lnTo>
                    <a:pt x="736727" y="372262"/>
                  </a:lnTo>
                  <a:lnTo>
                    <a:pt x="741083" y="376631"/>
                  </a:lnTo>
                  <a:lnTo>
                    <a:pt x="744181" y="377888"/>
                  </a:lnTo>
                  <a:lnTo>
                    <a:pt x="750430" y="377888"/>
                  </a:lnTo>
                  <a:lnTo>
                    <a:pt x="753592" y="376631"/>
                  </a:lnTo>
                  <a:lnTo>
                    <a:pt x="755777" y="374396"/>
                  </a:lnTo>
                  <a:lnTo>
                    <a:pt x="757669" y="372262"/>
                  </a:lnTo>
                  <a:lnTo>
                    <a:pt x="758926" y="369112"/>
                  </a:lnTo>
                  <a:lnTo>
                    <a:pt x="758926" y="362864"/>
                  </a:lnTo>
                  <a:close/>
                </a:path>
                <a:path w="1056640" h="1082039">
                  <a:moveTo>
                    <a:pt x="774534" y="785329"/>
                  </a:moveTo>
                  <a:lnTo>
                    <a:pt x="773328" y="782523"/>
                  </a:lnTo>
                  <a:lnTo>
                    <a:pt x="771093" y="780338"/>
                  </a:lnTo>
                  <a:lnTo>
                    <a:pt x="766737" y="775982"/>
                  </a:lnTo>
                  <a:lnTo>
                    <a:pt x="758926" y="775982"/>
                  </a:lnTo>
                  <a:lnTo>
                    <a:pt x="752335" y="782523"/>
                  </a:lnTo>
                  <a:lnTo>
                    <a:pt x="751065" y="785622"/>
                  </a:lnTo>
                  <a:lnTo>
                    <a:pt x="751065" y="791591"/>
                  </a:lnTo>
                  <a:lnTo>
                    <a:pt x="752335" y="794740"/>
                  </a:lnTo>
                  <a:lnTo>
                    <a:pt x="756691" y="799096"/>
                  </a:lnTo>
                  <a:lnTo>
                    <a:pt x="759841" y="800366"/>
                  </a:lnTo>
                  <a:lnTo>
                    <a:pt x="763003" y="800366"/>
                  </a:lnTo>
                  <a:lnTo>
                    <a:pt x="766102" y="800366"/>
                  </a:lnTo>
                  <a:lnTo>
                    <a:pt x="768908" y="799096"/>
                  </a:lnTo>
                  <a:lnTo>
                    <a:pt x="773328" y="794740"/>
                  </a:lnTo>
                  <a:lnTo>
                    <a:pt x="774534" y="791933"/>
                  </a:lnTo>
                  <a:lnTo>
                    <a:pt x="774534" y="785329"/>
                  </a:lnTo>
                  <a:close/>
                </a:path>
                <a:path w="1056640" h="1082039">
                  <a:moveTo>
                    <a:pt x="790194" y="534987"/>
                  </a:moveTo>
                  <a:lnTo>
                    <a:pt x="788936" y="531837"/>
                  </a:lnTo>
                  <a:lnTo>
                    <a:pt x="786752" y="529945"/>
                  </a:lnTo>
                  <a:lnTo>
                    <a:pt x="783031" y="525932"/>
                  </a:lnTo>
                  <a:lnTo>
                    <a:pt x="774877" y="525576"/>
                  </a:lnTo>
                  <a:lnTo>
                    <a:pt x="770178" y="529945"/>
                  </a:lnTo>
                  <a:lnTo>
                    <a:pt x="767994" y="532117"/>
                  </a:lnTo>
                  <a:lnTo>
                    <a:pt x="766737" y="534987"/>
                  </a:lnTo>
                  <a:lnTo>
                    <a:pt x="766737" y="541248"/>
                  </a:lnTo>
                  <a:lnTo>
                    <a:pt x="767994" y="544398"/>
                  </a:lnTo>
                  <a:lnTo>
                    <a:pt x="770178" y="546519"/>
                  </a:lnTo>
                  <a:lnTo>
                    <a:pt x="772350" y="548767"/>
                  </a:lnTo>
                  <a:lnTo>
                    <a:pt x="775449" y="550024"/>
                  </a:lnTo>
                  <a:lnTo>
                    <a:pt x="778611" y="549973"/>
                  </a:lnTo>
                  <a:lnTo>
                    <a:pt x="781761" y="549973"/>
                  </a:lnTo>
                  <a:lnTo>
                    <a:pt x="784923" y="548767"/>
                  </a:lnTo>
                  <a:lnTo>
                    <a:pt x="787044" y="546519"/>
                  </a:lnTo>
                  <a:lnTo>
                    <a:pt x="788936" y="544347"/>
                  </a:lnTo>
                  <a:lnTo>
                    <a:pt x="790194" y="541185"/>
                  </a:lnTo>
                  <a:lnTo>
                    <a:pt x="790194" y="534987"/>
                  </a:lnTo>
                  <a:close/>
                </a:path>
                <a:path w="1056640" h="1082039">
                  <a:moveTo>
                    <a:pt x="805865" y="894867"/>
                  </a:moveTo>
                  <a:lnTo>
                    <a:pt x="804595" y="892048"/>
                  </a:lnTo>
                  <a:lnTo>
                    <a:pt x="802360" y="889812"/>
                  </a:lnTo>
                  <a:lnTo>
                    <a:pt x="798347" y="885456"/>
                  </a:lnTo>
                  <a:lnTo>
                    <a:pt x="790194" y="885456"/>
                  </a:lnTo>
                  <a:lnTo>
                    <a:pt x="785787" y="889812"/>
                  </a:lnTo>
                  <a:lnTo>
                    <a:pt x="783653" y="892048"/>
                  </a:lnTo>
                  <a:lnTo>
                    <a:pt x="782396" y="895146"/>
                  </a:lnTo>
                  <a:lnTo>
                    <a:pt x="782396" y="901458"/>
                  </a:lnTo>
                  <a:lnTo>
                    <a:pt x="783653" y="904557"/>
                  </a:lnTo>
                  <a:lnTo>
                    <a:pt x="786130" y="906449"/>
                  </a:lnTo>
                  <a:lnTo>
                    <a:pt x="788022" y="908634"/>
                  </a:lnTo>
                  <a:lnTo>
                    <a:pt x="791121" y="909891"/>
                  </a:lnTo>
                  <a:lnTo>
                    <a:pt x="797369" y="909891"/>
                  </a:lnTo>
                  <a:lnTo>
                    <a:pt x="800531" y="908634"/>
                  </a:lnTo>
                  <a:lnTo>
                    <a:pt x="804595" y="904557"/>
                  </a:lnTo>
                  <a:lnTo>
                    <a:pt x="805865" y="901458"/>
                  </a:lnTo>
                  <a:lnTo>
                    <a:pt x="805865" y="894867"/>
                  </a:lnTo>
                  <a:close/>
                </a:path>
                <a:path w="1056640" h="1082039">
                  <a:moveTo>
                    <a:pt x="805865" y="441413"/>
                  </a:moveTo>
                  <a:lnTo>
                    <a:pt x="804595" y="438251"/>
                  </a:lnTo>
                  <a:lnTo>
                    <a:pt x="802360" y="436067"/>
                  </a:lnTo>
                  <a:lnTo>
                    <a:pt x="798639" y="431711"/>
                  </a:lnTo>
                  <a:lnTo>
                    <a:pt x="790194" y="431711"/>
                  </a:lnTo>
                  <a:lnTo>
                    <a:pt x="785787" y="436067"/>
                  </a:lnTo>
                  <a:lnTo>
                    <a:pt x="783653" y="438251"/>
                  </a:lnTo>
                  <a:lnTo>
                    <a:pt x="782396" y="441413"/>
                  </a:lnTo>
                  <a:lnTo>
                    <a:pt x="782396" y="447662"/>
                  </a:lnTo>
                  <a:lnTo>
                    <a:pt x="783653" y="450824"/>
                  </a:lnTo>
                  <a:lnTo>
                    <a:pt x="786130" y="452653"/>
                  </a:lnTo>
                  <a:lnTo>
                    <a:pt x="788022" y="454837"/>
                  </a:lnTo>
                  <a:lnTo>
                    <a:pt x="791121" y="456095"/>
                  </a:lnTo>
                  <a:lnTo>
                    <a:pt x="797369" y="456095"/>
                  </a:lnTo>
                  <a:lnTo>
                    <a:pt x="800531" y="454888"/>
                  </a:lnTo>
                  <a:lnTo>
                    <a:pt x="802703" y="452653"/>
                  </a:lnTo>
                  <a:lnTo>
                    <a:pt x="804595" y="450824"/>
                  </a:lnTo>
                  <a:lnTo>
                    <a:pt x="805865" y="447662"/>
                  </a:lnTo>
                  <a:lnTo>
                    <a:pt x="805865" y="441413"/>
                  </a:lnTo>
                  <a:close/>
                </a:path>
                <a:path w="1056640" h="1082039">
                  <a:moveTo>
                    <a:pt x="821474" y="722731"/>
                  </a:moveTo>
                  <a:lnTo>
                    <a:pt x="820204" y="719632"/>
                  </a:lnTo>
                  <a:lnTo>
                    <a:pt x="818032" y="717740"/>
                  </a:lnTo>
                  <a:lnTo>
                    <a:pt x="814298" y="713727"/>
                  </a:lnTo>
                  <a:lnTo>
                    <a:pt x="806145" y="713384"/>
                  </a:lnTo>
                  <a:lnTo>
                    <a:pt x="801446" y="717740"/>
                  </a:lnTo>
                  <a:lnTo>
                    <a:pt x="799261" y="719924"/>
                  </a:lnTo>
                  <a:lnTo>
                    <a:pt x="798055" y="722731"/>
                  </a:lnTo>
                  <a:lnTo>
                    <a:pt x="798055" y="729043"/>
                  </a:lnTo>
                  <a:lnTo>
                    <a:pt x="799261" y="732142"/>
                  </a:lnTo>
                  <a:lnTo>
                    <a:pt x="803630" y="736498"/>
                  </a:lnTo>
                  <a:lnTo>
                    <a:pt x="806780" y="737768"/>
                  </a:lnTo>
                  <a:lnTo>
                    <a:pt x="813041" y="737768"/>
                  </a:lnTo>
                  <a:lnTo>
                    <a:pt x="816190" y="736498"/>
                  </a:lnTo>
                  <a:lnTo>
                    <a:pt x="818311" y="734326"/>
                  </a:lnTo>
                  <a:lnTo>
                    <a:pt x="820204" y="732142"/>
                  </a:lnTo>
                  <a:lnTo>
                    <a:pt x="821474" y="729335"/>
                  </a:lnTo>
                  <a:lnTo>
                    <a:pt x="821474" y="722731"/>
                  </a:lnTo>
                  <a:close/>
                </a:path>
                <a:path w="1056640" h="1082039">
                  <a:moveTo>
                    <a:pt x="821474" y="628865"/>
                  </a:moveTo>
                  <a:lnTo>
                    <a:pt x="820204" y="625767"/>
                  </a:lnTo>
                  <a:lnTo>
                    <a:pt x="818032" y="623874"/>
                  </a:lnTo>
                  <a:lnTo>
                    <a:pt x="814298" y="619798"/>
                  </a:lnTo>
                  <a:lnTo>
                    <a:pt x="805865" y="619455"/>
                  </a:lnTo>
                  <a:lnTo>
                    <a:pt x="801446" y="623874"/>
                  </a:lnTo>
                  <a:lnTo>
                    <a:pt x="799261" y="626046"/>
                  </a:lnTo>
                  <a:lnTo>
                    <a:pt x="798055" y="628865"/>
                  </a:lnTo>
                  <a:lnTo>
                    <a:pt x="798055" y="635114"/>
                  </a:lnTo>
                  <a:lnTo>
                    <a:pt x="799261" y="638276"/>
                  </a:lnTo>
                  <a:lnTo>
                    <a:pt x="801446" y="640448"/>
                  </a:lnTo>
                  <a:lnTo>
                    <a:pt x="803973" y="642632"/>
                  </a:lnTo>
                  <a:lnTo>
                    <a:pt x="806780" y="643890"/>
                  </a:lnTo>
                  <a:lnTo>
                    <a:pt x="813041" y="643890"/>
                  </a:lnTo>
                  <a:lnTo>
                    <a:pt x="815848" y="642632"/>
                  </a:lnTo>
                  <a:lnTo>
                    <a:pt x="820204" y="638276"/>
                  </a:lnTo>
                  <a:lnTo>
                    <a:pt x="821474" y="635114"/>
                  </a:lnTo>
                  <a:lnTo>
                    <a:pt x="821474" y="628865"/>
                  </a:lnTo>
                  <a:close/>
                </a:path>
                <a:path w="1056640" h="1082039">
                  <a:moveTo>
                    <a:pt x="837133" y="816940"/>
                  </a:moveTo>
                  <a:lnTo>
                    <a:pt x="835926" y="813841"/>
                  </a:lnTo>
                  <a:lnTo>
                    <a:pt x="833691" y="811606"/>
                  </a:lnTo>
                  <a:lnTo>
                    <a:pt x="829957" y="807593"/>
                  </a:lnTo>
                  <a:lnTo>
                    <a:pt x="821524" y="807250"/>
                  </a:lnTo>
                  <a:lnTo>
                    <a:pt x="814933" y="813790"/>
                  </a:lnTo>
                  <a:lnTo>
                    <a:pt x="813663" y="816940"/>
                  </a:lnTo>
                  <a:lnTo>
                    <a:pt x="813663" y="822909"/>
                  </a:lnTo>
                  <a:lnTo>
                    <a:pt x="814933" y="826071"/>
                  </a:lnTo>
                  <a:lnTo>
                    <a:pt x="819289" y="830427"/>
                  </a:lnTo>
                  <a:lnTo>
                    <a:pt x="822439" y="831697"/>
                  </a:lnTo>
                  <a:lnTo>
                    <a:pt x="825538" y="831697"/>
                  </a:lnTo>
                  <a:lnTo>
                    <a:pt x="828700" y="831697"/>
                  </a:lnTo>
                  <a:lnTo>
                    <a:pt x="831850" y="830427"/>
                  </a:lnTo>
                  <a:lnTo>
                    <a:pt x="833983" y="828243"/>
                  </a:lnTo>
                  <a:lnTo>
                    <a:pt x="835926" y="826071"/>
                  </a:lnTo>
                  <a:lnTo>
                    <a:pt x="837133" y="822909"/>
                  </a:lnTo>
                  <a:lnTo>
                    <a:pt x="837133" y="816940"/>
                  </a:lnTo>
                  <a:close/>
                </a:path>
                <a:path w="1056640" h="1082039">
                  <a:moveTo>
                    <a:pt x="852792" y="675792"/>
                  </a:moveTo>
                  <a:lnTo>
                    <a:pt x="851535" y="672985"/>
                  </a:lnTo>
                  <a:lnTo>
                    <a:pt x="844994" y="666381"/>
                  </a:lnTo>
                  <a:lnTo>
                    <a:pt x="837133" y="666381"/>
                  </a:lnTo>
                  <a:lnTo>
                    <a:pt x="830592" y="672985"/>
                  </a:lnTo>
                  <a:lnTo>
                    <a:pt x="829335" y="676084"/>
                  </a:lnTo>
                  <a:lnTo>
                    <a:pt x="829335" y="682053"/>
                  </a:lnTo>
                  <a:lnTo>
                    <a:pt x="830592" y="685203"/>
                  </a:lnTo>
                  <a:lnTo>
                    <a:pt x="832777" y="687387"/>
                  </a:lnTo>
                  <a:lnTo>
                    <a:pt x="834948" y="689571"/>
                  </a:lnTo>
                  <a:lnTo>
                    <a:pt x="838047" y="690829"/>
                  </a:lnTo>
                  <a:lnTo>
                    <a:pt x="844359" y="690829"/>
                  </a:lnTo>
                  <a:lnTo>
                    <a:pt x="847178" y="689571"/>
                  </a:lnTo>
                  <a:lnTo>
                    <a:pt x="851535" y="685203"/>
                  </a:lnTo>
                  <a:lnTo>
                    <a:pt x="852792" y="682396"/>
                  </a:lnTo>
                  <a:lnTo>
                    <a:pt x="852792" y="675792"/>
                  </a:lnTo>
                  <a:close/>
                </a:path>
                <a:path w="1056640" h="1082039">
                  <a:moveTo>
                    <a:pt x="868400" y="550595"/>
                  </a:moveTo>
                  <a:lnTo>
                    <a:pt x="867194" y="547497"/>
                  </a:lnTo>
                  <a:lnTo>
                    <a:pt x="865022" y="545604"/>
                  </a:lnTo>
                  <a:lnTo>
                    <a:pt x="861237" y="541591"/>
                  </a:lnTo>
                  <a:lnTo>
                    <a:pt x="853084" y="541248"/>
                  </a:lnTo>
                  <a:lnTo>
                    <a:pt x="848385" y="545604"/>
                  </a:lnTo>
                  <a:lnTo>
                    <a:pt x="846251" y="547789"/>
                  </a:lnTo>
                  <a:lnTo>
                    <a:pt x="844994" y="550595"/>
                  </a:lnTo>
                  <a:lnTo>
                    <a:pt x="844994" y="556907"/>
                  </a:lnTo>
                  <a:lnTo>
                    <a:pt x="846251" y="560006"/>
                  </a:lnTo>
                  <a:lnTo>
                    <a:pt x="850557" y="564375"/>
                  </a:lnTo>
                  <a:lnTo>
                    <a:pt x="853719" y="565632"/>
                  </a:lnTo>
                  <a:lnTo>
                    <a:pt x="859967" y="565632"/>
                  </a:lnTo>
                  <a:lnTo>
                    <a:pt x="863130" y="564375"/>
                  </a:lnTo>
                  <a:lnTo>
                    <a:pt x="865301" y="562190"/>
                  </a:lnTo>
                  <a:lnTo>
                    <a:pt x="867194" y="560006"/>
                  </a:lnTo>
                  <a:lnTo>
                    <a:pt x="868400" y="556856"/>
                  </a:lnTo>
                  <a:lnTo>
                    <a:pt x="868400" y="550595"/>
                  </a:lnTo>
                  <a:close/>
                </a:path>
                <a:path w="1056640" h="1082039">
                  <a:moveTo>
                    <a:pt x="884123" y="769670"/>
                  </a:moveTo>
                  <a:lnTo>
                    <a:pt x="882865" y="766572"/>
                  </a:lnTo>
                  <a:lnTo>
                    <a:pt x="880630" y="764679"/>
                  </a:lnTo>
                  <a:lnTo>
                    <a:pt x="876554" y="760310"/>
                  </a:lnTo>
                  <a:lnTo>
                    <a:pt x="868464" y="760310"/>
                  </a:lnTo>
                  <a:lnTo>
                    <a:pt x="861860" y="766851"/>
                  </a:lnTo>
                  <a:lnTo>
                    <a:pt x="860602" y="769670"/>
                  </a:lnTo>
                  <a:lnTo>
                    <a:pt x="860602" y="775982"/>
                  </a:lnTo>
                  <a:lnTo>
                    <a:pt x="861860" y="779132"/>
                  </a:lnTo>
                  <a:lnTo>
                    <a:pt x="864044" y="781253"/>
                  </a:lnTo>
                  <a:lnTo>
                    <a:pt x="866228" y="783488"/>
                  </a:lnTo>
                  <a:lnTo>
                    <a:pt x="869378" y="784694"/>
                  </a:lnTo>
                  <a:lnTo>
                    <a:pt x="875639" y="784694"/>
                  </a:lnTo>
                  <a:lnTo>
                    <a:pt x="878446" y="783488"/>
                  </a:lnTo>
                  <a:lnTo>
                    <a:pt x="880630" y="781253"/>
                  </a:lnTo>
                  <a:lnTo>
                    <a:pt x="882865" y="779081"/>
                  </a:lnTo>
                  <a:lnTo>
                    <a:pt x="884123" y="776262"/>
                  </a:lnTo>
                  <a:lnTo>
                    <a:pt x="884123" y="769670"/>
                  </a:lnTo>
                  <a:close/>
                </a:path>
                <a:path w="1056640" h="1082039">
                  <a:moveTo>
                    <a:pt x="915403" y="863600"/>
                  </a:moveTo>
                  <a:lnTo>
                    <a:pt x="914133" y="860437"/>
                  </a:lnTo>
                  <a:lnTo>
                    <a:pt x="911948" y="858545"/>
                  </a:lnTo>
                  <a:lnTo>
                    <a:pt x="908164" y="854532"/>
                  </a:lnTo>
                  <a:lnTo>
                    <a:pt x="900074" y="854189"/>
                  </a:lnTo>
                  <a:lnTo>
                    <a:pt x="895375" y="858545"/>
                  </a:lnTo>
                  <a:lnTo>
                    <a:pt x="893191" y="860780"/>
                  </a:lnTo>
                  <a:lnTo>
                    <a:pt x="891933" y="863600"/>
                  </a:lnTo>
                  <a:lnTo>
                    <a:pt x="891933" y="869848"/>
                  </a:lnTo>
                  <a:lnTo>
                    <a:pt x="893191" y="872998"/>
                  </a:lnTo>
                  <a:lnTo>
                    <a:pt x="897547" y="877366"/>
                  </a:lnTo>
                  <a:lnTo>
                    <a:pt x="900645" y="878624"/>
                  </a:lnTo>
                  <a:lnTo>
                    <a:pt x="906907" y="878624"/>
                  </a:lnTo>
                  <a:lnTo>
                    <a:pt x="910056" y="877366"/>
                  </a:lnTo>
                  <a:lnTo>
                    <a:pt x="912241" y="875182"/>
                  </a:lnTo>
                  <a:lnTo>
                    <a:pt x="914133" y="872998"/>
                  </a:lnTo>
                  <a:lnTo>
                    <a:pt x="915403" y="870191"/>
                  </a:lnTo>
                  <a:lnTo>
                    <a:pt x="915403" y="863600"/>
                  </a:lnTo>
                  <a:close/>
                </a:path>
                <a:path w="1056640" h="1082039">
                  <a:moveTo>
                    <a:pt x="915403" y="300253"/>
                  </a:moveTo>
                  <a:lnTo>
                    <a:pt x="914133" y="297103"/>
                  </a:lnTo>
                  <a:lnTo>
                    <a:pt x="911948" y="295211"/>
                  </a:lnTo>
                  <a:lnTo>
                    <a:pt x="908164" y="291198"/>
                  </a:lnTo>
                  <a:lnTo>
                    <a:pt x="899731" y="290855"/>
                  </a:lnTo>
                  <a:lnTo>
                    <a:pt x="895375" y="295211"/>
                  </a:lnTo>
                  <a:lnTo>
                    <a:pt x="893191" y="297446"/>
                  </a:lnTo>
                  <a:lnTo>
                    <a:pt x="891933" y="300253"/>
                  </a:lnTo>
                  <a:lnTo>
                    <a:pt x="891933" y="306514"/>
                  </a:lnTo>
                  <a:lnTo>
                    <a:pt x="893191" y="309664"/>
                  </a:lnTo>
                  <a:lnTo>
                    <a:pt x="897547" y="314032"/>
                  </a:lnTo>
                  <a:lnTo>
                    <a:pt x="900645" y="315290"/>
                  </a:lnTo>
                  <a:lnTo>
                    <a:pt x="906907" y="315290"/>
                  </a:lnTo>
                  <a:lnTo>
                    <a:pt x="910056" y="314032"/>
                  </a:lnTo>
                  <a:lnTo>
                    <a:pt x="912241" y="311848"/>
                  </a:lnTo>
                  <a:lnTo>
                    <a:pt x="914133" y="309664"/>
                  </a:lnTo>
                  <a:lnTo>
                    <a:pt x="915403" y="306857"/>
                  </a:lnTo>
                  <a:lnTo>
                    <a:pt x="915403" y="300253"/>
                  </a:lnTo>
                  <a:close/>
                </a:path>
                <a:path w="1056640" h="1082039">
                  <a:moveTo>
                    <a:pt x="923201" y="644525"/>
                  </a:moveTo>
                  <a:lnTo>
                    <a:pt x="921943" y="641375"/>
                  </a:lnTo>
                  <a:lnTo>
                    <a:pt x="919759" y="639470"/>
                  </a:lnTo>
                  <a:lnTo>
                    <a:pt x="915403" y="635114"/>
                  </a:lnTo>
                  <a:lnTo>
                    <a:pt x="907592" y="635114"/>
                  </a:lnTo>
                  <a:lnTo>
                    <a:pt x="903173" y="639470"/>
                  </a:lnTo>
                  <a:lnTo>
                    <a:pt x="901001" y="641718"/>
                  </a:lnTo>
                  <a:lnTo>
                    <a:pt x="899731" y="644525"/>
                  </a:lnTo>
                  <a:lnTo>
                    <a:pt x="899731" y="650786"/>
                  </a:lnTo>
                  <a:lnTo>
                    <a:pt x="901001" y="653935"/>
                  </a:lnTo>
                  <a:lnTo>
                    <a:pt x="905357" y="658291"/>
                  </a:lnTo>
                  <a:lnTo>
                    <a:pt x="908507" y="659561"/>
                  </a:lnTo>
                  <a:lnTo>
                    <a:pt x="914768" y="659561"/>
                  </a:lnTo>
                  <a:lnTo>
                    <a:pt x="917575" y="658291"/>
                  </a:lnTo>
                  <a:lnTo>
                    <a:pt x="921943" y="653935"/>
                  </a:lnTo>
                  <a:lnTo>
                    <a:pt x="923201" y="651129"/>
                  </a:lnTo>
                  <a:lnTo>
                    <a:pt x="923201" y="644525"/>
                  </a:lnTo>
                  <a:close/>
                </a:path>
                <a:path w="1056640" h="1082039">
                  <a:moveTo>
                    <a:pt x="930998" y="957745"/>
                  </a:moveTo>
                  <a:lnTo>
                    <a:pt x="929741" y="954646"/>
                  </a:lnTo>
                  <a:lnTo>
                    <a:pt x="923544" y="948397"/>
                  </a:lnTo>
                  <a:lnTo>
                    <a:pt x="915682" y="948055"/>
                  </a:lnTo>
                  <a:lnTo>
                    <a:pt x="910983" y="952474"/>
                  </a:lnTo>
                  <a:lnTo>
                    <a:pt x="908799" y="954646"/>
                  </a:lnTo>
                  <a:lnTo>
                    <a:pt x="907592" y="957745"/>
                  </a:lnTo>
                  <a:lnTo>
                    <a:pt x="907592" y="963714"/>
                  </a:lnTo>
                  <a:lnTo>
                    <a:pt x="908799" y="966876"/>
                  </a:lnTo>
                  <a:lnTo>
                    <a:pt x="910983" y="969048"/>
                  </a:lnTo>
                  <a:lnTo>
                    <a:pt x="913218" y="971232"/>
                  </a:lnTo>
                  <a:lnTo>
                    <a:pt x="916317" y="972502"/>
                  </a:lnTo>
                  <a:lnTo>
                    <a:pt x="922566" y="972502"/>
                  </a:lnTo>
                  <a:lnTo>
                    <a:pt x="925728" y="971232"/>
                  </a:lnTo>
                  <a:lnTo>
                    <a:pt x="927849" y="969048"/>
                  </a:lnTo>
                  <a:lnTo>
                    <a:pt x="929741" y="966876"/>
                  </a:lnTo>
                  <a:lnTo>
                    <a:pt x="930998" y="964057"/>
                  </a:lnTo>
                  <a:lnTo>
                    <a:pt x="930998" y="957745"/>
                  </a:lnTo>
                  <a:close/>
                </a:path>
                <a:path w="1056640" h="1082039">
                  <a:moveTo>
                    <a:pt x="930998" y="347192"/>
                  </a:moveTo>
                  <a:lnTo>
                    <a:pt x="929741" y="344385"/>
                  </a:lnTo>
                  <a:lnTo>
                    <a:pt x="927557" y="342201"/>
                  </a:lnTo>
                  <a:lnTo>
                    <a:pt x="923544" y="338124"/>
                  </a:lnTo>
                  <a:lnTo>
                    <a:pt x="915403" y="337781"/>
                  </a:lnTo>
                  <a:lnTo>
                    <a:pt x="908799" y="344385"/>
                  </a:lnTo>
                  <a:lnTo>
                    <a:pt x="907592" y="347484"/>
                  </a:lnTo>
                  <a:lnTo>
                    <a:pt x="907592" y="353453"/>
                  </a:lnTo>
                  <a:lnTo>
                    <a:pt x="908799" y="356603"/>
                  </a:lnTo>
                  <a:lnTo>
                    <a:pt x="913155" y="360959"/>
                  </a:lnTo>
                  <a:lnTo>
                    <a:pt x="916317" y="362229"/>
                  </a:lnTo>
                  <a:lnTo>
                    <a:pt x="922566" y="362229"/>
                  </a:lnTo>
                  <a:lnTo>
                    <a:pt x="925728" y="360959"/>
                  </a:lnTo>
                  <a:lnTo>
                    <a:pt x="927849" y="358787"/>
                  </a:lnTo>
                  <a:lnTo>
                    <a:pt x="929741" y="356603"/>
                  </a:lnTo>
                  <a:lnTo>
                    <a:pt x="930998" y="353796"/>
                  </a:lnTo>
                  <a:lnTo>
                    <a:pt x="930998" y="347192"/>
                  </a:lnTo>
                  <a:close/>
                </a:path>
                <a:path w="1056640" h="1082039">
                  <a:moveTo>
                    <a:pt x="946670" y="1036015"/>
                  </a:moveTo>
                  <a:lnTo>
                    <a:pt x="945464" y="1032852"/>
                  </a:lnTo>
                  <a:lnTo>
                    <a:pt x="943229" y="1030681"/>
                  </a:lnTo>
                  <a:lnTo>
                    <a:pt x="939152" y="1026312"/>
                  </a:lnTo>
                  <a:lnTo>
                    <a:pt x="931062" y="1026312"/>
                  </a:lnTo>
                  <a:lnTo>
                    <a:pt x="926642" y="1030681"/>
                  </a:lnTo>
                  <a:lnTo>
                    <a:pt x="924458" y="1032916"/>
                  </a:lnTo>
                  <a:lnTo>
                    <a:pt x="923201" y="1036015"/>
                  </a:lnTo>
                  <a:lnTo>
                    <a:pt x="923201" y="1042263"/>
                  </a:lnTo>
                  <a:lnTo>
                    <a:pt x="924458" y="1045133"/>
                  </a:lnTo>
                  <a:lnTo>
                    <a:pt x="928827" y="1049439"/>
                  </a:lnTo>
                  <a:lnTo>
                    <a:pt x="931976" y="1050696"/>
                  </a:lnTo>
                  <a:lnTo>
                    <a:pt x="938237" y="1050696"/>
                  </a:lnTo>
                  <a:lnTo>
                    <a:pt x="941387" y="1049439"/>
                  </a:lnTo>
                  <a:lnTo>
                    <a:pt x="943571" y="1047254"/>
                  </a:lnTo>
                  <a:lnTo>
                    <a:pt x="945464" y="1045083"/>
                  </a:lnTo>
                  <a:lnTo>
                    <a:pt x="946670" y="1042263"/>
                  </a:lnTo>
                  <a:lnTo>
                    <a:pt x="946670" y="1036015"/>
                  </a:lnTo>
                  <a:close/>
                </a:path>
                <a:path w="1056640" h="1082039">
                  <a:moveTo>
                    <a:pt x="962329" y="441058"/>
                  </a:moveTo>
                  <a:lnTo>
                    <a:pt x="961072" y="437972"/>
                  </a:lnTo>
                  <a:lnTo>
                    <a:pt x="958888" y="436067"/>
                  </a:lnTo>
                  <a:lnTo>
                    <a:pt x="955103" y="432054"/>
                  </a:lnTo>
                  <a:lnTo>
                    <a:pt x="946950" y="431711"/>
                  </a:lnTo>
                  <a:lnTo>
                    <a:pt x="942301" y="436067"/>
                  </a:lnTo>
                  <a:lnTo>
                    <a:pt x="940130" y="437972"/>
                  </a:lnTo>
                  <a:lnTo>
                    <a:pt x="938860" y="441058"/>
                  </a:lnTo>
                  <a:lnTo>
                    <a:pt x="938860" y="447662"/>
                  </a:lnTo>
                  <a:lnTo>
                    <a:pt x="940130" y="450469"/>
                  </a:lnTo>
                  <a:lnTo>
                    <a:pt x="942301" y="452653"/>
                  </a:lnTo>
                  <a:lnTo>
                    <a:pt x="944486" y="454837"/>
                  </a:lnTo>
                  <a:lnTo>
                    <a:pt x="947585" y="456095"/>
                  </a:lnTo>
                  <a:lnTo>
                    <a:pt x="953897" y="456095"/>
                  </a:lnTo>
                  <a:lnTo>
                    <a:pt x="956995" y="454888"/>
                  </a:lnTo>
                  <a:lnTo>
                    <a:pt x="959180" y="452653"/>
                  </a:lnTo>
                  <a:lnTo>
                    <a:pt x="961072" y="450469"/>
                  </a:lnTo>
                  <a:lnTo>
                    <a:pt x="962329" y="447319"/>
                  </a:lnTo>
                  <a:lnTo>
                    <a:pt x="962329" y="441058"/>
                  </a:lnTo>
                  <a:close/>
                </a:path>
                <a:path w="1056640" h="1082039">
                  <a:moveTo>
                    <a:pt x="978001" y="284594"/>
                  </a:moveTo>
                  <a:lnTo>
                    <a:pt x="976731" y="281787"/>
                  </a:lnTo>
                  <a:lnTo>
                    <a:pt x="974559" y="279603"/>
                  </a:lnTo>
                  <a:lnTo>
                    <a:pt x="970762" y="275526"/>
                  </a:lnTo>
                  <a:lnTo>
                    <a:pt x="962621" y="275183"/>
                  </a:lnTo>
                  <a:lnTo>
                    <a:pt x="957910" y="279603"/>
                  </a:lnTo>
                  <a:lnTo>
                    <a:pt x="955789" y="281787"/>
                  </a:lnTo>
                  <a:lnTo>
                    <a:pt x="954532" y="284594"/>
                  </a:lnTo>
                  <a:lnTo>
                    <a:pt x="954532" y="291198"/>
                  </a:lnTo>
                  <a:lnTo>
                    <a:pt x="955789" y="294005"/>
                  </a:lnTo>
                  <a:lnTo>
                    <a:pt x="957910" y="296189"/>
                  </a:lnTo>
                  <a:lnTo>
                    <a:pt x="960158" y="298361"/>
                  </a:lnTo>
                  <a:lnTo>
                    <a:pt x="963244" y="299631"/>
                  </a:lnTo>
                  <a:lnTo>
                    <a:pt x="969505" y="299631"/>
                  </a:lnTo>
                  <a:lnTo>
                    <a:pt x="972654" y="298361"/>
                  </a:lnTo>
                  <a:lnTo>
                    <a:pt x="974839" y="296189"/>
                  </a:lnTo>
                  <a:lnTo>
                    <a:pt x="976731" y="294005"/>
                  </a:lnTo>
                  <a:lnTo>
                    <a:pt x="978001" y="291198"/>
                  </a:lnTo>
                  <a:lnTo>
                    <a:pt x="978001" y="284594"/>
                  </a:lnTo>
                  <a:close/>
                </a:path>
                <a:path w="1056640" h="1082039">
                  <a:moveTo>
                    <a:pt x="993660" y="989025"/>
                  </a:moveTo>
                  <a:lnTo>
                    <a:pt x="992403" y="985926"/>
                  </a:lnTo>
                  <a:lnTo>
                    <a:pt x="990155" y="983742"/>
                  </a:lnTo>
                  <a:lnTo>
                    <a:pt x="986434" y="979728"/>
                  </a:lnTo>
                  <a:lnTo>
                    <a:pt x="978001" y="979385"/>
                  </a:lnTo>
                  <a:lnTo>
                    <a:pt x="971397" y="985926"/>
                  </a:lnTo>
                  <a:lnTo>
                    <a:pt x="970191" y="988733"/>
                  </a:lnTo>
                  <a:lnTo>
                    <a:pt x="970191" y="995337"/>
                  </a:lnTo>
                  <a:lnTo>
                    <a:pt x="971397" y="998143"/>
                  </a:lnTo>
                  <a:lnTo>
                    <a:pt x="975817" y="1002563"/>
                  </a:lnTo>
                  <a:lnTo>
                    <a:pt x="978916" y="1003769"/>
                  </a:lnTo>
                  <a:lnTo>
                    <a:pt x="985164" y="1003769"/>
                  </a:lnTo>
                  <a:lnTo>
                    <a:pt x="988326" y="1002563"/>
                  </a:lnTo>
                  <a:lnTo>
                    <a:pt x="990511" y="1000328"/>
                  </a:lnTo>
                  <a:lnTo>
                    <a:pt x="992403" y="998143"/>
                  </a:lnTo>
                  <a:lnTo>
                    <a:pt x="993660" y="995045"/>
                  </a:lnTo>
                  <a:lnTo>
                    <a:pt x="993660" y="989025"/>
                  </a:lnTo>
                  <a:close/>
                </a:path>
                <a:path w="1056640" h="1082039">
                  <a:moveTo>
                    <a:pt x="993660" y="707072"/>
                  </a:moveTo>
                  <a:lnTo>
                    <a:pt x="992403" y="704253"/>
                  </a:lnTo>
                  <a:lnTo>
                    <a:pt x="990155" y="702081"/>
                  </a:lnTo>
                  <a:lnTo>
                    <a:pt x="986434" y="698055"/>
                  </a:lnTo>
                  <a:lnTo>
                    <a:pt x="978281" y="697712"/>
                  </a:lnTo>
                  <a:lnTo>
                    <a:pt x="973582" y="702081"/>
                  </a:lnTo>
                  <a:lnTo>
                    <a:pt x="971397" y="703973"/>
                  </a:lnTo>
                  <a:lnTo>
                    <a:pt x="970191" y="707072"/>
                  </a:lnTo>
                  <a:lnTo>
                    <a:pt x="970191" y="713727"/>
                  </a:lnTo>
                  <a:lnTo>
                    <a:pt x="971397" y="716483"/>
                  </a:lnTo>
                  <a:lnTo>
                    <a:pt x="975817" y="720839"/>
                  </a:lnTo>
                  <a:lnTo>
                    <a:pt x="978916" y="722160"/>
                  </a:lnTo>
                  <a:lnTo>
                    <a:pt x="985164" y="722160"/>
                  </a:lnTo>
                  <a:lnTo>
                    <a:pt x="988326" y="720839"/>
                  </a:lnTo>
                  <a:lnTo>
                    <a:pt x="990511" y="718654"/>
                  </a:lnTo>
                  <a:lnTo>
                    <a:pt x="992403" y="716534"/>
                  </a:lnTo>
                  <a:lnTo>
                    <a:pt x="993660" y="713384"/>
                  </a:lnTo>
                  <a:lnTo>
                    <a:pt x="993660" y="707072"/>
                  </a:lnTo>
                  <a:close/>
                </a:path>
                <a:path w="1056640" h="1082039">
                  <a:moveTo>
                    <a:pt x="1024928" y="863879"/>
                  </a:moveTo>
                  <a:lnTo>
                    <a:pt x="1023670" y="860780"/>
                  </a:lnTo>
                  <a:lnTo>
                    <a:pt x="1021486" y="858545"/>
                  </a:lnTo>
                  <a:lnTo>
                    <a:pt x="1017409" y="854532"/>
                  </a:lnTo>
                  <a:lnTo>
                    <a:pt x="1009611" y="854189"/>
                  </a:lnTo>
                  <a:lnTo>
                    <a:pt x="1004912" y="858545"/>
                  </a:lnTo>
                  <a:lnTo>
                    <a:pt x="1002728" y="860780"/>
                  </a:lnTo>
                  <a:lnTo>
                    <a:pt x="1001458" y="863879"/>
                  </a:lnTo>
                  <a:lnTo>
                    <a:pt x="1001458" y="870191"/>
                  </a:lnTo>
                  <a:lnTo>
                    <a:pt x="1002728" y="872998"/>
                  </a:lnTo>
                  <a:lnTo>
                    <a:pt x="1007084" y="877366"/>
                  </a:lnTo>
                  <a:lnTo>
                    <a:pt x="1010183" y="878624"/>
                  </a:lnTo>
                  <a:lnTo>
                    <a:pt x="1016444" y="878624"/>
                  </a:lnTo>
                  <a:lnTo>
                    <a:pt x="1019594" y="877366"/>
                  </a:lnTo>
                  <a:lnTo>
                    <a:pt x="1021778" y="875182"/>
                  </a:lnTo>
                  <a:lnTo>
                    <a:pt x="1023670" y="872998"/>
                  </a:lnTo>
                  <a:lnTo>
                    <a:pt x="1024928" y="869848"/>
                  </a:lnTo>
                  <a:lnTo>
                    <a:pt x="1024928" y="863879"/>
                  </a:lnTo>
                  <a:close/>
                </a:path>
                <a:path w="1056640" h="1082039">
                  <a:moveTo>
                    <a:pt x="1024928" y="347484"/>
                  </a:moveTo>
                  <a:lnTo>
                    <a:pt x="1023670" y="344385"/>
                  </a:lnTo>
                  <a:lnTo>
                    <a:pt x="1017409" y="338124"/>
                  </a:lnTo>
                  <a:lnTo>
                    <a:pt x="1009611" y="337781"/>
                  </a:lnTo>
                  <a:lnTo>
                    <a:pt x="1004912" y="342201"/>
                  </a:lnTo>
                  <a:lnTo>
                    <a:pt x="1002728" y="344385"/>
                  </a:lnTo>
                  <a:lnTo>
                    <a:pt x="1001458" y="347192"/>
                  </a:lnTo>
                  <a:lnTo>
                    <a:pt x="1001458" y="353453"/>
                  </a:lnTo>
                  <a:lnTo>
                    <a:pt x="1002728" y="356603"/>
                  </a:lnTo>
                  <a:lnTo>
                    <a:pt x="1007084" y="360959"/>
                  </a:lnTo>
                  <a:lnTo>
                    <a:pt x="1010183" y="362229"/>
                  </a:lnTo>
                  <a:lnTo>
                    <a:pt x="1016444" y="362229"/>
                  </a:lnTo>
                  <a:lnTo>
                    <a:pt x="1019594" y="360959"/>
                  </a:lnTo>
                  <a:lnTo>
                    <a:pt x="1021778" y="358787"/>
                  </a:lnTo>
                  <a:lnTo>
                    <a:pt x="1023670" y="356603"/>
                  </a:lnTo>
                  <a:lnTo>
                    <a:pt x="1024928" y="353453"/>
                  </a:lnTo>
                  <a:lnTo>
                    <a:pt x="1024928" y="347484"/>
                  </a:lnTo>
                  <a:close/>
                </a:path>
                <a:path w="1056640" h="1082039">
                  <a:moveTo>
                    <a:pt x="1040536" y="769670"/>
                  </a:moveTo>
                  <a:lnTo>
                    <a:pt x="1039279" y="766851"/>
                  </a:lnTo>
                  <a:lnTo>
                    <a:pt x="1037158" y="764679"/>
                  </a:lnTo>
                  <a:lnTo>
                    <a:pt x="1033360" y="760653"/>
                  </a:lnTo>
                  <a:lnTo>
                    <a:pt x="1024928" y="760310"/>
                  </a:lnTo>
                  <a:lnTo>
                    <a:pt x="1018336" y="766851"/>
                  </a:lnTo>
                  <a:lnTo>
                    <a:pt x="1017066" y="769670"/>
                  </a:lnTo>
                  <a:lnTo>
                    <a:pt x="1017066" y="776262"/>
                  </a:lnTo>
                  <a:lnTo>
                    <a:pt x="1018336" y="779424"/>
                  </a:lnTo>
                  <a:lnTo>
                    <a:pt x="1020851" y="781253"/>
                  </a:lnTo>
                  <a:lnTo>
                    <a:pt x="1022692" y="783488"/>
                  </a:lnTo>
                  <a:lnTo>
                    <a:pt x="1025855" y="784694"/>
                  </a:lnTo>
                  <a:lnTo>
                    <a:pt x="1032103" y="784694"/>
                  </a:lnTo>
                  <a:lnTo>
                    <a:pt x="1035253" y="783488"/>
                  </a:lnTo>
                  <a:lnTo>
                    <a:pt x="1037386" y="781253"/>
                  </a:lnTo>
                  <a:lnTo>
                    <a:pt x="1039279" y="779424"/>
                  </a:lnTo>
                  <a:lnTo>
                    <a:pt x="1040536" y="776262"/>
                  </a:lnTo>
                  <a:lnTo>
                    <a:pt x="1040536" y="769670"/>
                  </a:lnTo>
                  <a:close/>
                </a:path>
                <a:path w="1056640" h="1082039">
                  <a:moveTo>
                    <a:pt x="1040536" y="409790"/>
                  </a:moveTo>
                  <a:lnTo>
                    <a:pt x="1039279" y="406984"/>
                  </a:lnTo>
                  <a:lnTo>
                    <a:pt x="1033360" y="400723"/>
                  </a:lnTo>
                  <a:lnTo>
                    <a:pt x="1024928" y="400380"/>
                  </a:lnTo>
                  <a:lnTo>
                    <a:pt x="1020508" y="404749"/>
                  </a:lnTo>
                  <a:lnTo>
                    <a:pt x="1018336" y="406984"/>
                  </a:lnTo>
                  <a:lnTo>
                    <a:pt x="1017130" y="409790"/>
                  </a:lnTo>
                  <a:lnTo>
                    <a:pt x="1017066" y="412889"/>
                  </a:lnTo>
                  <a:lnTo>
                    <a:pt x="1017066" y="416394"/>
                  </a:lnTo>
                  <a:lnTo>
                    <a:pt x="1018336" y="419201"/>
                  </a:lnTo>
                  <a:lnTo>
                    <a:pt x="1020851" y="421386"/>
                  </a:lnTo>
                  <a:lnTo>
                    <a:pt x="1022692" y="423570"/>
                  </a:lnTo>
                  <a:lnTo>
                    <a:pt x="1025855" y="424827"/>
                  </a:lnTo>
                  <a:lnTo>
                    <a:pt x="1032103" y="424827"/>
                  </a:lnTo>
                  <a:lnTo>
                    <a:pt x="1035253" y="423570"/>
                  </a:lnTo>
                  <a:lnTo>
                    <a:pt x="1037386" y="421386"/>
                  </a:lnTo>
                  <a:lnTo>
                    <a:pt x="1039279" y="419201"/>
                  </a:lnTo>
                  <a:lnTo>
                    <a:pt x="1040536" y="416394"/>
                  </a:lnTo>
                  <a:lnTo>
                    <a:pt x="1040536" y="409790"/>
                  </a:lnTo>
                  <a:close/>
                </a:path>
                <a:path w="1056640" h="1082039">
                  <a:moveTo>
                    <a:pt x="1048397" y="1069238"/>
                  </a:moveTo>
                  <a:lnTo>
                    <a:pt x="1048054" y="1068197"/>
                  </a:lnTo>
                  <a:lnTo>
                    <a:pt x="1047648" y="1066647"/>
                  </a:lnTo>
                  <a:lnTo>
                    <a:pt x="1047711" y="1066076"/>
                  </a:lnTo>
                  <a:lnTo>
                    <a:pt x="1046911" y="1064183"/>
                  </a:lnTo>
                  <a:lnTo>
                    <a:pt x="1046048" y="1062926"/>
                  </a:lnTo>
                  <a:lnTo>
                    <a:pt x="1044956" y="1061948"/>
                  </a:lnTo>
                  <a:lnTo>
                    <a:pt x="1040879" y="1057592"/>
                  </a:lnTo>
                  <a:lnTo>
                    <a:pt x="1032738" y="1057592"/>
                  </a:lnTo>
                  <a:lnTo>
                    <a:pt x="1028369" y="1061948"/>
                  </a:lnTo>
                  <a:lnTo>
                    <a:pt x="1027290" y="1063091"/>
                  </a:lnTo>
                  <a:lnTo>
                    <a:pt x="1026426" y="1064298"/>
                  </a:lnTo>
                  <a:lnTo>
                    <a:pt x="1025677" y="1066139"/>
                  </a:lnTo>
                  <a:lnTo>
                    <a:pt x="1025677" y="1066711"/>
                  </a:lnTo>
                  <a:lnTo>
                    <a:pt x="1025271" y="1068197"/>
                  </a:lnTo>
                  <a:lnTo>
                    <a:pt x="1024928" y="1069238"/>
                  </a:lnTo>
                  <a:lnTo>
                    <a:pt x="1024928" y="1073251"/>
                  </a:lnTo>
                  <a:lnTo>
                    <a:pt x="1026198" y="1076413"/>
                  </a:lnTo>
                  <a:lnTo>
                    <a:pt x="1030554" y="1080770"/>
                  </a:lnTo>
                  <a:lnTo>
                    <a:pt x="1033653" y="1082027"/>
                  </a:lnTo>
                  <a:lnTo>
                    <a:pt x="1036802" y="1082027"/>
                  </a:lnTo>
                  <a:lnTo>
                    <a:pt x="1039964" y="1082027"/>
                  </a:lnTo>
                  <a:lnTo>
                    <a:pt x="1042771" y="1080770"/>
                  </a:lnTo>
                  <a:lnTo>
                    <a:pt x="1047140" y="1076413"/>
                  </a:lnTo>
                  <a:lnTo>
                    <a:pt x="1048397" y="1073594"/>
                  </a:lnTo>
                  <a:lnTo>
                    <a:pt x="1048397" y="1069238"/>
                  </a:lnTo>
                  <a:close/>
                </a:path>
                <a:path w="1056640" h="1082039">
                  <a:moveTo>
                    <a:pt x="1056208" y="550595"/>
                  </a:moveTo>
                  <a:lnTo>
                    <a:pt x="1055001" y="547789"/>
                  </a:lnTo>
                  <a:lnTo>
                    <a:pt x="1052753" y="545604"/>
                  </a:lnTo>
                  <a:lnTo>
                    <a:pt x="1049032" y="541591"/>
                  </a:lnTo>
                  <a:lnTo>
                    <a:pt x="1040879" y="541248"/>
                  </a:lnTo>
                  <a:lnTo>
                    <a:pt x="1036180" y="545604"/>
                  </a:lnTo>
                  <a:lnTo>
                    <a:pt x="1033995" y="547789"/>
                  </a:lnTo>
                  <a:lnTo>
                    <a:pt x="1032738" y="550595"/>
                  </a:lnTo>
                  <a:lnTo>
                    <a:pt x="1032738" y="557199"/>
                  </a:lnTo>
                  <a:lnTo>
                    <a:pt x="1033995" y="560006"/>
                  </a:lnTo>
                  <a:lnTo>
                    <a:pt x="1038352" y="564375"/>
                  </a:lnTo>
                  <a:lnTo>
                    <a:pt x="1041514" y="565632"/>
                  </a:lnTo>
                  <a:lnTo>
                    <a:pt x="1047762" y="565632"/>
                  </a:lnTo>
                  <a:lnTo>
                    <a:pt x="1050925" y="564375"/>
                  </a:lnTo>
                  <a:lnTo>
                    <a:pt x="1053109" y="562190"/>
                  </a:lnTo>
                  <a:lnTo>
                    <a:pt x="1055001" y="560006"/>
                  </a:lnTo>
                  <a:lnTo>
                    <a:pt x="1056208" y="557199"/>
                  </a:lnTo>
                  <a:lnTo>
                    <a:pt x="1056208" y="550595"/>
                  </a:lnTo>
                  <a:close/>
                </a:path>
              </a:pathLst>
            </a:custGeom>
            <a:solidFill>
              <a:srgbClr val="F5BD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04786" y="3565435"/>
              <a:ext cx="1707514" cy="2200910"/>
            </a:xfrm>
            <a:custGeom>
              <a:avLst/>
              <a:gdLst/>
              <a:ahLst/>
              <a:cxnLst/>
              <a:rect l="l" t="t" r="r" b="b"/>
              <a:pathLst>
                <a:path w="1707514" h="2200910">
                  <a:moveTo>
                    <a:pt x="23469" y="1935810"/>
                  </a:moveTo>
                  <a:lnTo>
                    <a:pt x="22199" y="1932647"/>
                  </a:lnTo>
                  <a:lnTo>
                    <a:pt x="20027" y="1930476"/>
                  </a:lnTo>
                  <a:lnTo>
                    <a:pt x="16230" y="1926450"/>
                  </a:lnTo>
                  <a:lnTo>
                    <a:pt x="8140" y="1926107"/>
                  </a:lnTo>
                  <a:lnTo>
                    <a:pt x="3441" y="1930476"/>
                  </a:lnTo>
                  <a:lnTo>
                    <a:pt x="1257" y="1932647"/>
                  </a:lnTo>
                  <a:lnTo>
                    <a:pt x="0" y="1935810"/>
                  </a:lnTo>
                  <a:lnTo>
                    <a:pt x="0" y="1941715"/>
                  </a:lnTo>
                  <a:lnTo>
                    <a:pt x="1257" y="1944878"/>
                  </a:lnTo>
                  <a:lnTo>
                    <a:pt x="5626" y="1949234"/>
                  </a:lnTo>
                  <a:lnTo>
                    <a:pt x="8724" y="1950491"/>
                  </a:lnTo>
                  <a:lnTo>
                    <a:pt x="15036" y="1950491"/>
                  </a:lnTo>
                  <a:lnTo>
                    <a:pt x="18186" y="1949234"/>
                  </a:lnTo>
                  <a:lnTo>
                    <a:pt x="20307" y="1947049"/>
                  </a:lnTo>
                  <a:lnTo>
                    <a:pt x="22199" y="1944878"/>
                  </a:lnTo>
                  <a:lnTo>
                    <a:pt x="23469" y="1941715"/>
                  </a:lnTo>
                  <a:lnTo>
                    <a:pt x="23469" y="1935810"/>
                  </a:lnTo>
                  <a:close/>
                </a:path>
                <a:path w="1707514" h="2200910">
                  <a:moveTo>
                    <a:pt x="70396" y="2044992"/>
                  </a:moveTo>
                  <a:lnTo>
                    <a:pt x="69138" y="2041893"/>
                  </a:lnTo>
                  <a:lnTo>
                    <a:pt x="66954" y="2040001"/>
                  </a:lnTo>
                  <a:lnTo>
                    <a:pt x="62598" y="2035644"/>
                  </a:lnTo>
                  <a:lnTo>
                    <a:pt x="54800" y="2035644"/>
                  </a:lnTo>
                  <a:lnTo>
                    <a:pt x="48196" y="2042185"/>
                  </a:lnTo>
                  <a:lnTo>
                    <a:pt x="46939" y="2044992"/>
                  </a:lnTo>
                  <a:lnTo>
                    <a:pt x="46939" y="2051596"/>
                  </a:lnTo>
                  <a:lnTo>
                    <a:pt x="48196" y="2054745"/>
                  </a:lnTo>
                  <a:lnTo>
                    <a:pt x="50723" y="2056587"/>
                  </a:lnTo>
                  <a:lnTo>
                    <a:pt x="52552" y="2058771"/>
                  </a:lnTo>
                  <a:lnTo>
                    <a:pt x="55714" y="2060028"/>
                  </a:lnTo>
                  <a:lnTo>
                    <a:pt x="61963" y="2060028"/>
                  </a:lnTo>
                  <a:lnTo>
                    <a:pt x="64782" y="2058771"/>
                  </a:lnTo>
                  <a:lnTo>
                    <a:pt x="66954" y="2056587"/>
                  </a:lnTo>
                  <a:lnTo>
                    <a:pt x="69138" y="2054745"/>
                  </a:lnTo>
                  <a:lnTo>
                    <a:pt x="70396" y="2051596"/>
                  </a:lnTo>
                  <a:lnTo>
                    <a:pt x="70396" y="2044992"/>
                  </a:lnTo>
                  <a:close/>
                </a:path>
                <a:path w="1707514" h="2200910">
                  <a:moveTo>
                    <a:pt x="86067" y="1967077"/>
                  </a:moveTo>
                  <a:lnTo>
                    <a:pt x="84797" y="1963928"/>
                  </a:lnTo>
                  <a:lnTo>
                    <a:pt x="78257" y="1957387"/>
                  </a:lnTo>
                  <a:lnTo>
                    <a:pt x="70396" y="1957387"/>
                  </a:lnTo>
                  <a:lnTo>
                    <a:pt x="63855" y="1963928"/>
                  </a:lnTo>
                  <a:lnTo>
                    <a:pt x="62598" y="1967077"/>
                  </a:lnTo>
                  <a:lnTo>
                    <a:pt x="62598" y="1970239"/>
                  </a:lnTo>
                  <a:lnTo>
                    <a:pt x="62598" y="1972983"/>
                  </a:lnTo>
                  <a:lnTo>
                    <a:pt x="63855" y="1976196"/>
                  </a:lnTo>
                  <a:lnTo>
                    <a:pt x="68224" y="1980565"/>
                  </a:lnTo>
                  <a:lnTo>
                    <a:pt x="71323" y="1981822"/>
                  </a:lnTo>
                  <a:lnTo>
                    <a:pt x="77571" y="1981822"/>
                  </a:lnTo>
                  <a:lnTo>
                    <a:pt x="80391" y="1980565"/>
                  </a:lnTo>
                  <a:lnTo>
                    <a:pt x="84797" y="1976196"/>
                  </a:lnTo>
                  <a:lnTo>
                    <a:pt x="86067" y="1973389"/>
                  </a:lnTo>
                  <a:lnTo>
                    <a:pt x="86067" y="1967077"/>
                  </a:lnTo>
                  <a:close/>
                </a:path>
                <a:path w="1707514" h="2200910">
                  <a:moveTo>
                    <a:pt x="258203" y="1982393"/>
                  </a:moveTo>
                  <a:lnTo>
                    <a:pt x="256933" y="1979587"/>
                  </a:lnTo>
                  <a:lnTo>
                    <a:pt x="254762" y="1977402"/>
                  </a:lnTo>
                  <a:lnTo>
                    <a:pt x="250393" y="1972983"/>
                  </a:lnTo>
                  <a:lnTo>
                    <a:pt x="242531" y="1972983"/>
                  </a:lnTo>
                  <a:lnTo>
                    <a:pt x="238112" y="1977402"/>
                  </a:lnTo>
                  <a:lnTo>
                    <a:pt x="235991" y="1979587"/>
                  </a:lnTo>
                  <a:lnTo>
                    <a:pt x="234734" y="1982736"/>
                  </a:lnTo>
                  <a:lnTo>
                    <a:pt x="234734" y="1988705"/>
                  </a:lnTo>
                  <a:lnTo>
                    <a:pt x="235991" y="1991804"/>
                  </a:lnTo>
                  <a:lnTo>
                    <a:pt x="238112" y="1993988"/>
                  </a:lnTo>
                  <a:lnTo>
                    <a:pt x="240360" y="1996173"/>
                  </a:lnTo>
                  <a:lnTo>
                    <a:pt x="243446" y="1997430"/>
                  </a:lnTo>
                  <a:lnTo>
                    <a:pt x="249707" y="1997430"/>
                  </a:lnTo>
                  <a:lnTo>
                    <a:pt x="252514" y="1996173"/>
                  </a:lnTo>
                  <a:lnTo>
                    <a:pt x="256933" y="1991804"/>
                  </a:lnTo>
                  <a:lnTo>
                    <a:pt x="258203" y="1988997"/>
                  </a:lnTo>
                  <a:lnTo>
                    <a:pt x="258203" y="1982393"/>
                  </a:lnTo>
                  <a:close/>
                </a:path>
                <a:path w="1707514" h="2200910">
                  <a:moveTo>
                    <a:pt x="305130" y="2091931"/>
                  </a:moveTo>
                  <a:lnTo>
                    <a:pt x="303872" y="2089124"/>
                  </a:lnTo>
                  <a:lnTo>
                    <a:pt x="301688" y="2086940"/>
                  </a:lnTo>
                  <a:lnTo>
                    <a:pt x="297332" y="2082584"/>
                  </a:lnTo>
                  <a:lnTo>
                    <a:pt x="289471" y="2082584"/>
                  </a:lnTo>
                  <a:lnTo>
                    <a:pt x="282930" y="2089124"/>
                  </a:lnTo>
                  <a:lnTo>
                    <a:pt x="281660" y="2092223"/>
                  </a:lnTo>
                  <a:lnTo>
                    <a:pt x="281660" y="2098243"/>
                  </a:lnTo>
                  <a:lnTo>
                    <a:pt x="282930" y="2101342"/>
                  </a:lnTo>
                  <a:lnTo>
                    <a:pt x="287286" y="2105698"/>
                  </a:lnTo>
                  <a:lnTo>
                    <a:pt x="290385" y="2106968"/>
                  </a:lnTo>
                  <a:lnTo>
                    <a:pt x="296697" y="2106968"/>
                  </a:lnTo>
                  <a:lnTo>
                    <a:pt x="299504" y="2105698"/>
                  </a:lnTo>
                  <a:lnTo>
                    <a:pt x="303872" y="2101342"/>
                  </a:lnTo>
                  <a:lnTo>
                    <a:pt x="305130" y="2098535"/>
                  </a:lnTo>
                  <a:lnTo>
                    <a:pt x="305130" y="2091931"/>
                  </a:lnTo>
                  <a:close/>
                </a:path>
                <a:path w="1707514" h="2200910">
                  <a:moveTo>
                    <a:pt x="336461" y="1982393"/>
                  </a:moveTo>
                  <a:lnTo>
                    <a:pt x="335140" y="1979587"/>
                  </a:lnTo>
                  <a:lnTo>
                    <a:pt x="332955" y="1977402"/>
                  </a:lnTo>
                  <a:lnTo>
                    <a:pt x="328599" y="1972983"/>
                  </a:lnTo>
                  <a:lnTo>
                    <a:pt x="320802" y="1972983"/>
                  </a:lnTo>
                  <a:lnTo>
                    <a:pt x="314198" y="1979587"/>
                  </a:lnTo>
                  <a:lnTo>
                    <a:pt x="312940" y="1982736"/>
                  </a:lnTo>
                  <a:lnTo>
                    <a:pt x="312940" y="1988705"/>
                  </a:lnTo>
                  <a:lnTo>
                    <a:pt x="314198" y="1991804"/>
                  </a:lnTo>
                  <a:lnTo>
                    <a:pt x="318554" y="1996173"/>
                  </a:lnTo>
                  <a:lnTo>
                    <a:pt x="321652" y="1997430"/>
                  </a:lnTo>
                  <a:lnTo>
                    <a:pt x="327964" y="1997430"/>
                  </a:lnTo>
                  <a:lnTo>
                    <a:pt x="330784" y="1996173"/>
                  </a:lnTo>
                  <a:lnTo>
                    <a:pt x="335140" y="1991804"/>
                  </a:lnTo>
                  <a:lnTo>
                    <a:pt x="336461" y="1988705"/>
                  </a:lnTo>
                  <a:lnTo>
                    <a:pt x="336461" y="1982393"/>
                  </a:lnTo>
                  <a:close/>
                </a:path>
                <a:path w="1707514" h="2200910">
                  <a:moveTo>
                    <a:pt x="352069" y="1935467"/>
                  </a:moveTo>
                  <a:lnTo>
                    <a:pt x="350812" y="1932647"/>
                  </a:lnTo>
                  <a:lnTo>
                    <a:pt x="344208" y="1926107"/>
                  </a:lnTo>
                  <a:lnTo>
                    <a:pt x="336461" y="1926107"/>
                  </a:lnTo>
                  <a:lnTo>
                    <a:pt x="331990" y="1930476"/>
                  </a:lnTo>
                  <a:lnTo>
                    <a:pt x="329857" y="1932647"/>
                  </a:lnTo>
                  <a:lnTo>
                    <a:pt x="328599" y="1935810"/>
                  </a:lnTo>
                  <a:lnTo>
                    <a:pt x="328599" y="1938909"/>
                  </a:lnTo>
                  <a:lnTo>
                    <a:pt x="328599" y="1941715"/>
                  </a:lnTo>
                  <a:lnTo>
                    <a:pt x="329857" y="1944878"/>
                  </a:lnTo>
                  <a:lnTo>
                    <a:pt x="331990" y="1947049"/>
                  </a:lnTo>
                  <a:lnTo>
                    <a:pt x="334225" y="1949234"/>
                  </a:lnTo>
                  <a:lnTo>
                    <a:pt x="337324" y="1950491"/>
                  </a:lnTo>
                  <a:lnTo>
                    <a:pt x="343573" y="1950491"/>
                  </a:lnTo>
                  <a:lnTo>
                    <a:pt x="346443" y="1949234"/>
                  </a:lnTo>
                  <a:lnTo>
                    <a:pt x="350812" y="1944878"/>
                  </a:lnTo>
                  <a:lnTo>
                    <a:pt x="352069" y="1942058"/>
                  </a:lnTo>
                  <a:lnTo>
                    <a:pt x="352069" y="1935467"/>
                  </a:lnTo>
                  <a:close/>
                </a:path>
                <a:path w="1707514" h="2200910">
                  <a:moveTo>
                    <a:pt x="383336" y="2185860"/>
                  </a:moveTo>
                  <a:lnTo>
                    <a:pt x="382079" y="2182698"/>
                  </a:lnTo>
                  <a:lnTo>
                    <a:pt x="379895" y="2180806"/>
                  </a:lnTo>
                  <a:lnTo>
                    <a:pt x="375881" y="2176449"/>
                  </a:lnTo>
                  <a:lnTo>
                    <a:pt x="367728" y="2176449"/>
                  </a:lnTo>
                  <a:lnTo>
                    <a:pt x="361708" y="2182418"/>
                  </a:lnTo>
                  <a:lnTo>
                    <a:pt x="360845" y="2184489"/>
                  </a:lnTo>
                  <a:lnTo>
                    <a:pt x="360387" y="2186775"/>
                  </a:lnTo>
                  <a:lnTo>
                    <a:pt x="367906" y="2188273"/>
                  </a:lnTo>
                  <a:lnTo>
                    <a:pt x="375475" y="2189530"/>
                  </a:lnTo>
                  <a:lnTo>
                    <a:pt x="383057" y="2190915"/>
                  </a:lnTo>
                  <a:lnTo>
                    <a:pt x="383108" y="2190394"/>
                  </a:lnTo>
                  <a:lnTo>
                    <a:pt x="383336" y="2189873"/>
                  </a:lnTo>
                  <a:lnTo>
                    <a:pt x="383336" y="2185860"/>
                  </a:lnTo>
                  <a:close/>
                </a:path>
                <a:path w="1707514" h="2200910">
                  <a:moveTo>
                    <a:pt x="430326" y="1998065"/>
                  </a:moveTo>
                  <a:lnTo>
                    <a:pt x="429069" y="1995246"/>
                  </a:lnTo>
                  <a:lnTo>
                    <a:pt x="426885" y="1993074"/>
                  </a:lnTo>
                  <a:lnTo>
                    <a:pt x="422465" y="1988705"/>
                  </a:lnTo>
                  <a:lnTo>
                    <a:pt x="414667" y="1988705"/>
                  </a:lnTo>
                  <a:lnTo>
                    <a:pt x="410248" y="1993074"/>
                  </a:lnTo>
                  <a:lnTo>
                    <a:pt x="408127" y="1995246"/>
                  </a:lnTo>
                  <a:lnTo>
                    <a:pt x="406869" y="1998408"/>
                  </a:lnTo>
                  <a:lnTo>
                    <a:pt x="406869" y="2004314"/>
                  </a:lnTo>
                  <a:lnTo>
                    <a:pt x="408127" y="2007476"/>
                  </a:lnTo>
                  <a:lnTo>
                    <a:pt x="410248" y="2009648"/>
                  </a:lnTo>
                  <a:lnTo>
                    <a:pt x="412483" y="2011832"/>
                  </a:lnTo>
                  <a:lnTo>
                    <a:pt x="415582" y="2013089"/>
                  </a:lnTo>
                  <a:lnTo>
                    <a:pt x="421843" y="2013089"/>
                  </a:lnTo>
                  <a:lnTo>
                    <a:pt x="424649" y="2011832"/>
                  </a:lnTo>
                  <a:lnTo>
                    <a:pt x="429069" y="2007476"/>
                  </a:lnTo>
                  <a:lnTo>
                    <a:pt x="430326" y="2004314"/>
                  </a:lnTo>
                  <a:lnTo>
                    <a:pt x="430326" y="1998065"/>
                  </a:lnTo>
                  <a:close/>
                </a:path>
                <a:path w="1707514" h="2200910">
                  <a:moveTo>
                    <a:pt x="445998" y="2185860"/>
                  </a:moveTo>
                  <a:lnTo>
                    <a:pt x="444677" y="2183053"/>
                  </a:lnTo>
                  <a:lnTo>
                    <a:pt x="442493" y="2180806"/>
                  </a:lnTo>
                  <a:lnTo>
                    <a:pt x="438137" y="2176449"/>
                  </a:lnTo>
                  <a:lnTo>
                    <a:pt x="430326" y="2176449"/>
                  </a:lnTo>
                  <a:lnTo>
                    <a:pt x="425907" y="2180806"/>
                  </a:lnTo>
                  <a:lnTo>
                    <a:pt x="423735" y="2183053"/>
                  </a:lnTo>
                  <a:lnTo>
                    <a:pt x="422465" y="2186152"/>
                  </a:lnTo>
                  <a:lnTo>
                    <a:pt x="422465" y="2192464"/>
                  </a:lnTo>
                  <a:lnTo>
                    <a:pt x="423735" y="2195271"/>
                  </a:lnTo>
                  <a:lnTo>
                    <a:pt x="426262" y="2197455"/>
                  </a:lnTo>
                  <a:lnTo>
                    <a:pt x="426605" y="2197798"/>
                  </a:lnTo>
                  <a:lnTo>
                    <a:pt x="427113" y="2197963"/>
                  </a:lnTo>
                  <a:lnTo>
                    <a:pt x="427456" y="2198306"/>
                  </a:lnTo>
                  <a:lnTo>
                    <a:pt x="431304" y="2198890"/>
                  </a:lnTo>
                  <a:lnTo>
                    <a:pt x="435089" y="2199348"/>
                  </a:lnTo>
                  <a:lnTo>
                    <a:pt x="438886" y="2199919"/>
                  </a:lnTo>
                  <a:lnTo>
                    <a:pt x="440194" y="2199348"/>
                  </a:lnTo>
                  <a:lnTo>
                    <a:pt x="441464" y="2198484"/>
                  </a:lnTo>
                  <a:lnTo>
                    <a:pt x="442493" y="2197455"/>
                  </a:lnTo>
                  <a:lnTo>
                    <a:pt x="444677" y="2195550"/>
                  </a:lnTo>
                  <a:lnTo>
                    <a:pt x="445998" y="2192464"/>
                  </a:lnTo>
                  <a:lnTo>
                    <a:pt x="445998" y="2185860"/>
                  </a:lnTo>
                  <a:close/>
                </a:path>
                <a:path w="1707514" h="2200910">
                  <a:moveTo>
                    <a:pt x="445998" y="2060663"/>
                  </a:moveTo>
                  <a:lnTo>
                    <a:pt x="444677" y="2057844"/>
                  </a:lnTo>
                  <a:lnTo>
                    <a:pt x="442493" y="2055609"/>
                  </a:lnTo>
                  <a:lnTo>
                    <a:pt x="438137" y="2051253"/>
                  </a:lnTo>
                  <a:lnTo>
                    <a:pt x="430326" y="2051253"/>
                  </a:lnTo>
                  <a:lnTo>
                    <a:pt x="425907" y="2055609"/>
                  </a:lnTo>
                  <a:lnTo>
                    <a:pt x="423735" y="2057844"/>
                  </a:lnTo>
                  <a:lnTo>
                    <a:pt x="422465" y="2060943"/>
                  </a:lnTo>
                  <a:lnTo>
                    <a:pt x="422465" y="2066912"/>
                  </a:lnTo>
                  <a:lnTo>
                    <a:pt x="423735" y="2070074"/>
                  </a:lnTo>
                  <a:lnTo>
                    <a:pt x="425907" y="2072195"/>
                  </a:lnTo>
                  <a:lnTo>
                    <a:pt x="428091" y="2074430"/>
                  </a:lnTo>
                  <a:lnTo>
                    <a:pt x="431190" y="2075700"/>
                  </a:lnTo>
                  <a:lnTo>
                    <a:pt x="437502" y="2075700"/>
                  </a:lnTo>
                  <a:lnTo>
                    <a:pt x="440309" y="2074430"/>
                  </a:lnTo>
                  <a:lnTo>
                    <a:pt x="442493" y="2072195"/>
                  </a:lnTo>
                  <a:lnTo>
                    <a:pt x="444677" y="2070074"/>
                  </a:lnTo>
                  <a:lnTo>
                    <a:pt x="445998" y="2067255"/>
                  </a:lnTo>
                  <a:lnTo>
                    <a:pt x="445998" y="2060663"/>
                  </a:lnTo>
                  <a:close/>
                </a:path>
                <a:path w="1707514" h="2200910">
                  <a:moveTo>
                    <a:pt x="461606" y="839660"/>
                  </a:moveTo>
                  <a:lnTo>
                    <a:pt x="461264" y="838631"/>
                  </a:lnTo>
                  <a:lnTo>
                    <a:pt x="460857" y="837145"/>
                  </a:lnTo>
                  <a:lnTo>
                    <a:pt x="460857" y="836625"/>
                  </a:lnTo>
                  <a:lnTo>
                    <a:pt x="460108" y="834783"/>
                  </a:lnTo>
                  <a:lnTo>
                    <a:pt x="459244" y="833526"/>
                  </a:lnTo>
                  <a:lnTo>
                    <a:pt x="458165" y="832434"/>
                  </a:lnTo>
                  <a:lnTo>
                    <a:pt x="453453" y="828014"/>
                  </a:lnTo>
                  <a:lnTo>
                    <a:pt x="445998" y="828014"/>
                  </a:lnTo>
                  <a:lnTo>
                    <a:pt x="438480" y="838631"/>
                  </a:lnTo>
                  <a:lnTo>
                    <a:pt x="438137" y="839724"/>
                  </a:lnTo>
                  <a:lnTo>
                    <a:pt x="438137" y="843686"/>
                  </a:lnTo>
                  <a:lnTo>
                    <a:pt x="439394" y="846836"/>
                  </a:lnTo>
                  <a:lnTo>
                    <a:pt x="443763" y="851192"/>
                  </a:lnTo>
                  <a:lnTo>
                    <a:pt x="446913" y="852462"/>
                  </a:lnTo>
                  <a:lnTo>
                    <a:pt x="450011" y="852462"/>
                  </a:lnTo>
                  <a:lnTo>
                    <a:pt x="453174" y="852462"/>
                  </a:lnTo>
                  <a:lnTo>
                    <a:pt x="455980" y="851192"/>
                  </a:lnTo>
                  <a:lnTo>
                    <a:pt x="460336" y="846836"/>
                  </a:lnTo>
                  <a:lnTo>
                    <a:pt x="461606" y="844029"/>
                  </a:lnTo>
                  <a:lnTo>
                    <a:pt x="461606" y="839660"/>
                  </a:lnTo>
                  <a:close/>
                </a:path>
                <a:path w="1707514" h="2200910">
                  <a:moveTo>
                    <a:pt x="492874" y="2123262"/>
                  </a:moveTo>
                  <a:lnTo>
                    <a:pt x="491617" y="2120163"/>
                  </a:lnTo>
                  <a:lnTo>
                    <a:pt x="489483" y="2118271"/>
                  </a:lnTo>
                  <a:lnTo>
                    <a:pt x="485419" y="2113851"/>
                  </a:lnTo>
                  <a:lnTo>
                    <a:pt x="477266" y="2113851"/>
                  </a:lnTo>
                  <a:lnTo>
                    <a:pt x="472846" y="2118271"/>
                  </a:lnTo>
                  <a:lnTo>
                    <a:pt x="470662" y="2120392"/>
                  </a:lnTo>
                  <a:lnTo>
                    <a:pt x="469404" y="2123262"/>
                  </a:lnTo>
                  <a:lnTo>
                    <a:pt x="469404" y="2129853"/>
                  </a:lnTo>
                  <a:lnTo>
                    <a:pt x="470662" y="2132952"/>
                  </a:lnTo>
                  <a:lnTo>
                    <a:pt x="473189" y="2134844"/>
                  </a:lnTo>
                  <a:lnTo>
                    <a:pt x="475030" y="2137029"/>
                  </a:lnTo>
                  <a:lnTo>
                    <a:pt x="478180" y="2138299"/>
                  </a:lnTo>
                  <a:lnTo>
                    <a:pt x="484441" y="2138299"/>
                  </a:lnTo>
                  <a:lnTo>
                    <a:pt x="487248" y="2137029"/>
                  </a:lnTo>
                  <a:lnTo>
                    <a:pt x="489483" y="2134844"/>
                  </a:lnTo>
                  <a:lnTo>
                    <a:pt x="491617" y="2132952"/>
                  </a:lnTo>
                  <a:lnTo>
                    <a:pt x="492874" y="2129853"/>
                  </a:lnTo>
                  <a:lnTo>
                    <a:pt x="492874" y="2123262"/>
                  </a:lnTo>
                  <a:close/>
                </a:path>
                <a:path w="1707514" h="2200910">
                  <a:moveTo>
                    <a:pt x="508533" y="1966785"/>
                  </a:moveTo>
                  <a:lnTo>
                    <a:pt x="507326" y="1963635"/>
                  </a:lnTo>
                  <a:lnTo>
                    <a:pt x="505091" y="1961743"/>
                  </a:lnTo>
                  <a:lnTo>
                    <a:pt x="501370" y="1957730"/>
                  </a:lnTo>
                  <a:lnTo>
                    <a:pt x="493217" y="1957387"/>
                  </a:lnTo>
                  <a:lnTo>
                    <a:pt x="488518" y="1961743"/>
                  </a:lnTo>
                  <a:lnTo>
                    <a:pt x="486333" y="1963635"/>
                  </a:lnTo>
                  <a:lnTo>
                    <a:pt x="485063" y="1966785"/>
                  </a:lnTo>
                  <a:lnTo>
                    <a:pt x="485063" y="1970239"/>
                  </a:lnTo>
                  <a:lnTo>
                    <a:pt x="485063" y="1973389"/>
                  </a:lnTo>
                  <a:lnTo>
                    <a:pt x="486333" y="1976488"/>
                  </a:lnTo>
                  <a:lnTo>
                    <a:pt x="488861" y="1978672"/>
                  </a:lnTo>
                  <a:lnTo>
                    <a:pt x="490689" y="1980565"/>
                  </a:lnTo>
                  <a:lnTo>
                    <a:pt x="493852" y="1981822"/>
                  </a:lnTo>
                  <a:lnTo>
                    <a:pt x="500100" y="1981822"/>
                  </a:lnTo>
                  <a:lnTo>
                    <a:pt x="503262" y="1980565"/>
                  </a:lnTo>
                  <a:lnTo>
                    <a:pt x="507326" y="1976488"/>
                  </a:lnTo>
                  <a:lnTo>
                    <a:pt x="508533" y="1973389"/>
                  </a:lnTo>
                  <a:lnTo>
                    <a:pt x="508533" y="1966785"/>
                  </a:lnTo>
                  <a:close/>
                </a:path>
                <a:path w="1707514" h="2200910">
                  <a:moveTo>
                    <a:pt x="524205" y="2185860"/>
                  </a:moveTo>
                  <a:lnTo>
                    <a:pt x="522935" y="2183053"/>
                  </a:lnTo>
                  <a:lnTo>
                    <a:pt x="520763" y="2180806"/>
                  </a:lnTo>
                  <a:lnTo>
                    <a:pt x="516394" y="2176449"/>
                  </a:lnTo>
                  <a:lnTo>
                    <a:pt x="508533" y="2176449"/>
                  </a:lnTo>
                  <a:lnTo>
                    <a:pt x="504177" y="2180806"/>
                  </a:lnTo>
                  <a:lnTo>
                    <a:pt x="501992" y="2183053"/>
                  </a:lnTo>
                  <a:lnTo>
                    <a:pt x="500735" y="2186152"/>
                  </a:lnTo>
                  <a:lnTo>
                    <a:pt x="500735" y="2192109"/>
                  </a:lnTo>
                  <a:lnTo>
                    <a:pt x="501992" y="2195271"/>
                  </a:lnTo>
                  <a:lnTo>
                    <a:pt x="506361" y="2199627"/>
                  </a:lnTo>
                  <a:lnTo>
                    <a:pt x="509460" y="2200897"/>
                  </a:lnTo>
                  <a:lnTo>
                    <a:pt x="515772" y="2200897"/>
                  </a:lnTo>
                  <a:lnTo>
                    <a:pt x="518579" y="2199627"/>
                  </a:lnTo>
                  <a:lnTo>
                    <a:pt x="522935" y="2195271"/>
                  </a:lnTo>
                  <a:lnTo>
                    <a:pt x="524205" y="2192464"/>
                  </a:lnTo>
                  <a:lnTo>
                    <a:pt x="524205" y="2185860"/>
                  </a:lnTo>
                  <a:close/>
                </a:path>
                <a:path w="1707514" h="2200910">
                  <a:moveTo>
                    <a:pt x="539864" y="2060663"/>
                  </a:moveTo>
                  <a:lnTo>
                    <a:pt x="538607" y="2057501"/>
                  </a:lnTo>
                  <a:lnTo>
                    <a:pt x="536422" y="2055609"/>
                  </a:lnTo>
                  <a:lnTo>
                    <a:pt x="532066" y="2051253"/>
                  </a:lnTo>
                  <a:lnTo>
                    <a:pt x="524205" y="2051253"/>
                  </a:lnTo>
                  <a:lnTo>
                    <a:pt x="519785" y="2055609"/>
                  </a:lnTo>
                  <a:lnTo>
                    <a:pt x="517664" y="2057844"/>
                  </a:lnTo>
                  <a:lnTo>
                    <a:pt x="516394" y="2060663"/>
                  </a:lnTo>
                  <a:lnTo>
                    <a:pt x="516394" y="2067255"/>
                  </a:lnTo>
                  <a:lnTo>
                    <a:pt x="517664" y="2070074"/>
                  </a:lnTo>
                  <a:lnTo>
                    <a:pt x="519785" y="2072195"/>
                  </a:lnTo>
                  <a:lnTo>
                    <a:pt x="522020" y="2074430"/>
                  </a:lnTo>
                  <a:lnTo>
                    <a:pt x="525119" y="2075700"/>
                  </a:lnTo>
                  <a:lnTo>
                    <a:pt x="531368" y="2075700"/>
                  </a:lnTo>
                  <a:lnTo>
                    <a:pt x="534187" y="2074430"/>
                  </a:lnTo>
                  <a:lnTo>
                    <a:pt x="538607" y="2070074"/>
                  </a:lnTo>
                  <a:lnTo>
                    <a:pt x="539864" y="2067255"/>
                  </a:lnTo>
                  <a:lnTo>
                    <a:pt x="539864" y="2060663"/>
                  </a:lnTo>
                  <a:close/>
                </a:path>
                <a:path w="1707514" h="2200910">
                  <a:moveTo>
                    <a:pt x="555523" y="2114194"/>
                  </a:moveTo>
                  <a:lnTo>
                    <a:pt x="555472" y="2111044"/>
                  </a:lnTo>
                  <a:lnTo>
                    <a:pt x="555472" y="2107590"/>
                  </a:lnTo>
                  <a:lnTo>
                    <a:pt x="554215" y="2104504"/>
                  </a:lnTo>
                  <a:lnTo>
                    <a:pt x="552030" y="2102599"/>
                  </a:lnTo>
                  <a:lnTo>
                    <a:pt x="547674" y="2098243"/>
                  </a:lnTo>
                  <a:lnTo>
                    <a:pt x="539864" y="2098243"/>
                  </a:lnTo>
                  <a:lnTo>
                    <a:pt x="533273" y="2104783"/>
                  </a:lnTo>
                  <a:lnTo>
                    <a:pt x="532066" y="2107590"/>
                  </a:lnTo>
                  <a:lnTo>
                    <a:pt x="532066" y="2113851"/>
                  </a:lnTo>
                  <a:lnTo>
                    <a:pt x="533273" y="2117001"/>
                  </a:lnTo>
                  <a:lnTo>
                    <a:pt x="537629" y="2121370"/>
                  </a:lnTo>
                  <a:lnTo>
                    <a:pt x="540727" y="2122627"/>
                  </a:lnTo>
                  <a:lnTo>
                    <a:pt x="547039" y="2122627"/>
                  </a:lnTo>
                  <a:lnTo>
                    <a:pt x="549846" y="2121370"/>
                  </a:lnTo>
                  <a:lnTo>
                    <a:pt x="552030" y="2119185"/>
                  </a:lnTo>
                  <a:lnTo>
                    <a:pt x="554266" y="2117001"/>
                  </a:lnTo>
                  <a:lnTo>
                    <a:pt x="555523" y="2114194"/>
                  </a:lnTo>
                  <a:close/>
                </a:path>
                <a:path w="1707514" h="2200910">
                  <a:moveTo>
                    <a:pt x="665010" y="1966785"/>
                  </a:moveTo>
                  <a:lnTo>
                    <a:pt x="663740" y="1963928"/>
                  </a:lnTo>
                  <a:lnTo>
                    <a:pt x="661568" y="1961743"/>
                  </a:lnTo>
                  <a:lnTo>
                    <a:pt x="657834" y="1957730"/>
                  </a:lnTo>
                  <a:lnTo>
                    <a:pt x="649401" y="1957387"/>
                  </a:lnTo>
                  <a:lnTo>
                    <a:pt x="642797" y="1963928"/>
                  </a:lnTo>
                  <a:lnTo>
                    <a:pt x="641591" y="1967077"/>
                  </a:lnTo>
                  <a:lnTo>
                    <a:pt x="641591" y="1973046"/>
                  </a:lnTo>
                  <a:lnTo>
                    <a:pt x="642797" y="1976196"/>
                  </a:lnTo>
                  <a:lnTo>
                    <a:pt x="647166" y="1980565"/>
                  </a:lnTo>
                  <a:lnTo>
                    <a:pt x="650316" y="1981822"/>
                  </a:lnTo>
                  <a:lnTo>
                    <a:pt x="653478" y="1981822"/>
                  </a:lnTo>
                  <a:lnTo>
                    <a:pt x="656577" y="1981822"/>
                  </a:lnTo>
                  <a:lnTo>
                    <a:pt x="659726" y="1980565"/>
                  </a:lnTo>
                  <a:lnTo>
                    <a:pt x="661847" y="1978380"/>
                  </a:lnTo>
                  <a:lnTo>
                    <a:pt x="663740" y="1976196"/>
                  </a:lnTo>
                  <a:lnTo>
                    <a:pt x="665010" y="1972983"/>
                  </a:lnTo>
                  <a:lnTo>
                    <a:pt x="665010" y="1966785"/>
                  </a:lnTo>
                  <a:close/>
                </a:path>
                <a:path w="1707514" h="2200910">
                  <a:moveTo>
                    <a:pt x="711936" y="2044992"/>
                  </a:moveTo>
                  <a:lnTo>
                    <a:pt x="710730" y="2041893"/>
                  </a:lnTo>
                  <a:lnTo>
                    <a:pt x="708558" y="2040001"/>
                  </a:lnTo>
                  <a:lnTo>
                    <a:pt x="704773" y="2035987"/>
                  </a:lnTo>
                  <a:lnTo>
                    <a:pt x="696328" y="2035644"/>
                  </a:lnTo>
                  <a:lnTo>
                    <a:pt x="691921" y="2040001"/>
                  </a:lnTo>
                  <a:lnTo>
                    <a:pt x="689787" y="2042185"/>
                  </a:lnTo>
                  <a:lnTo>
                    <a:pt x="688530" y="2044992"/>
                  </a:lnTo>
                  <a:lnTo>
                    <a:pt x="688530" y="2051596"/>
                  </a:lnTo>
                  <a:lnTo>
                    <a:pt x="689787" y="2054402"/>
                  </a:lnTo>
                  <a:lnTo>
                    <a:pt x="694093" y="2058771"/>
                  </a:lnTo>
                  <a:lnTo>
                    <a:pt x="697255" y="2060028"/>
                  </a:lnTo>
                  <a:lnTo>
                    <a:pt x="703503" y="2060028"/>
                  </a:lnTo>
                  <a:lnTo>
                    <a:pt x="706666" y="2058771"/>
                  </a:lnTo>
                  <a:lnTo>
                    <a:pt x="708837" y="2056587"/>
                  </a:lnTo>
                  <a:lnTo>
                    <a:pt x="710730" y="2054402"/>
                  </a:lnTo>
                  <a:lnTo>
                    <a:pt x="711936" y="2051596"/>
                  </a:lnTo>
                  <a:lnTo>
                    <a:pt x="711936" y="2044992"/>
                  </a:lnTo>
                  <a:close/>
                </a:path>
                <a:path w="1707514" h="2200910">
                  <a:moveTo>
                    <a:pt x="712000" y="1951126"/>
                  </a:moveTo>
                  <a:lnTo>
                    <a:pt x="710730" y="1948319"/>
                  </a:lnTo>
                  <a:lnTo>
                    <a:pt x="704481" y="1942058"/>
                  </a:lnTo>
                  <a:lnTo>
                    <a:pt x="696328" y="1941715"/>
                  </a:lnTo>
                  <a:lnTo>
                    <a:pt x="691921" y="1946135"/>
                  </a:lnTo>
                  <a:lnTo>
                    <a:pt x="689787" y="1948319"/>
                  </a:lnTo>
                  <a:lnTo>
                    <a:pt x="688530" y="1951126"/>
                  </a:lnTo>
                  <a:lnTo>
                    <a:pt x="688530" y="1957387"/>
                  </a:lnTo>
                  <a:lnTo>
                    <a:pt x="689787" y="1960537"/>
                  </a:lnTo>
                  <a:lnTo>
                    <a:pt x="691921" y="1962721"/>
                  </a:lnTo>
                  <a:lnTo>
                    <a:pt x="694156" y="1964893"/>
                  </a:lnTo>
                  <a:lnTo>
                    <a:pt x="697255" y="1966163"/>
                  </a:lnTo>
                  <a:lnTo>
                    <a:pt x="703503" y="1966163"/>
                  </a:lnTo>
                  <a:lnTo>
                    <a:pt x="706666" y="1964893"/>
                  </a:lnTo>
                  <a:lnTo>
                    <a:pt x="708837" y="1962721"/>
                  </a:lnTo>
                  <a:lnTo>
                    <a:pt x="710730" y="1960537"/>
                  </a:lnTo>
                  <a:lnTo>
                    <a:pt x="712000" y="1957730"/>
                  </a:lnTo>
                  <a:lnTo>
                    <a:pt x="712000" y="1951126"/>
                  </a:lnTo>
                  <a:close/>
                </a:path>
                <a:path w="1707514" h="2200910">
                  <a:moveTo>
                    <a:pt x="758939" y="2185860"/>
                  </a:moveTo>
                  <a:lnTo>
                    <a:pt x="757669" y="2182698"/>
                  </a:lnTo>
                  <a:lnTo>
                    <a:pt x="755484" y="2180806"/>
                  </a:lnTo>
                  <a:lnTo>
                    <a:pt x="751700" y="2176792"/>
                  </a:lnTo>
                  <a:lnTo>
                    <a:pt x="743267" y="2176449"/>
                  </a:lnTo>
                  <a:lnTo>
                    <a:pt x="738911" y="2180806"/>
                  </a:lnTo>
                  <a:lnTo>
                    <a:pt x="736727" y="2183053"/>
                  </a:lnTo>
                  <a:lnTo>
                    <a:pt x="735469" y="2185860"/>
                  </a:lnTo>
                  <a:lnTo>
                    <a:pt x="735469" y="2192109"/>
                  </a:lnTo>
                  <a:lnTo>
                    <a:pt x="736727" y="2195271"/>
                  </a:lnTo>
                  <a:lnTo>
                    <a:pt x="741083" y="2199627"/>
                  </a:lnTo>
                  <a:lnTo>
                    <a:pt x="744181" y="2200897"/>
                  </a:lnTo>
                  <a:lnTo>
                    <a:pt x="750443" y="2200897"/>
                  </a:lnTo>
                  <a:lnTo>
                    <a:pt x="753592" y="2199627"/>
                  </a:lnTo>
                  <a:lnTo>
                    <a:pt x="755777" y="2197455"/>
                  </a:lnTo>
                  <a:lnTo>
                    <a:pt x="757669" y="2195207"/>
                  </a:lnTo>
                  <a:lnTo>
                    <a:pt x="758939" y="2192464"/>
                  </a:lnTo>
                  <a:lnTo>
                    <a:pt x="758939" y="2185860"/>
                  </a:lnTo>
                  <a:close/>
                </a:path>
                <a:path w="1707514" h="2200910">
                  <a:moveTo>
                    <a:pt x="758939" y="1982393"/>
                  </a:moveTo>
                  <a:lnTo>
                    <a:pt x="757669" y="1979587"/>
                  </a:lnTo>
                  <a:lnTo>
                    <a:pt x="755484" y="1977402"/>
                  </a:lnTo>
                  <a:lnTo>
                    <a:pt x="751420" y="1972983"/>
                  </a:lnTo>
                  <a:lnTo>
                    <a:pt x="743267" y="1972983"/>
                  </a:lnTo>
                  <a:lnTo>
                    <a:pt x="738911" y="1977402"/>
                  </a:lnTo>
                  <a:lnTo>
                    <a:pt x="736727" y="1979587"/>
                  </a:lnTo>
                  <a:lnTo>
                    <a:pt x="735469" y="1982736"/>
                  </a:lnTo>
                  <a:lnTo>
                    <a:pt x="735469" y="1988705"/>
                  </a:lnTo>
                  <a:lnTo>
                    <a:pt x="736727" y="1991804"/>
                  </a:lnTo>
                  <a:lnTo>
                    <a:pt x="741083" y="1996173"/>
                  </a:lnTo>
                  <a:lnTo>
                    <a:pt x="744181" y="1997430"/>
                  </a:lnTo>
                  <a:lnTo>
                    <a:pt x="750443" y="1997430"/>
                  </a:lnTo>
                  <a:lnTo>
                    <a:pt x="753592" y="1996173"/>
                  </a:lnTo>
                  <a:lnTo>
                    <a:pt x="755777" y="1993988"/>
                  </a:lnTo>
                  <a:lnTo>
                    <a:pt x="757669" y="1991804"/>
                  </a:lnTo>
                  <a:lnTo>
                    <a:pt x="758939" y="1988997"/>
                  </a:lnTo>
                  <a:lnTo>
                    <a:pt x="758939" y="1982393"/>
                  </a:lnTo>
                  <a:close/>
                </a:path>
                <a:path w="1707514" h="2200910">
                  <a:moveTo>
                    <a:pt x="790206" y="2107590"/>
                  </a:moveTo>
                  <a:lnTo>
                    <a:pt x="789000" y="2104783"/>
                  </a:lnTo>
                  <a:lnTo>
                    <a:pt x="786765" y="2102599"/>
                  </a:lnTo>
                  <a:lnTo>
                    <a:pt x="782688" y="2098535"/>
                  </a:lnTo>
                  <a:lnTo>
                    <a:pt x="774598" y="2098243"/>
                  </a:lnTo>
                  <a:lnTo>
                    <a:pt x="767994" y="2104783"/>
                  </a:lnTo>
                  <a:lnTo>
                    <a:pt x="766737" y="2107882"/>
                  </a:lnTo>
                  <a:lnTo>
                    <a:pt x="766737" y="2113851"/>
                  </a:lnTo>
                  <a:lnTo>
                    <a:pt x="767994" y="2117001"/>
                  </a:lnTo>
                  <a:lnTo>
                    <a:pt x="772363" y="2121370"/>
                  </a:lnTo>
                  <a:lnTo>
                    <a:pt x="775512" y="2122627"/>
                  </a:lnTo>
                  <a:lnTo>
                    <a:pt x="781773" y="2122627"/>
                  </a:lnTo>
                  <a:lnTo>
                    <a:pt x="784923" y="2121370"/>
                  </a:lnTo>
                  <a:lnTo>
                    <a:pt x="787107" y="2119185"/>
                  </a:lnTo>
                  <a:lnTo>
                    <a:pt x="789000" y="2117001"/>
                  </a:lnTo>
                  <a:lnTo>
                    <a:pt x="790206" y="2113851"/>
                  </a:lnTo>
                  <a:lnTo>
                    <a:pt x="790206" y="2107590"/>
                  </a:lnTo>
                  <a:close/>
                </a:path>
                <a:path w="1707514" h="2200910">
                  <a:moveTo>
                    <a:pt x="821537" y="2170201"/>
                  </a:moveTo>
                  <a:lnTo>
                    <a:pt x="820267" y="2167382"/>
                  </a:lnTo>
                  <a:lnTo>
                    <a:pt x="818095" y="2165146"/>
                  </a:lnTo>
                  <a:lnTo>
                    <a:pt x="814298" y="2161133"/>
                  </a:lnTo>
                  <a:lnTo>
                    <a:pt x="806157" y="2160790"/>
                  </a:lnTo>
                  <a:lnTo>
                    <a:pt x="801446" y="2165146"/>
                  </a:lnTo>
                  <a:lnTo>
                    <a:pt x="799325" y="2167382"/>
                  </a:lnTo>
                  <a:lnTo>
                    <a:pt x="798068" y="2170201"/>
                  </a:lnTo>
                  <a:lnTo>
                    <a:pt x="798068" y="2176792"/>
                  </a:lnTo>
                  <a:lnTo>
                    <a:pt x="799325" y="2179599"/>
                  </a:lnTo>
                  <a:lnTo>
                    <a:pt x="801446" y="2181783"/>
                  </a:lnTo>
                  <a:lnTo>
                    <a:pt x="803694" y="2183968"/>
                  </a:lnTo>
                  <a:lnTo>
                    <a:pt x="806780" y="2185225"/>
                  </a:lnTo>
                  <a:lnTo>
                    <a:pt x="813041" y="2185225"/>
                  </a:lnTo>
                  <a:lnTo>
                    <a:pt x="816190" y="2183968"/>
                  </a:lnTo>
                  <a:lnTo>
                    <a:pt x="818375" y="2181783"/>
                  </a:lnTo>
                  <a:lnTo>
                    <a:pt x="820267" y="2179599"/>
                  </a:lnTo>
                  <a:lnTo>
                    <a:pt x="821537" y="2176792"/>
                  </a:lnTo>
                  <a:lnTo>
                    <a:pt x="821537" y="2170201"/>
                  </a:lnTo>
                  <a:close/>
                </a:path>
                <a:path w="1707514" h="2200910">
                  <a:moveTo>
                    <a:pt x="821537" y="2029396"/>
                  </a:moveTo>
                  <a:lnTo>
                    <a:pt x="820267" y="2026577"/>
                  </a:lnTo>
                  <a:lnTo>
                    <a:pt x="818095" y="2024341"/>
                  </a:lnTo>
                  <a:lnTo>
                    <a:pt x="814298" y="2020328"/>
                  </a:lnTo>
                  <a:lnTo>
                    <a:pt x="805865" y="2019985"/>
                  </a:lnTo>
                  <a:lnTo>
                    <a:pt x="801446" y="2024341"/>
                  </a:lnTo>
                  <a:lnTo>
                    <a:pt x="799325" y="2026577"/>
                  </a:lnTo>
                  <a:lnTo>
                    <a:pt x="798068" y="2029396"/>
                  </a:lnTo>
                  <a:lnTo>
                    <a:pt x="798068" y="2035644"/>
                  </a:lnTo>
                  <a:lnTo>
                    <a:pt x="799325" y="2038794"/>
                  </a:lnTo>
                  <a:lnTo>
                    <a:pt x="803694" y="2043163"/>
                  </a:lnTo>
                  <a:lnTo>
                    <a:pt x="806780" y="2044420"/>
                  </a:lnTo>
                  <a:lnTo>
                    <a:pt x="813041" y="2044420"/>
                  </a:lnTo>
                  <a:lnTo>
                    <a:pt x="816190" y="2043163"/>
                  </a:lnTo>
                  <a:lnTo>
                    <a:pt x="818375" y="2040928"/>
                  </a:lnTo>
                  <a:lnTo>
                    <a:pt x="820267" y="2038794"/>
                  </a:lnTo>
                  <a:lnTo>
                    <a:pt x="821537" y="2035644"/>
                  </a:lnTo>
                  <a:lnTo>
                    <a:pt x="821537" y="2029396"/>
                  </a:lnTo>
                  <a:close/>
                </a:path>
                <a:path w="1707514" h="2200910">
                  <a:moveTo>
                    <a:pt x="868464" y="2107882"/>
                  </a:moveTo>
                  <a:lnTo>
                    <a:pt x="867206" y="2104783"/>
                  </a:lnTo>
                  <a:lnTo>
                    <a:pt x="864971" y="2102599"/>
                  </a:lnTo>
                  <a:lnTo>
                    <a:pt x="861237" y="2098586"/>
                  </a:lnTo>
                  <a:lnTo>
                    <a:pt x="852805" y="2098243"/>
                  </a:lnTo>
                  <a:lnTo>
                    <a:pt x="848385" y="2102599"/>
                  </a:lnTo>
                  <a:lnTo>
                    <a:pt x="846264" y="2104783"/>
                  </a:lnTo>
                  <a:lnTo>
                    <a:pt x="844994" y="2107590"/>
                  </a:lnTo>
                  <a:lnTo>
                    <a:pt x="844994" y="2114194"/>
                  </a:lnTo>
                  <a:lnTo>
                    <a:pt x="846543" y="2117356"/>
                  </a:lnTo>
                  <a:lnTo>
                    <a:pt x="848728" y="2119185"/>
                  </a:lnTo>
                  <a:lnTo>
                    <a:pt x="850620" y="2121370"/>
                  </a:lnTo>
                  <a:lnTo>
                    <a:pt x="853719" y="2122627"/>
                  </a:lnTo>
                  <a:lnTo>
                    <a:pt x="856881" y="2122627"/>
                  </a:lnTo>
                  <a:lnTo>
                    <a:pt x="859980" y="2122627"/>
                  </a:lnTo>
                  <a:lnTo>
                    <a:pt x="863130" y="2121370"/>
                  </a:lnTo>
                  <a:lnTo>
                    <a:pt x="865314" y="2118906"/>
                  </a:lnTo>
                  <a:lnTo>
                    <a:pt x="867206" y="2117356"/>
                  </a:lnTo>
                  <a:lnTo>
                    <a:pt x="868464" y="2114194"/>
                  </a:lnTo>
                  <a:lnTo>
                    <a:pt x="868464" y="2107882"/>
                  </a:lnTo>
                  <a:close/>
                </a:path>
                <a:path w="1707514" h="2200910">
                  <a:moveTo>
                    <a:pt x="891933" y="839724"/>
                  </a:moveTo>
                  <a:lnTo>
                    <a:pt x="891590" y="838631"/>
                  </a:lnTo>
                  <a:lnTo>
                    <a:pt x="890790" y="835533"/>
                  </a:lnTo>
                  <a:lnTo>
                    <a:pt x="889927" y="833640"/>
                  </a:lnTo>
                  <a:lnTo>
                    <a:pt x="888492" y="832434"/>
                  </a:lnTo>
                  <a:lnTo>
                    <a:pt x="884415" y="828014"/>
                  </a:lnTo>
                  <a:lnTo>
                    <a:pt x="876274" y="828014"/>
                  </a:lnTo>
                  <a:lnTo>
                    <a:pt x="869149" y="836625"/>
                  </a:lnTo>
                  <a:lnTo>
                    <a:pt x="869213" y="837145"/>
                  </a:lnTo>
                  <a:lnTo>
                    <a:pt x="869099" y="837539"/>
                  </a:lnTo>
                  <a:lnTo>
                    <a:pt x="868807" y="838631"/>
                  </a:lnTo>
                  <a:lnTo>
                    <a:pt x="868464" y="839660"/>
                  </a:lnTo>
                  <a:lnTo>
                    <a:pt x="868464" y="843686"/>
                  </a:lnTo>
                  <a:lnTo>
                    <a:pt x="869734" y="846836"/>
                  </a:lnTo>
                  <a:lnTo>
                    <a:pt x="874090" y="851192"/>
                  </a:lnTo>
                  <a:lnTo>
                    <a:pt x="877189" y="852462"/>
                  </a:lnTo>
                  <a:lnTo>
                    <a:pt x="883500" y="852462"/>
                  </a:lnTo>
                  <a:lnTo>
                    <a:pt x="886307" y="851192"/>
                  </a:lnTo>
                  <a:lnTo>
                    <a:pt x="890676" y="846836"/>
                  </a:lnTo>
                  <a:lnTo>
                    <a:pt x="891933" y="844029"/>
                  </a:lnTo>
                  <a:lnTo>
                    <a:pt x="891933" y="839724"/>
                  </a:lnTo>
                  <a:close/>
                </a:path>
                <a:path w="1707514" h="2200910">
                  <a:moveTo>
                    <a:pt x="987183" y="774827"/>
                  </a:moveTo>
                  <a:lnTo>
                    <a:pt x="985913" y="772020"/>
                  </a:lnTo>
                  <a:lnTo>
                    <a:pt x="979322" y="765479"/>
                  </a:lnTo>
                  <a:lnTo>
                    <a:pt x="971511" y="765479"/>
                  </a:lnTo>
                  <a:lnTo>
                    <a:pt x="964920" y="772020"/>
                  </a:lnTo>
                  <a:lnTo>
                    <a:pt x="963663" y="775119"/>
                  </a:lnTo>
                  <a:lnTo>
                    <a:pt x="963663" y="781431"/>
                  </a:lnTo>
                  <a:lnTo>
                    <a:pt x="964920" y="784237"/>
                  </a:lnTo>
                  <a:lnTo>
                    <a:pt x="967447" y="786422"/>
                  </a:lnTo>
                  <a:lnTo>
                    <a:pt x="969340" y="788593"/>
                  </a:lnTo>
                  <a:lnTo>
                    <a:pt x="972439" y="789863"/>
                  </a:lnTo>
                  <a:lnTo>
                    <a:pt x="975588" y="789863"/>
                  </a:lnTo>
                  <a:lnTo>
                    <a:pt x="978687" y="789863"/>
                  </a:lnTo>
                  <a:lnTo>
                    <a:pt x="981506" y="788593"/>
                  </a:lnTo>
                  <a:lnTo>
                    <a:pt x="985913" y="784237"/>
                  </a:lnTo>
                  <a:lnTo>
                    <a:pt x="987183" y="781431"/>
                  </a:lnTo>
                  <a:lnTo>
                    <a:pt x="987183" y="774827"/>
                  </a:lnTo>
                  <a:close/>
                </a:path>
                <a:path w="1707514" h="2200910">
                  <a:moveTo>
                    <a:pt x="987183" y="587082"/>
                  </a:moveTo>
                  <a:lnTo>
                    <a:pt x="985913" y="583933"/>
                  </a:lnTo>
                  <a:lnTo>
                    <a:pt x="983742" y="582041"/>
                  </a:lnTo>
                  <a:lnTo>
                    <a:pt x="979601" y="577672"/>
                  </a:lnTo>
                  <a:lnTo>
                    <a:pt x="971511" y="577672"/>
                  </a:lnTo>
                  <a:lnTo>
                    <a:pt x="964920" y="584212"/>
                  </a:lnTo>
                  <a:lnTo>
                    <a:pt x="963663" y="587082"/>
                  </a:lnTo>
                  <a:lnTo>
                    <a:pt x="963663" y="593686"/>
                  </a:lnTo>
                  <a:lnTo>
                    <a:pt x="964920" y="596785"/>
                  </a:lnTo>
                  <a:lnTo>
                    <a:pt x="967447" y="598678"/>
                  </a:lnTo>
                  <a:lnTo>
                    <a:pt x="969340" y="600862"/>
                  </a:lnTo>
                  <a:lnTo>
                    <a:pt x="972439" y="602119"/>
                  </a:lnTo>
                  <a:lnTo>
                    <a:pt x="975588" y="602119"/>
                  </a:lnTo>
                  <a:lnTo>
                    <a:pt x="978687" y="602119"/>
                  </a:lnTo>
                  <a:lnTo>
                    <a:pt x="981506" y="600862"/>
                  </a:lnTo>
                  <a:lnTo>
                    <a:pt x="983742" y="598678"/>
                  </a:lnTo>
                  <a:lnTo>
                    <a:pt x="985913" y="596785"/>
                  </a:lnTo>
                  <a:lnTo>
                    <a:pt x="987183" y="593686"/>
                  </a:lnTo>
                  <a:lnTo>
                    <a:pt x="987183" y="587082"/>
                  </a:lnTo>
                  <a:close/>
                </a:path>
                <a:path w="1707514" h="2200910">
                  <a:moveTo>
                    <a:pt x="1018451" y="55029"/>
                  </a:moveTo>
                  <a:lnTo>
                    <a:pt x="1017193" y="52209"/>
                  </a:lnTo>
                  <a:lnTo>
                    <a:pt x="1015009" y="50038"/>
                  </a:lnTo>
                  <a:lnTo>
                    <a:pt x="1010932" y="45618"/>
                  </a:lnTo>
                  <a:lnTo>
                    <a:pt x="1002842" y="45618"/>
                  </a:lnTo>
                  <a:lnTo>
                    <a:pt x="998372" y="50038"/>
                  </a:lnTo>
                  <a:lnTo>
                    <a:pt x="996251" y="52209"/>
                  </a:lnTo>
                  <a:lnTo>
                    <a:pt x="994981" y="55029"/>
                  </a:lnTo>
                  <a:lnTo>
                    <a:pt x="994981" y="61620"/>
                  </a:lnTo>
                  <a:lnTo>
                    <a:pt x="996251" y="64782"/>
                  </a:lnTo>
                  <a:lnTo>
                    <a:pt x="998766" y="66611"/>
                  </a:lnTo>
                  <a:lnTo>
                    <a:pt x="1000607" y="68795"/>
                  </a:lnTo>
                  <a:lnTo>
                    <a:pt x="1003769" y="70053"/>
                  </a:lnTo>
                  <a:lnTo>
                    <a:pt x="1010018" y="70053"/>
                  </a:lnTo>
                  <a:lnTo>
                    <a:pt x="1012825" y="68795"/>
                  </a:lnTo>
                  <a:lnTo>
                    <a:pt x="1017193" y="64439"/>
                  </a:lnTo>
                  <a:lnTo>
                    <a:pt x="1018451" y="61277"/>
                  </a:lnTo>
                  <a:lnTo>
                    <a:pt x="1018451" y="55029"/>
                  </a:lnTo>
                  <a:close/>
                </a:path>
                <a:path w="1707514" h="2200910">
                  <a:moveTo>
                    <a:pt x="1027226" y="6362"/>
                  </a:moveTo>
                  <a:lnTo>
                    <a:pt x="1022007" y="4191"/>
                  </a:lnTo>
                  <a:lnTo>
                    <a:pt x="1016736" y="2120"/>
                  </a:lnTo>
                  <a:lnTo>
                    <a:pt x="1011453" y="0"/>
                  </a:lnTo>
                  <a:lnTo>
                    <a:pt x="1012024" y="1485"/>
                  </a:lnTo>
                  <a:lnTo>
                    <a:pt x="1012888" y="2870"/>
                  </a:lnTo>
                  <a:lnTo>
                    <a:pt x="1014095" y="4013"/>
                  </a:lnTo>
                  <a:lnTo>
                    <a:pt x="1016266" y="6197"/>
                  </a:lnTo>
                  <a:lnTo>
                    <a:pt x="1019365" y="7454"/>
                  </a:lnTo>
                  <a:lnTo>
                    <a:pt x="1024191" y="7454"/>
                  </a:lnTo>
                  <a:lnTo>
                    <a:pt x="1025791" y="7061"/>
                  </a:lnTo>
                  <a:lnTo>
                    <a:pt x="1027226" y="6362"/>
                  </a:lnTo>
                  <a:close/>
                </a:path>
                <a:path w="1707514" h="2200910">
                  <a:moveTo>
                    <a:pt x="1034059" y="727887"/>
                  </a:moveTo>
                  <a:lnTo>
                    <a:pt x="1032852" y="724789"/>
                  </a:lnTo>
                  <a:lnTo>
                    <a:pt x="1030617" y="722896"/>
                  </a:lnTo>
                  <a:lnTo>
                    <a:pt x="1026261" y="718477"/>
                  </a:lnTo>
                  <a:lnTo>
                    <a:pt x="1018451" y="718477"/>
                  </a:lnTo>
                  <a:lnTo>
                    <a:pt x="1014031" y="722896"/>
                  </a:lnTo>
                  <a:lnTo>
                    <a:pt x="1011859" y="724789"/>
                  </a:lnTo>
                  <a:lnTo>
                    <a:pt x="1010589" y="727887"/>
                  </a:lnTo>
                  <a:lnTo>
                    <a:pt x="1010589" y="734491"/>
                  </a:lnTo>
                  <a:lnTo>
                    <a:pt x="1011859" y="737590"/>
                  </a:lnTo>
                  <a:lnTo>
                    <a:pt x="1014374" y="739482"/>
                  </a:lnTo>
                  <a:lnTo>
                    <a:pt x="1016266" y="741667"/>
                  </a:lnTo>
                  <a:lnTo>
                    <a:pt x="1019365" y="742924"/>
                  </a:lnTo>
                  <a:lnTo>
                    <a:pt x="1022527" y="742924"/>
                  </a:lnTo>
                  <a:lnTo>
                    <a:pt x="1025626" y="742924"/>
                  </a:lnTo>
                  <a:lnTo>
                    <a:pt x="1028433" y="741667"/>
                  </a:lnTo>
                  <a:lnTo>
                    <a:pt x="1030617" y="739482"/>
                  </a:lnTo>
                  <a:lnTo>
                    <a:pt x="1032852" y="737590"/>
                  </a:lnTo>
                  <a:lnTo>
                    <a:pt x="1034059" y="734491"/>
                  </a:lnTo>
                  <a:lnTo>
                    <a:pt x="1034059" y="727887"/>
                  </a:lnTo>
                  <a:close/>
                </a:path>
                <a:path w="1707514" h="2200910">
                  <a:moveTo>
                    <a:pt x="1065390" y="571423"/>
                  </a:moveTo>
                  <a:lnTo>
                    <a:pt x="1064183" y="568617"/>
                  </a:lnTo>
                  <a:lnTo>
                    <a:pt x="1061948" y="566369"/>
                  </a:lnTo>
                  <a:lnTo>
                    <a:pt x="1057871" y="562013"/>
                  </a:lnTo>
                  <a:lnTo>
                    <a:pt x="1049782" y="562013"/>
                  </a:lnTo>
                  <a:lnTo>
                    <a:pt x="1045362" y="566369"/>
                  </a:lnTo>
                  <a:lnTo>
                    <a:pt x="1043178" y="568617"/>
                  </a:lnTo>
                  <a:lnTo>
                    <a:pt x="1041920" y="571423"/>
                  </a:lnTo>
                  <a:lnTo>
                    <a:pt x="1041920" y="578027"/>
                  </a:lnTo>
                  <a:lnTo>
                    <a:pt x="1043178" y="580834"/>
                  </a:lnTo>
                  <a:lnTo>
                    <a:pt x="1045654" y="583018"/>
                  </a:lnTo>
                  <a:lnTo>
                    <a:pt x="1047546" y="585190"/>
                  </a:lnTo>
                  <a:lnTo>
                    <a:pt x="1050696" y="586460"/>
                  </a:lnTo>
                  <a:lnTo>
                    <a:pt x="1056957" y="586460"/>
                  </a:lnTo>
                  <a:lnTo>
                    <a:pt x="1059764" y="585190"/>
                  </a:lnTo>
                  <a:lnTo>
                    <a:pt x="1061948" y="583018"/>
                  </a:lnTo>
                  <a:lnTo>
                    <a:pt x="1064183" y="581126"/>
                  </a:lnTo>
                  <a:lnTo>
                    <a:pt x="1065390" y="578027"/>
                  </a:lnTo>
                  <a:lnTo>
                    <a:pt x="1065390" y="571423"/>
                  </a:lnTo>
                  <a:close/>
                </a:path>
                <a:path w="1707514" h="2200910">
                  <a:moveTo>
                    <a:pt x="1065390" y="133286"/>
                  </a:moveTo>
                  <a:lnTo>
                    <a:pt x="1064183" y="130136"/>
                  </a:lnTo>
                  <a:lnTo>
                    <a:pt x="1061948" y="128244"/>
                  </a:lnTo>
                  <a:lnTo>
                    <a:pt x="1057579" y="123875"/>
                  </a:lnTo>
                  <a:lnTo>
                    <a:pt x="1049782" y="123875"/>
                  </a:lnTo>
                  <a:lnTo>
                    <a:pt x="1045362" y="128244"/>
                  </a:lnTo>
                  <a:lnTo>
                    <a:pt x="1043178" y="130479"/>
                  </a:lnTo>
                  <a:lnTo>
                    <a:pt x="1041920" y="133286"/>
                  </a:lnTo>
                  <a:lnTo>
                    <a:pt x="1041920" y="139890"/>
                  </a:lnTo>
                  <a:lnTo>
                    <a:pt x="1043178" y="142989"/>
                  </a:lnTo>
                  <a:lnTo>
                    <a:pt x="1045654" y="144818"/>
                  </a:lnTo>
                  <a:lnTo>
                    <a:pt x="1047546" y="147053"/>
                  </a:lnTo>
                  <a:lnTo>
                    <a:pt x="1050696" y="148323"/>
                  </a:lnTo>
                  <a:lnTo>
                    <a:pt x="1056957" y="148323"/>
                  </a:lnTo>
                  <a:lnTo>
                    <a:pt x="1059764" y="147053"/>
                  </a:lnTo>
                  <a:lnTo>
                    <a:pt x="1061948" y="144818"/>
                  </a:lnTo>
                  <a:lnTo>
                    <a:pt x="1064183" y="142989"/>
                  </a:lnTo>
                  <a:lnTo>
                    <a:pt x="1065390" y="139890"/>
                  </a:lnTo>
                  <a:lnTo>
                    <a:pt x="1065390" y="133286"/>
                  </a:lnTo>
                  <a:close/>
                </a:path>
                <a:path w="1707514" h="2200910">
                  <a:moveTo>
                    <a:pt x="1096721" y="821766"/>
                  </a:moveTo>
                  <a:lnTo>
                    <a:pt x="1095451" y="818946"/>
                  </a:lnTo>
                  <a:lnTo>
                    <a:pt x="1093279" y="816775"/>
                  </a:lnTo>
                  <a:lnTo>
                    <a:pt x="1089202" y="812406"/>
                  </a:lnTo>
                  <a:lnTo>
                    <a:pt x="1081049" y="812406"/>
                  </a:lnTo>
                  <a:lnTo>
                    <a:pt x="1076629" y="816775"/>
                  </a:lnTo>
                  <a:lnTo>
                    <a:pt x="1074508" y="818946"/>
                  </a:lnTo>
                  <a:lnTo>
                    <a:pt x="1073251" y="822109"/>
                  </a:lnTo>
                  <a:lnTo>
                    <a:pt x="1073251" y="828078"/>
                  </a:lnTo>
                  <a:lnTo>
                    <a:pt x="1074508" y="831176"/>
                  </a:lnTo>
                  <a:lnTo>
                    <a:pt x="1076629" y="833348"/>
                  </a:lnTo>
                  <a:lnTo>
                    <a:pt x="1078877" y="835596"/>
                  </a:lnTo>
                  <a:lnTo>
                    <a:pt x="1081963" y="836790"/>
                  </a:lnTo>
                  <a:lnTo>
                    <a:pt x="1088224" y="836790"/>
                  </a:lnTo>
                  <a:lnTo>
                    <a:pt x="1091031" y="835596"/>
                  </a:lnTo>
                  <a:lnTo>
                    <a:pt x="1095451" y="831176"/>
                  </a:lnTo>
                  <a:lnTo>
                    <a:pt x="1096721" y="828357"/>
                  </a:lnTo>
                  <a:lnTo>
                    <a:pt x="1096721" y="821766"/>
                  </a:lnTo>
                  <a:close/>
                </a:path>
                <a:path w="1707514" h="2200910">
                  <a:moveTo>
                    <a:pt x="1096721" y="211493"/>
                  </a:moveTo>
                  <a:lnTo>
                    <a:pt x="1095451" y="208394"/>
                  </a:lnTo>
                  <a:lnTo>
                    <a:pt x="1093216" y="206209"/>
                  </a:lnTo>
                  <a:lnTo>
                    <a:pt x="1089139" y="202488"/>
                  </a:lnTo>
                  <a:lnTo>
                    <a:pt x="1081049" y="202145"/>
                  </a:lnTo>
                  <a:lnTo>
                    <a:pt x="1074458" y="208686"/>
                  </a:lnTo>
                  <a:lnTo>
                    <a:pt x="1073188" y="211493"/>
                  </a:lnTo>
                  <a:lnTo>
                    <a:pt x="1073188" y="218097"/>
                  </a:lnTo>
                  <a:lnTo>
                    <a:pt x="1074458" y="221246"/>
                  </a:lnTo>
                  <a:lnTo>
                    <a:pt x="1076972" y="223088"/>
                  </a:lnTo>
                  <a:lnTo>
                    <a:pt x="1078877" y="225259"/>
                  </a:lnTo>
                  <a:lnTo>
                    <a:pt x="1081963" y="226529"/>
                  </a:lnTo>
                  <a:lnTo>
                    <a:pt x="1088224" y="226529"/>
                  </a:lnTo>
                  <a:lnTo>
                    <a:pt x="1091031" y="225259"/>
                  </a:lnTo>
                  <a:lnTo>
                    <a:pt x="1093279" y="223088"/>
                  </a:lnTo>
                  <a:lnTo>
                    <a:pt x="1095451" y="221246"/>
                  </a:lnTo>
                  <a:lnTo>
                    <a:pt x="1096721" y="218097"/>
                  </a:lnTo>
                  <a:lnTo>
                    <a:pt x="1096721" y="214934"/>
                  </a:lnTo>
                  <a:lnTo>
                    <a:pt x="1096721" y="211493"/>
                  </a:lnTo>
                  <a:close/>
                </a:path>
                <a:path w="1707514" h="2200910">
                  <a:moveTo>
                    <a:pt x="1112380" y="55029"/>
                  </a:moveTo>
                  <a:lnTo>
                    <a:pt x="1111123" y="52209"/>
                  </a:lnTo>
                  <a:lnTo>
                    <a:pt x="1108875" y="50038"/>
                  </a:lnTo>
                  <a:lnTo>
                    <a:pt x="1104519" y="45618"/>
                  </a:lnTo>
                  <a:lnTo>
                    <a:pt x="1096721" y="45618"/>
                  </a:lnTo>
                  <a:lnTo>
                    <a:pt x="1090117" y="52209"/>
                  </a:lnTo>
                  <a:lnTo>
                    <a:pt x="1088910" y="55308"/>
                  </a:lnTo>
                  <a:lnTo>
                    <a:pt x="1088910" y="61277"/>
                  </a:lnTo>
                  <a:lnTo>
                    <a:pt x="1090117" y="64439"/>
                  </a:lnTo>
                  <a:lnTo>
                    <a:pt x="1094473" y="68795"/>
                  </a:lnTo>
                  <a:lnTo>
                    <a:pt x="1097635" y="70053"/>
                  </a:lnTo>
                  <a:lnTo>
                    <a:pt x="1100785" y="70053"/>
                  </a:lnTo>
                  <a:lnTo>
                    <a:pt x="1103884" y="70053"/>
                  </a:lnTo>
                  <a:lnTo>
                    <a:pt x="1106703" y="68795"/>
                  </a:lnTo>
                  <a:lnTo>
                    <a:pt x="1111123" y="64439"/>
                  </a:lnTo>
                  <a:lnTo>
                    <a:pt x="1112380" y="61620"/>
                  </a:lnTo>
                  <a:lnTo>
                    <a:pt x="1112380" y="55029"/>
                  </a:lnTo>
                  <a:close/>
                </a:path>
                <a:path w="1707514" h="2200910">
                  <a:moveTo>
                    <a:pt x="1127988" y="352361"/>
                  </a:moveTo>
                  <a:lnTo>
                    <a:pt x="1126718" y="349542"/>
                  </a:lnTo>
                  <a:lnTo>
                    <a:pt x="1124546" y="347306"/>
                  </a:lnTo>
                  <a:lnTo>
                    <a:pt x="1120178" y="342950"/>
                  </a:lnTo>
                  <a:lnTo>
                    <a:pt x="1112380" y="342950"/>
                  </a:lnTo>
                  <a:lnTo>
                    <a:pt x="1107960" y="347306"/>
                  </a:lnTo>
                  <a:lnTo>
                    <a:pt x="1105776" y="349542"/>
                  </a:lnTo>
                  <a:lnTo>
                    <a:pt x="1104519" y="352640"/>
                  </a:lnTo>
                  <a:lnTo>
                    <a:pt x="1104519" y="358609"/>
                  </a:lnTo>
                  <a:lnTo>
                    <a:pt x="1105776" y="361759"/>
                  </a:lnTo>
                  <a:lnTo>
                    <a:pt x="1110145" y="366128"/>
                  </a:lnTo>
                  <a:lnTo>
                    <a:pt x="1113294" y="367385"/>
                  </a:lnTo>
                  <a:lnTo>
                    <a:pt x="1116393" y="367385"/>
                  </a:lnTo>
                  <a:lnTo>
                    <a:pt x="1119555" y="367385"/>
                  </a:lnTo>
                  <a:lnTo>
                    <a:pt x="1122362" y="366128"/>
                  </a:lnTo>
                  <a:lnTo>
                    <a:pt x="1126718" y="361759"/>
                  </a:lnTo>
                  <a:lnTo>
                    <a:pt x="1127988" y="358952"/>
                  </a:lnTo>
                  <a:lnTo>
                    <a:pt x="1127988" y="352361"/>
                  </a:lnTo>
                  <a:close/>
                </a:path>
                <a:path w="1707514" h="2200910">
                  <a:moveTo>
                    <a:pt x="1159256" y="180225"/>
                  </a:moveTo>
                  <a:lnTo>
                    <a:pt x="1157998" y="177406"/>
                  </a:lnTo>
                  <a:lnTo>
                    <a:pt x="1155814" y="175171"/>
                  </a:lnTo>
                  <a:lnTo>
                    <a:pt x="1151458" y="170815"/>
                  </a:lnTo>
                  <a:lnTo>
                    <a:pt x="1143647" y="170815"/>
                  </a:lnTo>
                  <a:lnTo>
                    <a:pt x="1139228" y="175171"/>
                  </a:lnTo>
                  <a:lnTo>
                    <a:pt x="1137056" y="177406"/>
                  </a:lnTo>
                  <a:lnTo>
                    <a:pt x="1135849" y="180505"/>
                  </a:lnTo>
                  <a:lnTo>
                    <a:pt x="1135849" y="183667"/>
                  </a:lnTo>
                  <a:lnTo>
                    <a:pt x="1135849" y="186474"/>
                  </a:lnTo>
                  <a:lnTo>
                    <a:pt x="1137056" y="189636"/>
                  </a:lnTo>
                  <a:lnTo>
                    <a:pt x="1141412" y="193992"/>
                  </a:lnTo>
                  <a:lnTo>
                    <a:pt x="1144574" y="195249"/>
                  </a:lnTo>
                  <a:lnTo>
                    <a:pt x="1150823" y="195249"/>
                  </a:lnTo>
                  <a:lnTo>
                    <a:pt x="1153629" y="193992"/>
                  </a:lnTo>
                  <a:lnTo>
                    <a:pt x="1157998" y="189636"/>
                  </a:lnTo>
                  <a:lnTo>
                    <a:pt x="1159256" y="186817"/>
                  </a:lnTo>
                  <a:lnTo>
                    <a:pt x="1159256" y="180225"/>
                  </a:lnTo>
                  <a:close/>
                </a:path>
                <a:path w="1707514" h="2200910">
                  <a:moveTo>
                    <a:pt x="1159319" y="124218"/>
                  </a:moveTo>
                  <a:lnTo>
                    <a:pt x="1159256" y="121069"/>
                  </a:lnTo>
                  <a:lnTo>
                    <a:pt x="1159256" y="117627"/>
                  </a:lnTo>
                  <a:lnTo>
                    <a:pt x="1157998" y="114528"/>
                  </a:lnTo>
                  <a:lnTo>
                    <a:pt x="1155814" y="112636"/>
                  </a:lnTo>
                  <a:lnTo>
                    <a:pt x="1151458" y="108216"/>
                  </a:lnTo>
                  <a:lnTo>
                    <a:pt x="1143647" y="108216"/>
                  </a:lnTo>
                  <a:lnTo>
                    <a:pt x="1137056" y="114808"/>
                  </a:lnTo>
                  <a:lnTo>
                    <a:pt x="1135849" y="117627"/>
                  </a:lnTo>
                  <a:lnTo>
                    <a:pt x="1135849" y="124218"/>
                  </a:lnTo>
                  <a:lnTo>
                    <a:pt x="1137056" y="127317"/>
                  </a:lnTo>
                  <a:lnTo>
                    <a:pt x="1139571" y="129209"/>
                  </a:lnTo>
                  <a:lnTo>
                    <a:pt x="1141476" y="131394"/>
                  </a:lnTo>
                  <a:lnTo>
                    <a:pt x="1144574" y="132651"/>
                  </a:lnTo>
                  <a:lnTo>
                    <a:pt x="1150823" y="132651"/>
                  </a:lnTo>
                  <a:lnTo>
                    <a:pt x="1153629" y="131394"/>
                  </a:lnTo>
                  <a:lnTo>
                    <a:pt x="1155877" y="129209"/>
                  </a:lnTo>
                  <a:lnTo>
                    <a:pt x="1158049" y="127317"/>
                  </a:lnTo>
                  <a:lnTo>
                    <a:pt x="1159319" y="124218"/>
                  </a:lnTo>
                  <a:close/>
                </a:path>
                <a:path w="1707514" h="2200910">
                  <a:moveTo>
                    <a:pt x="1174927" y="774827"/>
                  </a:moveTo>
                  <a:lnTo>
                    <a:pt x="1173721" y="772020"/>
                  </a:lnTo>
                  <a:lnTo>
                    <a:pt x="1171473" y="769835"/>
                  </a:lnTo>
                  <a:lnTo>
                    <a:pt x="1167117" y="765479"/>
                  </a:lnTo>
                  <a:lnTo>
                    <a:pt x="1159319" y="765479"/>
                  </a:lnTo>
                  <a:lnTo>
                    <a:pt x="1152715" y="772020"/>
                  </a:lnTo>
                  <a:lnTo>
                    <a:pt x="1151458" y="775119"/>
                  </a:lnTo>
                  <a:lnTo>
                    <a:pt x="1151458" y="781088"/>
                  </a:lnTo>
                  <a:lnTo>
                    <a:pt x="1152715" y="784237"/>
                  </a:lnTo>
                  <a:lnTo>
                    <a:pt x="1157071" y="788593"/>
                  </a:lnTo>
                  <a:lnTo>
                    <a:pt x="1160233" y="789863"/>
                  </a:lnTo>
                  <a:lnTo>
                    <a:pt x="1163383" y="789863"/>
                  </a:lnTo>
                  <a:lnTo>
                    <a:pt x="1166482" y="789863"/>
                  </a:lnTo>
                  <a:lnTo>
                    <a:pt x="1169301" y="788593"/>
                  </a:lnTo>
                  <a:lnTo>
                    <a:pt x="1173721" y="784237"/>
                  </a:lnTo>
                  <a:lnTo>
                    <a:pt x="1174927" y="781431"/>
                  </a:lnTo>
                  <a:lnTo>
                    <a:pt x="1174927" y="774827"/>
                  </a:lnTo>
                  <a:close/>
                </a:path>
                <a:path w="1707514" h="2200910">
                  <a:moveTo>
                    <a:pt x="1174927" y="321030"/>
                  </a:moveTo>
                  <a:lnTo>
                    <a:pt x="1173721" y="318211"/>
                  </a:lnTo>
                  <a:lnTo>
                    <a:pt x="1171473" y="316039"/>
                  </a:lnTo>
                  <a:lnTo>
                    <a:pt x="1167117" y="311670"/>
                  </a:lnTo>
                  <a:lnTo>
                    <a:pt x="1159319" y="311670"/>
                  </a:lnTo>
                  <a:lnTo>
                    <a:pt x="1152715" y="318211"/>
                  </a:lnTo>
                  <a:lnTo>
                    <a:pt x="1151458" y="321373"/>
                  </a:lnTo>
                  <a:lnTo>
                    <a:pt x="1151458" y="327342"/>
                  </a:lnTo>
                  <a:lnTo>
                    <a:pt x="1152715" y="330441"/>
                  </a:lnTo>
                  <a:lnTo>
                    <a:pt x="1157071" y="334797"/>
                  </a:lnTo>
                  <a:lnTo>
                    <a:pt x="1160233" y="336054"/>
                  </a:lnTo>
                  <a:lnTo>
                    <a:pt x="1166482" y="336054"/>
                  </a:lnTo>
                  <a:lnTo>
                    <a:pt x="1169301" y="334797"/>
                  </a:lnTo>
                  <a:lnTo>
                    <a:pt x="1173721" y="330441"/>
                  </a:lnTo>
                  <a:lnTo>
                    <a:pt x="1174927" y="327621"/>
                  </a:lnTo>
                  <a:lnTo>
                    <a:pt x="1174927" y="321030"/>
                  </a:lnTo>
                  <a:close/>
                </a:path>
                <a:path w="1707514" h="2200910">
                  <a:moveTo>
                    <a:pt x="1190586" y="571423"/>
                  </a:moveTo>
                  <a:lnTo>
                    <a:pt x="1189329" y="568617"/>
                  </a:lnTo>
                  <a:lnTo>
                    <a:pt x="1187145" y="566369"/>
                  </a:lnTo>
                  <a:lnTo>
                    <a:pt x="1182725" y="562013"/>
                  </a:lnTo>
                  <a:lnTo>
                    <a:pt x="1174927" y="562013"/>
                  </a:lnTo>
                  <a:lnTo>
                    <a:pt x="1170508" y="566369"/>
                  </a:lnTo>
                  <a:lnTo>
                    <a:pt x="1168374" y="568896"/>
                  </a:lnTo>
                  <a:lnTo>
                    <a:pt x="1167117" y="571715"/>
                  </a:lnTo>
                  <a:lnTo>
                    <a:pt x="1167117" y="574865"/>
                  </a:lnTo>
                  <a:lnTo>
                    <a:pt x="1167117" y="577672"/>
                  </a:lnTo>
                  <a:lnTo>
                    <a:pt x="1168374" y="580834"/>
                  </a:lnTo>
                  <a:lnTo>
                    <a:pt x="1170508" y="583018"/>
                  </a:lnTo>
                  <a:lnTo>
                    <a:pt x="1173022" y="585190"/>
                  </a:lnTo>
                  <a:lnTo>
                    <a:pt x="1175842" y="586460"/>
                  </a:lnTo>
                  <a:lnTo>
                    <a:pt x="1181811" y="586460"/>
                  </a:lnTo>
                  <a:lnTo>
                    <a:pt x="1184910" y="585190"/>
                  </a:lnTo>
                  <a:lnTo>
                    <a:pt x="1189329" y="580834"/>
                  </a:lnTo>
                  <a:lnTo>
                    <a:pt x="1190586" y="578027"/>
                  </a:lnTo>
                  <a:lnTo>
                    <a:pt x="1190586" y="571423"/>
                  </a:lnTo>
                  <a:close/>
                </a:path>
                <a:path w="1707514" h="2200910">
                  <a:moveTo>
                    <a:pt x="1190586" y="414959"/>
                  </a:moveTo>
                  <a:lnTo>
                    <a:pt x="1189329" y="412140"/>
                  </a:lnTo>
                  <a:lnTo>
                    <a:pt x="1187145" y="409905"/>
                  </a:lnTo>
                  <a:lnTo>
                    <a:pt x="1182725" y="405549"/>
                  </a:lnTo>
                  <a:lnTo>
                    <a:pt x="1174927" y="405549"/>
                  </a:lnTo>
                  <a:lnTo>
                    <a:pt x="1170508" y="409905"/>
                  </a:lnTo>
                  <a:lnTo>
                    <a:pt x="1168374" y="412140"/>
                  </a:lnTo>
                  <a:lnTo>
                    <a:pt x="1167117" y="415239"/>
                  </a:lnTo>
                  <a:lnTo>
                    <a:pt x="1167117" y="418401"/>
                  </a:lnTo>
                  <a:lnTo>
                    <a:pt x="1167117" y="421208"/>
                  </a:lnTo>
                  <a:lnTo>
                    <a:pt x="1168374" y="424370"/>
                  </a:lnTo>
                  <a:lnTo>
                    <a:pt x="1170508" y="426542"/>
                  </a:lnTo>
                  <a:lnTo>
                    <a:pt x="1172743" y="428726"/>
                  </a:lnTo>
                  <a:lnTo>
                    <a:pt x="1175842" y="429983"/>
                  </a:lnTo>
                  <a:lnTo>
                    <a:pt x="1182090" y="429983"/>
                  </a:lnTo>
                  <a:lnTo>
                    <a:pt x="1184910" y="428726"/>
                  </a:lnTo>
                  <a:lnTo>
                    <a:pt x="1189329" y="424370"/>
                  </a:lnTo>
                  <a:lnTo>
                    <a:pt x="1190586" y="421551"/>
                  </a:lnTo>
                  <a:lnTo>
                    <a:pt x="1190586" y="414959"/>
                  </a:lnTo>
                  <a:close/>
                </a:path>
                <a:path w="1707514" h="2200910">
                  <a:moveTo>
                    <a:pt x="1206246" y="493509"/>
                  </a:moveTo>
                  <a:lnTo>
                    <a:pt x="1204988" y="490347"/>
                  </a:lnTo>
                  <a:lnTo>
                    <a:pt x="1198448" y="483806"/>
                  </a:lnTo>
                  <a:lnTo>
                    <a:pt x="1190586" y="483806"/>
                  </a:lnTo>
                  <a:lnTo>
                    <a:pt x="1186167" y="488162"/>
                  </a:lnTo>
                  <a:lnTo>
                    <a:pt x="1184046" y="490347"/>
                  </a:lnTo>
                  <a:lnTo>
                    <a:pt x="1182776" y="493509"/>
                  </a:lnTo>
                  <a:lnTo>
                    <a:pt x="1182776" y="499478"/>
                  </a:lnTo>
                  <a:lnTo>
                    <a:pt x="1183982" y="502564"/>
                  </a:lnTo>
                  <a:lnTo>
                    <a:pt x="1186167" y="504748"/>
                  </a:lnTo>
                  <a:lnTo>
                    <a:pt x="1188694" y="506933"/>
                  </a:lnTo>
                  <a:lnTo>
                    <a:pt x="1191501" y="508190"/>
                  </a:lnTo>
                  <a:lnTo>
                    <a:pt x="1197470" y="508190"/>
                  </a:lnTo>
                  <a:lnTo>
                    <a:pt x="1200569" y="506933"/>
                  </a:lnTo>
                  <a:lnTo>
                    <a:pt x="1204988" y="502564"/>
                  </a:lnTo>
                  <a:lnTo>
                    <a:pt x="1206246" y="499757"/>
                  </a:lnTo>
                  <a:lnTo>
                    <a:pt x="1206246" y="496608"/>
                  </a:lnTo>
                  <a:lnTo>
                    <a:pt x="1206246" y="493509"/>
                  </a:lnTo>
                  <a:close/>
                </a:path>
                <a:path w="1707514" h="2200910">
                  <a:moveTo>
                    <a:pt x="1221854" y="242824"/>
                  </a:moveTo>
                  <a:lnTo>
                    <a:pt x="1220597" y="239661"/>
                  </a:lnTo>
                  <a:lnTo>
                    <a:pt x="1218412" y="237769"/>
                  </a:lnTo>
                  <a:lnTo>
                    <a:pt x="1214056" y="233413"/>
                  </a:lnTo>
                  <a:lnTo>
                    <a:pt x="1206246" y="233413"/>
                  </a:lnTo>
                  <a:lnTo>
                    <a:pt x="1201826" y="237769"/>
                  </a:lnTo>
                  <a:lnTo>
                    <a:pt x="1199654" y="239661"/>
                  </a:lnTo>
                  <a:lnTo>
                    <a:pt x="1198448" y="242824"/>
                  </a:lnTo>
                  <a:lnTo>
                    <a:pt x="1198448" y="249415"/>
                  </a:lnTo>
                  <a:lnTo>
                    <a:pt x="1199654" y="252514"/>
                  </a:lnTo>
                  <a:lnTo>
                    <a:pt x="1202182" y="254406"/>
                  </a:lnTo>
                  <a:lnTo>
                    <a:pt x="1204074" y="256590"/>
                  </a:lnTo>
                  <a:lnTo>
                    <a:pt x="1207173" y="257860"/>
                  </a:lnTo>
                  <a:lnTo>
                    <a:pt x="1210322" y="257860"/>
                  </a:lnTo>
                  <a:lnTo>
                    <a:pt x="1213421" y="257860"/>
                  </a:lnTo>
                  <a:lnTo>
                    <a:pt x="1216228" y="256590"/>
                  </a:lnTo>
                  <a:lnTo>
                    <a:pt x="1218412" y="254406"/>
                  </a:lnTo>
                  <a:lnTo>
                    <a:pt x="1220597" y="252514"/>
                  </a:lnTo>
                  <a:lnTo>
                    <a:pt x="1221854" y="249415"/>
                  </a:lnTo>
                  <a:lnTo>
                    <a:pt x="1221854" y="242824"/>
                  </a:lnTo>
                  <a:close/>
                </a:path>
                <a:path w="1707514" h="2200910">
                  <a:moveTo>
                    <a:pt x="1237526" y="556044"/>
                  </a:moveTo>
                  <a:lnTo>
                    <a:pt x="1236256" y="552945"/>
                  </a:lnTo>
                  <a:lnTo>
                    <a:pt x="1229715" y="546404"/>
                  </a:lnTo>
                  <a:lnTo>
                    <a:pt x="1221917" y="546404"/>
                  </a:lnTo>
                  <a:lnTo>
                    <a:pt x="1215313" y="552945"/>
                  </a:lnTo>
                  <a:lnTo>
                    <a:pt x="1214056" y="556044"/>
                  </a:lnTo>
                  <a:lnTo>
                    <a:pt x="1214056" y="562013"/>
                  </a:lnTo>
                  <a:lnTo>
                    <a:pt x="1215313" y="565175"/>
                  </a:lnTo>
                  <a:lnTo>
                    <a:pt x="1217498" y="567347"/>
                  </a:lnTo>
                  <a:lnTo>
                    <a:pt x="1220025" y="569531"/>
                  </a:lnTo>
                  <a:lnTo>
                    <a:pt x="1222832" y="570788"/>
                  </a:lnTo>
                  <a:lnTo>
                    <a:pt x="1228801" y="570788"/>
                  </a:lnTo>
                  <a:lnTo>
                    <a:pt x="1231900" y="569531"/>
                  </a:lnTo>
                  <a:lnTo>
                    <a:pt x="1236256" y="565175"/>
                  </a:lnTo>
                  <a:lnTo>
                    <a:pt x="1237526" y="562356"/>
                  </a:lnTo>
                  <a:lnTo>
                    <a:pt x="1237526" y="559206"/>
                  </a:lnTo>
                  <a:lnTo>
                    <a:pt x="1237526" y="556044"/>
                  </a:lnTo>
                  <a:close/>
                </a:path>
                <a:path w="1707514" h="2200910">
                  <a:moveTo>
                    <a:pt x="1251927" y="125996"/>
                  </a:moveTo>
                  <a:lnTo>
                    <a:pt x="1245501" y="121754"/>
                  </a:lnTo>
                  <a:lnTo>
                    <a:pt x="1238961" y="117741"/>
                  </a:lnTo>
                  <a:lnTo>
                    <a:pt x="1232471" y="113601"/>
                  </a:lnTo>
                  <a:lnTo>
                    <a:pt x="1230807" y="115735"/>
                  </a:lnTo>
                  <a:lnTo>
                    <a:pt x="1229715" y="118313"/>
                  </a:lnTo>
                  <a:lnTo>
                    <a:pt x="1229715" y="123875"/>
                  </a:lnTo>
                  <a:lnTo>
                    <a:pt x="1230985" y="127038"/>
                  </a:lnTo>
                  <a:lnTo>
                    <a:pt x="1233157" y="129209"/>
                  </a:lnTo>
                  <a:lnTo>
                    <a:pt x="1235341" y="131394"/>
                  </a:lnTo>
                  <a:lnTo>
                    <a:pt x="1238440" y="132651"/>
                  </a:lnTo>
                  <a:lnTo>
                    <a:pt x="1244688" y="132651"/>
                  </a:lnTo>
                  <a:lnTo>
                    <a:pt x="1247508" y="131394"/>
                  </a:lnTo>
                  <a:lnTo>
                    <a:pt x="1249743" y="129209"/>
                  </a:lnTo>
                  <a:lnTo>
                    <a:pt x="1250657" y="128244"/>
                  </a:lnTo>
                  <a:lnTo>
                    <a:pt x="1251343" y="127152"/>
                  </a:lnTo>
                  <a:lnTo>
                    <a:pt x="1251927" y="125996"/>
                  </a:lnTo>
                  <a:close/>
                </a:path>
                <a:path w="1707514" h="2200910">
                  <a:moveTo>
                    <a:pt x="1268844" y="414959"/>
                  </a:moveTo>
                  <a:lnTo>
                    <a:pt x="1267587" y="412140"/>
                  </a:lnTo>
                  <a:lnTo>
                    <a:pt x="1265402" y="409905"/>
                  </a:lnTo>
                  <a:lnTo>
                    <a:pt x="1260983" y="405549"/>
                  </a:lnTo>
                  <a:lnTo>
                    <a:pt x="1253185" y="405549"/>
                  </a:lnTo>
                  <a:lnTo>
                    <a:pt x="1248765" y="409905"/>
                  </a:lnTo>
                  <a:lnTo>
                    <a:pt x="1246644" y="412140"/>
                  </a:lnTo>
                  <a:lnTo>
                    <a:pt x="1245387" y="415239"/>
                  </a:lnTo>
                  <a:lnTo>
                    <a:pt x="1245387" y="421208"/>
                  </a:lnTo>
                  <a:lnTo>
                    <a:pt x="1246644" y="424370"/>
                  </a:lnTo>
                  <a:lnTo>
                    <a:pt x="1248765" y="426542"/>
                  </a:lnTo>
                  <a:lnTo>
                    <a:pt x="1251000" y="428726"/>
                  </a:lnTo>
                  <a:lnTo>
                    <a:pt x="1254099" y="429983"/>
                  </a:lnTo>
                  <a:lnTo>
                    <a:pt x="1260360" y="429983"/>
                  </a:lnTo>
                  <a:lnTo>
                    <a:pt x="1263167" y="428726"/>
                  </a:lnTo>
                  <a:lnTo>
                    <a:pt x="1267587" y="424370"/>
                  </a:lnTo>
                  <a:lnTo>
                    <a:pt x="1268844" y="421551"/>
                  </a:lnTo>
                  <a:lnTo>
                    <a:pt x="1268844" y="414959"/>
                  </a:lnTo>
                  <a:close/>
                </a:path>
                <a:path w="1707514" h="2200910">
                  <a:moveTo>
                    <a:pt x="1284452" y="352361"/>
                  </a:moveTo>
                  <a:lnTo>
                    <a:pt x="1283246" y="349542"/>
                  </a:lnTo>
                  <a:lnTo>
                    <a:pt x="1276654" y="342950"/>
                  </a:lnTo>
                  <a:lnTo>
                    <a:pt x="1268844" y="342950"/>
                  </a:lnTo>
                  <a:lnTo>
                    <a:pt x="1264424" y="347306"/>
                  </a:lnTo>
                  <a:lnTo>
                    <a:pt x="1262253" y="349542"/>
                  </a:lnTo>
                  <a:lnTo>
                    <a:pt x="1260983" y="352640"/>
                  </a:lnTo>
                  <a:lnTo>
                    <a:pt x="1260983" y="358609"/>
                  </a:lnTo>
                  <a:lnTo>
                    <a:pt x="1262253" y="361759"/>
                  </a:lnTo>
                  <a:lnTo>
                    <a:pt x="1266609" y="366128"/>
                  </a:lnTo>
                  <a:lnTo>
                    <a:pt x="1269707" y="367385"/>
                  </a:lnTo>
                  <a:lnTo>
                    <a:pt x="1272921" y="367385"/>
                  </a:lnTo>
                  <a:lnTo>
                    <a:pt x="1276019" y="367385"/>
                  </a:lnTo>
                  <a:lnTo>
                    <a:pt x="1278826" y="366128"/>
                  </a:lnTo>
                  <a:lnTo>
                    <a:pt x="1283246" y="361759"/>
                  </a:lnTo>
                  <a:lnTo>
                    <a:pt x="1284452" y="358952"/>
                  </a:lnTo>
                  <a:lnTo>
                    <a:pt x="1284452" y="352361"/>
                  </a:lnTo>
                  <a:close/>
                </a:path>
                <a:path w="1707514" h="2200910">
                  <a:moveTo>
                    <a:pt x="1284452" y="227152"/>
                  </a:moveTo>
                  <a:lnTo>
                    <a:pt x="1283195" y="224053"/>
                  </a:lnTo>
                  <a:lnTo>
                    <a:pt x="1281010" y="222161"/>
                  </a:lnTo>
                  <a:lnTo>
                    <a:pt x="1276654" y="217805"/>
                  </a:lnTo>
                  <a:lnTo>
                    <a:pt x="1268793" y="217805"/>
                  </a:lnTo>
                  <a:lnTo>
                    <a:pt x="1262253" y="224345"/>
                  </a:lnTo>
                  <a:lnTo>
                    <a:pt x="1260983" y="227152"/>
                  </a:lnTo>
                  <a:lnTo>
                    <a:pt x="1260983" y="233756"/>
                  </a:lnTo>
                  <a:lnTo>
                    <a:pt x="1262253" y="236855"/>
                  </a:lnTo>
                  <a:lnTo>
                    <a:pt x="1264780" y="238747"/>
                  </a:lnTo>
                  <a:lnTo>
                    <a:pt x="1266609" y="240931"/>
                  </a:lnTo>
                  <a:lnTo>
                    <a:pt x="1269707" y="242189"/>
                  </a:lnTo>
                  <a:lnTo>
                    <a:pt x="1272921" y="242189"/>
                  </a:lnTo>
                  <a:lnTo>
                    <a:pt x="1276019" y="242189"/>
                  </a:lnTo>
                  <a:lnTo>
                    <a:pt x="1278826" y="240931"/>
                  </a:lnTo>
                  <a:lnTo>
                    <a:pt x="1281010" y="238747"/>
                  </a:lnTo>
                  <a:lnTo>
                    <a:pt x="1283195" y="236855"/>
                  </a:lnTo>
                  <a:lnTo>
                    <a:pt x="1284452" y="233756"/>
                  </a:lnTo>
                  <a:lnTo>
                    <a:pt x="1284452" y="227152"/>
                  </a:lnTo>
                  <a:close/>
                </a:path>
                <a:path w="1707514" h="2200910">
                  <a:moveTo>
                    <a:pt x="1315783" y="649630"/>
                  </a:moveTo>
                  <a:lnTo>
                    <a:pt x="1314526" y="646823"/>
                  </a:lnTo>
                  <a:lnTo>
                    <a:pt x="1307985" y="640283"/>
                  </a:lnTo>
                  <a:lnTo>
                    <a:pt x="1300124" y="640283"/>
                  </a:lnTo>
                  <a:lnTo>
                    <a:pt x="1295704" y="644639"/>
                  </a:lnTo>
                  <a:lnTo>
                    <a:pt x="1293583" y="646823"/>
                  </a:lnTo>
                  <a:lnTo>
                    <a:pt x="1292313" y="649973"/>
                  </a:lnTo>
                  <a:lnTo>
                    <a:pt x="1292313" y="655942"/>
                  </a:lnTo>
                  <a:lnTo>
                    <a:pt x="1293583" y="659091"/>
                  </a:lnTo>
                  <a:lnTo>
                    <a:pt x="1297940" y="663460"/>
                  </a:lnTo>
                  <a:lnTo>
                    <a:pt x="1301038" y="664667"/>
                  </a:lnTo>
                  <a:lnTo>
                    <a:pt x="1307287" y="664667"/>
                  </a:lnTo>
                  <a:lnTo>
                    <a:pt x="1310106" y="663460"/>
                  </a:lnTo>
                  <a:lnTo>
                    <a:pt x="1314526" y="659091"/>
                  </a:lnTo>
                  <a:lnTo>
                    <a:pt x="1315783" y="656221"/>
                  </a:lnTo>
                  <a:lnTo>
                    <a:pt x="1315783" y="649630"/>
                  </a:lnTo>
                  <a:close/>
                </a:path>
                <a:path w="1707514" h="2200910">
                  <a:moveTo>
                    <a:pt x="1315783" y="508825"/>
                  </a:moveTo>
                  <a:lnTo>
                    <a:pt x="1314526" y="506018"/>
                  </a:lnTo>
                  <a:lnTo>
                    <a:pt x="1312278" y="503834"/>
                  </a:lnTo>
                  <a:lnTo>
                    <a:pt x="1307922" y="499414"/>
                  </a:lnTo>
                  <a:lnTo>
                    <a:pt x="1300124" y="499414"/>
                  </a:lnTo>
                  <a:lnTo>
                    <a:pt x="1293520" y="506018"/>
                  </a:lnTo>
                  <a:lnTo>
                    <a:pt x="1292263" y="509117"/>
                  </a:lnTo>
                  <a:lnTo>
                    <a:pt x="1292263" y="515416"/>
                  </a:lnTo>
                  <a:lnTo>
                    <a:pt x="1293520" y="518236"/>
                  </a:lnTo>
                  <a:lnTo>
                    <a:pt x="1296047" y="520420"/>
                  </a:lnTo>
                  <a:lnTo>
                    <a:pt x="1297940" y="522592"/>
                  </a:lnTo>
                  <a:lnTo>
                    <a:pt x="1301038" y="523862"/>
                  </a:lnTo>
                  <a:lnTo>
                    <a:pt x="1304188" y="523862"/>
                  </a:lnTo>
                  <a:lnTo>
                    <a:pt x="1307287" y="523862"/>
                  </a:lnTo>
                  <a:lnTo>
                    <a:pt x="1310106" y="522592"/>
                  </a:lnTo>
                  <a:lnTo>
                    <a:pt x="1312278" y="520420"/>
                  </a:lnTo>
                  <a:lnTo>
                    <a:pt x="1314526" y="518515"/>
                  </a:lnTo>
                  <a:lnTo>
                    <a:pt x="1315783" y="515416"/>
                  </a:lnTo>
                  <a:lnTo>
                    <a:pt x="1315783" y="508825"/>
                  </a:lnTo>
                  <a:close/>
                </a:path>
                <a:path w="1707514" h="2200910">
                  <a:moveTo>
                    <a:pt x="1331442" y="602691"/>
                  </a:moveTo>
                  <a:lnTo>
                    <a:pt x="1330185" y="599592"/>
                  </a:lnTo>
                  <a:lnTo>
                    <a:pt x="1328000" y="597700"/>
                  </a:lnTo>
                  <a:lnTo>
                    <a:pt x="1323936" y="593344"/>
                  </a:lnTo>
                  <a:lnTo>
                    <a:pt x="1315783" y="593344"/>
                  </a:lnTo>
                  <a:lnTo>
                    <a:pt x="1309179" y="599884"/>
                  </a:lnTo>
                  <a:lnTo>
                    <a:pt x="1307985" y="602691"/>
                  </a:lnTo>
                  <a:lnTo>
                    <a:pt x="1307985" y="609003"/>
                  </a:lnTo>
                  <a:lnTo>
                    <a:pt x="1309179" y="612101"/>
                  </a:lnTo>
                  <a:lnTo>
                    <a:pt x="1311363" y="614286"/>
                  </a:lnTo>
                  <a:lnTo>
                    <a:pt x="1313891" y="616470"/>
                  </a:lnTo>
                  <a:lnTo>
                    <a:pt x="1316697" y="617728"/>
                  </a:lnTo>
                  <a:lnTo>
                    <a:pt x="1322666" y="617728"/>
                  </a:lnTo>
                  <a:lnTo>
                    <a:pt x="1325765" y="616470"/>
                  </a:lnTo>
                  <a:lnTo>
                    <a:pt x="1328000" y="614629"/>
                  </a:lnTo>
                  <a:lnTo>
                    <a:pt x="1330185" y="612101"/>
                  </a:lnTo>
                  <a:lnTo>
                    <a:pt x="1331442" y="609003"/>
                  </a:lnTo>
                  <a:lnTo>
                    <a:pt x="1331442" y="606132"/>
                  </a:lnTo>
                  <a:lnTo>
                    <a:pt x="1331442" y="602691"/>
                  </a:lnTo>
                  <a:close/>
                </a:path>
                <a:path w="1707514" h="2200910">
                  <a:moveTo>
                    <a:pt x="1347050" y="352361"/>
                  </a:moveTo>
                  <a:lnTo>
                    <a:pt x="1345844" y="349542"/>
                  </a:lnTo>
                  <a:lnTo>
                    <a:pt x="1339253" y="342950"/>
                  </a:lnTo>
                  <a:lnTo>
                    <a:pt x="1331442" y="342950"/>
                  </a:lnTo>
                  <a:lnTo>
                    <a:pt x="1327035" y="347306"/>
                  </a:lnTo>
                  <a:lnTo>
                    <a:pt x="1324851" y="349542"/>
                  </a:lnTo>
                  <a:lnTo>
                    <a:pt x="1323581" y="352361"/>
                  </a:lnTo>
                  <a:lnTo>
                    <a:pt x="1323581" y="358609"/>
                  </a:lnTo>
                  <a:lnTo>
                    <a:pt x="1324851" y="361759"/>
                  </a:lnTo>
                  <a:lnTo>
                    <a:pt x="1329207" y="366128"/>
                  </a:lnTo>
                  <a:lnTo>
                    <a:pt x="1332369" y="367385"/>
                  </a:lnTo>
                  <a:lnTo>
                    <a:pt x="1335468" y="367385"/>
                  </a:lnTo>
                  <a:lnTo>
                    <a:pt x="1338618" y="367385"/>
                  </a:lnTo>
                  <a:lnTo>
                    <a:pt x="1341437" y="366128"/>
                  </a:lnTo>
                  <a:lnTo>
                    <a:pt x="1345844" y="361759"/>
                  </a:lnTo>
                  <a:lnTo>
                    <a:pt x="1347050" y="358952"/>
                  </a:lnTo>
                  <a:lnTo>
                    <a:pt x="1347050" y="352361"/>
                  </a:lnTo>
                  <a:close/>
                </a:path>
                <a:path w="1707514" h="2200910">
                  <a:moveTo>
                    <a:pt x="1378381" y="430555"/>
                  </a:moveTo>
                  <a:lnTo>
                    <a:pt x="1377124" y="427469"/>
                  </a:lnTo>
                  <a:lnTo>
                    <a:pt x="1374940" y="425564"/>
                  </a:lnTo>
                  <a:lnTo>
                    <a:pt x="1370863" y="421208"/>
                  </a:lnTo>
                  <a:lnTo>
                    <a:pt x="1362722" y="421208"/>
                  </a:lnTo>
                  <a:lnTo>
                    <a:pt x="1358303" y="425564"/>
                  </a:lnTo>
                  <a:lnTo>
                    <a:pt x="1356182" y="427469"/>
                  </a:lnTo>
                  <a:lnTo>
                    <a:pt x="1354912" y="430555"/>
                  </a:lnTo>
                  <a:lnTo>
                    <a:pt x="1354912" y="437159"/>
                  </a:lnTo>
                  <a:lnTo>
                    <a:pt x="1356182" y="439966"/>
                  </a:lnTo>
                  <a:lnTo>
                    <a:pt x="1360538" y="444385"/>
                  </a:lnTo>
                  <a:lnTo>
                    <a:pt x="1363637" y="445592"/>
                  </a:lnTo>
                  <a:lnTo>
                    <a:pt x="1366786" y="445592"/>
                  </a:lnTo>
                  <a:lnTo>
                    <a:pt x="1369885" y="445592"/>
                  </a:lnTo>
                  <a:lnTo>
                    <a:pt x="1372704" y="444385"/>
                  </a:lnTo>
                  <a:lnTo>
                    <a:pt x="1377124" y="439966"/>
                  </a:lnTo>
                  <a:lnTo>
                    <a:pt x="1378381" y="437159"/>
                  </a:lnTo>
                  <a:lnTo>
                    <a:pt x="1378381" y="430555"/>
                  </a:lnTo>
                  <a:close/>
                </a:path>
                <a:path w="1707514" h="2200910">
                  <a:moveTo>
                    <a:pt x="1378381" y="258483"/>
                  </a:moveTo>
                  <a:lnTo>
                    <a:pt x="1377124" y="255612"/>
                  </a:lnTo>
                  <a:lnTo>
                    <a:pt x="1370520" y="249072"/>
                  </a:lnTo>
                  <a:lnTo>
                    <a:pt x="1362722" y="249072"/>
                  </a:lnTo>
                  <a:lnTo>
                    <a:pt x="1358303" y="253441"/>
                  </a:lnTo>
                  <a:lnTo>
                    <a:pt x="1356182" y="255676"/>
                  </a:lnTo>
                  <a:lnTo>
                    <a:pt x="1354912" y="258483"/>
                  </a:lnTo>
                  <a:lnTo>
                    <a:pt x="1354912" y="265087"/>
                  </a:lnTo>
                  <a:lnTo>
                    <a:pt x="1356182" y="267893"/>
                  </a:lnTo>
                  <a:lnTo>
                    <a:pt x="1360538" y="272262"/>
                  </a:lnTo>
                  <a:lnTo>
                    <a:pt x="1363637" y="273519"/>
                  </a:lnTo>
                  <a:lnTo>
                    <a:pt x="1366786" y="273519"/>
                  </a:lnTo>
                  <a:lnTo>
                    <a:pt x="1369885" y="273519"/>
                  </a:lnTo>
                  <a:lnTo>
                    <a:pt x="1372704" y="272262"/>
                  </a:lnTo>
                  <a:lnTo>
                    <a:pt x="1377124" y="267893"/>
                  </a:lnTo>
                  <a:lnTo>
                    <a:pt x="1378381" y="265087"/>
                  </a:lnTo>
                  <a:lnTo>
                    <a:pt x="1378381" y="258483"/>
                  </a:lnTo>
                  <a:close/>
                </a:path>
                <a:path w="1707514" h="2200910">
                  <a:moveTo>
                    <a:pt x="1394040" y="727887"/>
                  </a:moveTo>
                  <a:lnTo>
                    <a:pt x="1392732" y="725081"/>
                  </a:lnTo>
                  <a:lnTo>
                    <a:pt x="1386192" y="718477"/>
                  </a:lnTo>
                  <a:lnTo>
                    <a:pt x="1378381" y="718477"/>
                  </a:lnTo>
                  <a:lnTo>
                    <a:pt x="1373962" y="722896"/>
                  </a:lnTo>
                  <a:lnTo>
                    <a:pt x="1371790" y="725081"/>
                  </a:lnTo>
                  <a:lnTo>
                    <a:pt x="1370520" y="728179"/>
                  </a:lnTo>
                  <a:lnTo>
                    <a:pt x="1370520" y="734148"/>
                  </a:lnTo>
                  <a:lnTo>
                    <a:pt x="1371790" y="737298"/>
                  </a:lnTo>
                  <a:lnTo>
                    <a:pt x="1376146" y="741667"/>
                  </a:lnTo>
                  <a:lnTo>
                    <a:pt x="1379245" y="742924"/>
                  </a:lnTo>
                  <a:lnTo>
                    <a:pt x="1385557" y="742924"/>
                  </a:lnTo>
                  <a:lnTo>
                    <a:pt x="1388364" y="741667"/>
                  </a:lnTo>
                  <a:lnTo>
                    <a:pt x="1392732" y="737298"/>
                  </a:lnTo>
                  <a:lnTo>
                    <a:pt x="1394040" y="734491"/>
                  </a:lnTo>
                  <a:lnTo>
                    <a:pt x="1394040" y="727887"/>
                  </a:lnTo>
                  <a:close/>
                </a:path>
                <a:path w="1707514" h="2200910">
                  <a:moveTo>
                    <a:pt x="1394040" y="649630"/>
                  </a:moveTo>
                  <a:lnTo>
                    <a:pt x="1392783" y="646823"/>
                  </a:lnTo>
                  <a:lnTo>
                    <a:pt x="1390548" y="644639"/>
                  </a:lnTo>
                  <a:lnTo>
                    <a:pt x="1386192" y="640283"/>
                  </a:lnTo>
                  <a:lnTo>
                    <a:pt x="1378381" y="640283"/>
                  </a:lnTo>
                  <a:lnTo>
                    <a:pt x="1371790" y="646823"/>
                  </a:lnTo>
                  <a:lnTo>
                    <a:pt x="1370584" y="649973"/>
                  </a:lnTo>
                  <a:lnTo>
                    <a:pt x="1370584" y="655942"/>
                  </a:lnTo>
                  <a:lnTo>
                    <a:pt x="1371790" y="659091"/>
                  </a:lnTo>
                  <a:lnTo>
                    <a:pt x="1373962" y="661225"/>
                  </a:lnTo>
                  <a:lnTo>
                    <a:pt x="1376146" y="663460"/>
                  </a:lnTo>
                  <a:lnTo>
                    <a:pt x="1379296" y="664667"/>
                  </a:lnTo>
                  <a:lnTo>
                    <a:pt x="1385557" y="664667"/>
                  </a:lnTo>
                  <a:lnTo>
                    <a:pt x="1388364" y="663460"/>
                  </a:lnTo>
                  <a:lnTo>
                    <a:pt x="1390548" y="661225"/>
                  </a:lnTo>
                  <a:lnTo>
                    <a:pt x="1392783" y="659041"/>
                  </a:lnTo>
                  <a:lnTo>
                    <a:pt x="1394040" y="656221"/>
                  </a:lnTo>
                  <a:lnTo>
                    <a:pt x="1394040" y="653135"/>
                  </a:lnTo>
                  <a:lnTo>
                    <a:pt x="1394040" y="649630"/>
                  </a:lnTo>
                  <a:close/>
                </a:path>
                <a:path w="1707514" h="2200910">
                  <a:moveTo>
                    <a:pt x="1409649" y="571423"/>
                  </a:moveTo>
                  <a:lnTo>
                    <a:pt x="1408391" y="568617"/>
                  </a:lnTo>
                  <a:lnTo>
                    <a:pt x="1406207" y="566369"/>
                  </a:lnTo>
                  <a:lnTo>
                    <a:pt x="1401851" y="562013"/>
                  </a:lnTo>
                  <a:lnTo>
                    <a:pt x="1394040" y="562013"/>
                  </a:lnTo>
                  <a:lnTo>
                    <a:pt x="1389634" y="566369"/>
                  </a:lnTo>
                  <a:lnTo>
                    <a:pt x="1387449" y="568617"/>
                  </a:lnTo>
                  <a:lnTo>
                    <a:pt x="1386192" y="571715"/>
                  </a:lnTo>
                  <a:lnTo>
                    <a:pt x="1386192" y="577672"/>
                  </a:lnTo>
                  <a:lnTo>
                    <a:pt x="1387449" y="580834"/>
                  </a:lnTo>
                  <a:lnTo>
                    <a:pt x="1391805" y="585190"/>
                  </a:lnTo>
                  <a:lnTo>
                    <a:pt x="1394904" y="586460"/>
                  </a:lnTo>
                  <a:lnTo>
                    <a:pt x="1401216" y="586460"/>
                  </a:lnTo>
                  <a:lnTo>
                    <a:pt x="1404035" y="585190"/>
                  </a:lnTo>
                  <a:lnTo>
                    <a:pt x="1408391" y="580834"/>
                  </a:lnTo>
                  <a:lnTo>
                    <a:pt x="1409649" y="578027"/>
                  </a:lnTo>
                  <a:lnTo>
                    <a:pt x="1409649" y="571423"/>
                  </a:lnTo>
                  <a:close/>
                </a:path>
                <a:path w="1707514" h="2200910">
                  <a:moveTo>
                    <a:pt x="1456588" y="446227"/>
                  </a:moveTo>
                  <a:lnTo>
                    <a:pt x="1455331" y="443420"/>
                  </a:lnTo>
                  <a:lnTo>
                    <a:pt x="1448790" y="436867"/>
                  </a:lnTo>
                  <a:lnTo>
                    <a:pt x="1440980" y="436867"/>
                  </a:lnTo>
                  <a:lnTo>
                    <a:pt x="1434388" y="443420"/>
                  </a:lnTo>
                  <a:lnTo>
                    <a:pt x="1433118" y="446506"/>
                  </a:lnTo>
                  <a:lnTo>
                    <a:pt x="1433118" y="452475"/>
                  </a:lnTo>
                  <a:lnTo>
                    <a:pt x="1434388" y="455637"/>
                  </a:lnTo>
                  <a:lnTo>
                    <a:pt x="1438744" y="459994"/>
                  </a:lnTo>
                  <a:lnTo>
                    <a:pt x="1441894" y="461264"/>
                  </a:lnTo>
                  <a:lnTo>
                    <a:pt x="1444993" y="461264"/>
                  </a:lnTo>
                  <a:lnTo>
                    <a:pt x="1448092" y="461264"/>
                  </a:lnTo>
                  <a:lnTo>
                    <a:pt x="1450962" y="459994"/>
                  </a:lnTo>
                  <a:lnTo>
                    <a:pt x="1455331" y="455637"/>
                  </a:lnTo>
                  <a:lnTo>
                    <a:pt x="1456588" y="452818"/>
                  </a:lnTo>
                  <a:lnTo>
                    <a:pt x="1456588" y="446227"/>
                  </a:lnTo>
                  <a:close/>
                </a:path>
                <a:path w="1707514" h="2200910">
                  <a:moveTo>
                    <a:pt x="1472247" y="665289"/>
                  </a:moveTo>
                  <a:lnTo>
                    <a:pt x="1470990" y="662190"/>
                  </a:lnTo>
                  <a:lnTo>
                    <a:pt x="1468805" y="660298"/>
                  </a:lnTo>
                  <a:lnTo>
                    <a:pt x="1464741" y="655942"/>
                  </a:lnTo>
                  <a:lnTo>
                    <a:pt x="1456651" y="655942"/>
                  </a:lnTo>
                  <a:lnTo>
                    <a:pt x="1450047" y="662482"/>
                  </a:lnTo>
                  <a:lnTo>
                    <a:pt x="1448790" y="665289"/>
                  </a:lnTo>
                  <a:lnTo>
                    <a:pt x="1448790" y="671893"/>
                  </a:lnTo>
                  <a:lnTo>
                    <a:pt x="1450047" y="675043"/>
                  </a:lnTo>
                  <a:lnTo>
                    <a:pt x="1452575" y="676884"/>
                  </a:lnTo>
                  <a:lnTo>
                    <a:pt x="1454404" y="679069"/>
                  </a:lnTo>
                  <a:lnTo>
                    <a:pt x="1457502" y="680326"/>
                  </a:lnTo>
                  <a:lnTo>
                    <a:pt x="1463814" y="680326"/>
                  </a:lnTo>
                  <a:lnTo>
                    <a:pt x="1466634" y="679069"/>
                  </a:lnTo>
                  <a:lnTo>
                    <a:pt x="1468805" y="676884"/>
                  </a:lnTo>
                  <a:lnTo>
                    <a:pt x="1470990" y="675043"/>
                  </a:lnTo>
                  <a:lnTo>
                    <a:pt x="1472247" y="671893"/>
                  </a:lnTo>
                  <a:lnTo>
                    <a:pt x="1472247" y="668731"/>
                  </a:lnTo>
                  <a:lnTo>
                    <a:pt x="1472247" y="665289"/>
                  </a:lnTo>
                  <a:close/>
                </a:path>
                <a:path w="1707514" h="2200910">
                  <a:moveTo>
                    <a:pt x="1487919" y="540092"/>
                  </a:moveTo>
                  <a:lnTo>
                    <a:pt x="1486649" y="537286"/>
                  </a:lnTo>
                  <a:lnTo>
                    <a:pt x="1480058" y="530745"/>
                  </a:lnTo>
                  <a:lnTo>
                    <a:pt x="1472247" y="530745"/>
                  </a:lnTo>
                  <a:lnTo>
                    <a:pt x="1467840" y="535101"/>
                  </a:lnTo>
                  <a:lnTo>
                    <a:pt x="1465707" y="537286"/>
                  </a:lnTo>
                  <a:lnTo>
                    <a:pt x="1464449" y="540435"/>
                  </a:lnTo>
                  <a:lnTo>
                    <a:pt x="1464449" y="546404"/>
                  </a:lnTo>
                  <a:lnTo>
                    <a:pt x="1465707" y="549567"/>
                  </a:lnTo>
                  <a:lnTo>
                    <a:pt x="1470012" y="553923"/>
                  </a:lnTo>
                  <a:lnTo>
                    <a:pt x="1473174" y="555129"/>
                  </a:lnTo>
                  <a:lnTo>
                    <a:pt x="1476324" y="555129"/>
                  </a:lnTo>
                  <a:lnTo>
                    <a:pt x="1479423" y="555129"/>
                  </a:lnTo>
                  <a:lnTo>
                    <a:pt x="1482242" y="553923"/>
                  </a:lnTo>
                  <a:lnTo>
                    <a:pt x="1486649" y="549503"/>
                  </a:lnTo>
                  <a:lnTo>
                    <a:pt x="1487919" y="546696"/>
                  </a:lnTo>
                  <a:lnTo>
                    <a:pt x="1487919" y="540092"/>
                  </a:lnTo>
                  <a:close/>
                </a:path>
                <a:path w="1707514" h="2200910">
                  <a:moveTo>
                    <a:pt x="1519186" y="774827"/>
                  </a:moveTo>
                  <a:lnTo>
                    <a:pt x="1517929" y="772020"/>
                  </a:lnTo>
                  <a:lnTo>
                    <a:pt x="1511388" y="765479"/>
                  </a:lnTo>
                  <a:lnTo>
                    <a:pt x="1503578" y="765479"/>
                  </a:lnTo>
                  <a:lnTo>
                    <a:pt x="1496987" y="772020"/>
                  </a:lnTo>
                  <a:lnTo>
                    <a:pt x="1495717" y="775119"/>
                  </a:lnTo>
                  <a:lnTo>
                    <a:pt x="1495717" y="781088"/>
                  </a:lnTo>
                  <a:lnTo>
                    <a:pt x="1496987" y="784237"/>
                  </a:lnTo>
                  <a:lnTo>
                    <a:pt x="1501343" y="788593"/>
                  </a:lnTo>
                  <a:lnTo>
                    <a:pt x="1504492" y="789863"/>
                  </a:lnTo>
                  <a:lnTo>
                    <a:pt x="1507591" y="789863"/>
                  </a:lnTo>
                  <a:lnTo>
                    <a:pt x="1510753" y="789863"/>
                  </a:lnTo>
                  <a:lnTo>
                    <a:pt x="1513560" y="788593"/>
                  </a:lnTo>
                  <a:lnTo>
                    <a:pt x="1517929" y="784237"/>
                  </a:lnTo>
                  <a:lnTo>
                    <a:pt x="1519186" y="781431"/>
                  </a:lnTo>
                  <a:lnTo>
                    <a:pt x="1519186" y="774827"/>
                  </a:lnTo>
                  <a:close/>
                </a:path>
                <a:path w="1707514" h="2200910">
                  <a:moveTo>
                    <a:pt x="1519186" y="727887"/>
                  </a:moveTo>
                  <a:lnTo>
                    <a:pt x="1517929" y="724789"/>
                  </a:lnTo>
                  <a:lnTo>
                    <a:pt x="1515745" y="722896"/>
                  </a:lnTo>
                  <a:lnTo>
                    <a:pt x="1511388" y="718477"/>
                  </a:lnTo>
                  <a:lnTo>
                    <a:pt x="1503578" y="718477"/>
                  </a:lnTo>
                  <a:lnTo>
                    <a:pt x="1496987" y="725081"/>
                  </a:lnTo>
                  <a:lnTo>
                    <a:pt x="1495717" y="727887"/>
                  </a:lnTo>
                  <a:lnTo>
                    <a:pt x="1495717" y="734148"/>
                  </a:lnTo>
                  <a:lnTo>
                    <a:pt x="1496987" y="737298"/>
                  </a:lnTo>
                  <a:lnTo>
                    <a:pt x="1499158" y="739482"/>
                  </a:lnTo>
                  <a:lnTo>
                    <a:pt x="1501686" y="741667"/>
                  </a:lnTo>
                  <a:lnTo>
                    <a:pt x="1504492" y="742924"/>
                  </a:lnTo>
                  <a:lnTo>
                    <a:pt x="1507591" y="742924"/>
                  </a:lnTo>
                  <a:lnTo>
                    <a:pt x="1510411" y="742924"/>
                  </a:lnTo>
                  <a:lnTo>
                    <a:pt x="1513217" y="741667"/>
                  </a:lnTo>
                  <a:lnTo>
                    <a:pt x="1515745" y="739825"/>
                  </a:lnTo>
                  <a:lnTo>
                    <a:pt x="1517929" y="737298"/>
                  </a:lnTo>
                  <a:lnTo>
                    <a:pt x="1519186" y="734148"/>
                  </a:lnTo>
                  <a:lnTo>
                    <a:pt x="1519186" y="727887"/>
                  </a:lnTo>
                  <a:close/>
                </a:path>
                <a:path w="1707514" h="2200910">
                  <a:moveTo>
                    <a:pt x="1581785" y="806157"/>
                  </a:moveTo>
                  <a:lnTo>
                    <a:pt x="1580527" y="803287"/>
                  </a:lnTo>
                  <a:lnTo>
                    <a:pt x="1573923" y="796747"/>
                  </a:lnTo>
                  <a:lnTo>
                    <a:pt x="1566125" y="796747"/>
                  </a:lnTo>
                  <a:lnTo>
                    <a:pt x="1561706" y="801103"/>
                  </a:lnTo>
                  <a:lnTo>
                    <a:pt x="1559585" y="803287"/>
                  </a:lnTo>
                  <a:lnTo>
                    <a:pt x="1558315" y="806437"/>
                  </a:lnTo>
                  <a:lnTo>
                    <a:pt x="1558315" y="812406"/>
                  </a:lnTo>
                  <a:lnTo>
                    <a:pt x="1559585" y="815568"/>
                  </a:lnTo>
                  <a:lnTo>
                    <a:pt x="1563941" y="819873"/>
                  </a:lnTo>
                  <a:lnTo>
                    <a:pt x="1567040" y="821131"/>
                  </a:lnTo>
                  <a:lnTo>
                    <a:pt x="1573288" y="821131"/>
                  </a:lnTo>
                  <a:lnTo>
                    <a:pt x="1576158" y="819873"/>
                  </a:lnTo>
                  <a:lnTo>
                    <a:pt x="1578343" y="817689"/>
                  </a:lnTo>
                  <a:lnTo>
                    <a:pt x="1580527" y="815568"/>
                  </a:lnTo>
                  <a:lnTo>
                    <a:pt x="1581785" y="812749"/>
                  </a:lnTo>
                  <a:lnTo>
                    <a:pt x="1581785" y="806157"/>
                  </a:lnTo>
                  <a:close/>
                </a:path>
                <a:path w="1707514" h="2200910">
                  <a:moveTo>
                    <a:pt x="1581785" y="634022"/>
                  </a:moveTo>
                  <a:lnTo>
                    <a:pt x="1580527" y="631215"/>
                  </a:lnTo>
                  <a:lnTo>
                    <a:pt x="1578343" y="628967"/>
                  </a:lnTo>
                  <a:lnTo>
                    <a:pt x="1573923" y="624611"/>
                  </a:lnTo>
                  <a:lnTo>
                    <a:pt x="1566125" y="624611"/>
                  </a:lnTo>
                  <a:lnTo>
                    <a:pt x="1561706" y="628967"/>
                  </a:lnTo>
                  <a:lnTo>
                    <a:pt x="1559585" y="631215"/>
                  </a:lnTo>
                  <a:lnTo>
                    <a:pt x="1558315" y="634314"/>
                  </a:lnTo>
                  <a:lnTo>
                    <a:pt x="1558315" y="640626"/>
                  </a:lnTo>
                  <a:lnTo>
                    <a:pt x="1559585" y="643724"/>
                  </a:lnTo>
                  <a:lnTo>
                    <a:pt x="1562100" y="645617"/>
                  </a:lnTo>
                  <a:lnTo>
                    <a:pt x="1563941" y="647788"/>
                  </a:lnTo>
                  <a:lnTo>
                    <a:pt x="1567040" y="649058"/>
                  </a:lnTo>
                  <a:lnTo>
                    <a:pt x="1570202" y="649058"/>
                  </a:lnTo>
                  <a:lnTo>
                    <a:pt x="1573288" y="649058"/>
                  </a:lnTo>
                  <a:lnTo>
                    <a:pt x="1576158" y="647788"/>
                  </a:lnTo>
                  <a:lnTo>
                    <a:pt x="1578343" y="645617"/>
                  </a:lnTo>
                  <a:lnTo>
                    <a:pt x="1580527" y="643724"/>
                  </a:lnTo>
                  <a:lnTo>
                    <a:pt x="1581785" y="640626"/>
                  </a:lnTo>
                  <a:lnTo>
                    <a:pt x="1581785" y="634022"/>
                  </a:lnTo>
                  <a:close/>
                </a:path>
                <a:path w="1707514" h="2200910">
                  <a:moveTo>
                    <a:pt x="1613052" y="712571"/>
                  </a:moveTo>
                  <a:lnTo>
                    <a:pt x="1611795" y="709422"/>
                  </a:lnTo>
                  <a:lnTo>
                    <a:pt x="1609610" y="707237"/>
                  </a:lnTo>
                  <a:lnTo>
                    <a:pt x="1604619" y="702525"/>
                  </a:lnTo>
                  <a:lnTo>
                    <a:pt x="1597736" y="702881"/>
                  </a:lnTo>
                  <a:lnTo>
                    <a:pt x="1593380" y="706945"/>
                  </a:lnTo>
                  <a:lnTo>
                    <a:pt x="1590852" y="709422"/>
                  </a:lnTo>
                  <a:lnTo>
                    <a:pt x="1589646" y="712571"/>
                  </a:lnTo>
                  <a:lnTo>
                    <a:pt x="1589646" y="718832"/>
                  </a:lnTo>
                  <a:lnTo>
                    <a:pt x="1590852" y="721982"/>
                  </a:lnTo>
                  <a:lnTo>
                    <a:pt x="1593380" y="723823"/>
                  </a:lnTo>
                  <a:lnTo>
                    <a:pt x="1595272" y="725995"/>
                  </a:lnTo>
                  <a:lnTo>
                    <a:pt x="1598371" y="727265"/>
                  </a:lnTo>
                  <a:lnTo>
                    <a:pt x="1601520" y="727265"/>
                  </a:lnTo>
                  <a:lnTo>
                    <a:pt x="1604619" y="727265"/>
                  </a:lnTo>
                  <a:lnTo>
                    <a:pt x="1607439" y="725995"/>
                  </a:lnTo>
                  <a:lnTo>
                    <a:pt x="1609610" y="723823"/>
                  </a:lnTo>
                  <a:lnTo>
                    <a:pt x="1611795" y="721982"/>
                  </a:lnTo>
                  <a:lnTo>
                    <a:pt x="1613052" y="718832"/>
                  </a:lnTo>
                  <a:lnTo>
                    <a:pt x="1613052" y="712571"/>
                  </a:lnTo>
                  <a:close/>
                </a:path>
                <a:path w="1707514" h="2200910">
                  <a:moveTo>
                    <a:pt x="1660055" y="602691"/>
                  </a:moveTo>
                  <a:lnTo>
                    <a:pt x="1658785" y="599884"/>
                  </a:lnTo>
                  <a:lnTo>
                    <a:pt x="1656613" y="597700"/>
                  </a:lnTo>
                  <a:lnTo>
                    <a:pt x="1652816" y="593686"/>
                  </a:lnTo>
                  <a:lnTo>
                    <a:pt x="1644675" y="593344"/>
                  </a:lnTo>
                  <a:lnTo>
                    <a:pt x="1639963" y="597700"/>
                  </a:lnTo>
                  <a:lnTo>
                    <a:pt x="1637792" y="599592"/>
                  </a:lnTo>
                  <a:lnTo>
                    <a:pt x="1636585" y="602691"/>
                  </a:lnTo>
                  <a:lnTo>
                    <a:pt x="1636585" y="609295"/>
                  </a:lnTo>
                  <a:lnTo>
                    <a:pt x="1637792" y="612101"/>
                  </a:lnTo>
                  <a:lnTo>
                    <a:pt x="1642211" y="616470"/>
                  </a:lnTo>
                  <a:lnTo>
                    <a:pt x="1645297" y="617728"/>
                  </a:lnTo>
                  <a:lnTo>
                    <a:pt x="1651558" y="617728"/>
                  </a:lnTo>
                  <a:lnTo>
                    <a:pt x="1654708" y="616470"/>
                  </a:lnTo>
                  <a:lnTo>
                    <a:pt x="1656892" y="614286"/>
                  </a:lnTo>
                  <a:lnTo>
                    <a:pt x="1658785" y="612101"/>
                  </a:lnTo>
                  <a:lnTo>
                    <a:pt x="1660055" y="609003"/>
                  </a:lnTo>
                  <a:lnTo>
                    <a:pt x="1660055" y="602691"/>
                  </a:lnTo>
                  <a:close/>
                </a:path>
                <a:path w="1707514" h="2200910">
                  <a:moveTo>
                    <a:pt x="1675650" y="555764"/>
                  </a:moveTo>
                  <a:lnTo>
                    <a:pt x="1674393" y="552945"/>
                  </a:lnTo>
                  <a:lnTo>
                    <a:pt x="1672209" y="550773"/>
                  </a:lnTo>
                  <a:lnTo>
                    <a:pt x="1667852" y="546404"/>
                  </a:lnTo>
                  <a:lnTo>
                    <a:pt x="1660055" y="546404"/>
                  </a:lnTo>
                  <a:lnTo>
                    <a:pt x="1653451" y="552945"/>
                  </a:lnTo>
                  <a:lnTo>
                    <a:pt x="1652193" y="556044"/>
                  </a:lnTo>
                  <a:lnTo>
                    <a:pt x="1652193" y="562013"/>
                  </a:lnTo>
                  <a:lnTo>
                    <a:pt x="1653451" y="565175"/>
                  </a:lnTo>
                  <a:lnTo>
                    <a:pt x="1657807" y="569531"/>
                  </a:lnTo>
                  <a:lnTo>
                    <a:pt x="1660906" y="570788"/>
                  </a:lnTo>
                  <a:lnTo>
                    <a:pt x="1667217" y="570788"/>
                  </a:lnTo>
                  <a:lnTo>
                    <a:pt x="1670037" y="569531"/>
                  </a:lnTo>
                  <a:lnTo>
                    <a:pt x="1674393" y="565175"/>
                  </a:lnTo>
                  <a:lnTo>
                    <a:pt x="1675650" y="562356"/>
                  </a:lnTo>
                  <a:lnTo>
                    <a:pt x="1675650" y="555764"/>
                  </a:lnTo>
                  <a:close/>
                </a:path>
                <a:path w="1707514" h="2200910">
                  <a:moveTo>
                    <a:pt x="1706981" y="665289"/>
                  </a:moveTo>
                  <a:lnTo>
                    <a:pt x="1705724" y="662482"/>
                  </a:lnTo>
                  <a:lnTo>
                    <a:pt x="1703539" y="660298"/>
                  </a:lnTo>
                  <a:lnTo>
                    <a:pt x="1699463" y="655942"/>
                  </a:lnTo>
                  <a:lnTo>
                    <a:pt x="1691322" y="655942"/>
                  </a:lnTo>
                  <a:lnTo>
                    <a:pt x="1686902" y="660298"/>
                  </a:lnTo>
                  <a:lnTo>
                    <a:pt x="1684718" y="662482"/>
                  </a:lnTo>
                  <a:lnTo>
                    <a:pt x="1683461" y="665581"/>
                  </a:lnTo>
                  <a:lnTo>
                    <a:pt x="1683461" y="671893"/>
                  </a:lnTo>
                  <a:lnTo>
                    <a:pt x="1684718" y="675043"/>
                  </a:lnTo>
                  <a:lnTo>
                    <a:pt x="1687245" y="676884"/>
                  </a:lnTo>
                  <a:lnTo>
                    <a:pt x="1689087" y="679069"/>
                  </a:lnTo>
                  <a:lnTo>
                    <a:pt x="1692236" y="680326"/>
                  </a:lnTo>
                  <a:lnTo>
                    <a:pt x="1698498" y="680326"/>
                  </a:lnTo>
                  <a:lnTo>
                    <a:pt x="1701647" y="679069"/>
                  </a:lnTo>
                  <a:lnTo>
                    <a:pt x="1705724" y="675043"/>
                  </a:lnTo>
                  <a:lnTo>
                    <a:pt x="1706981" y="671893"/>
                  </a:lnTo>
                  <a:lnTo>
                    <a:pt x="1706981" y="665289"/>
                  </a:lnTo>
                  <a:close/>
                </a:path>
              </a:pathLst>
            </a:custGeom>
            <a:solidFill>
              <a:srgbClr val="F5BD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605902" y="3783177"/>
              <a:ext cx="946785" cy="1685925"/>
            </a:xfrm>
            <a:custGeom>
              <a:avLst/>
              <a:gdLst/>
              <a:ahLst/>
              <a:cxnLst/>
              <a:rect l="l" t="t" r="r" b="b"/>
              <a:pathLst>
                <a:path w="946785" h="1685925">
                  <a:moveTo>
                    <a:pt x="23469" y="158076"/>
                  </a:moveTo>
                  <a:lnTo>
                    <a:pt x="22199" y="155270"/>
                  </a:lnTo>
                  <a:lnTo>
                    <a:pt x="15659" y="148666"/>
                  </a:lnTo>
                  <a:lnTo>
                    <a:pt x="7797" y="148666"/>
                  </a:lnTo>
                  <a:lnTo>
                    <a:pt x="3441" y="153085"/>
                  </a:lnTo>
                  <a:lnTo>
                    <a:pt x="1257" y="155270"/>
                  </a:lnTo>
                  <a:lnTo>
                    <a:pt x="0" y="158369"/>
                  </a:lnTo>
                  <a:lnTo>
                    <a:pt x="0" y="164338"/>
                  </a:lnTo>
                  <a:lnTo>
                    <a:pt x="1257" y="167487"/>
                  </a:lnTo>
                  <a:lnTo>
                    <a:pt x="5562" y="171856"/>
                  </a:lnTo>
                  <a:lnTo>
                    <a:pt x="8724" y="173113"/>
                  </a:lnTo>
                  <a:lnTo>
                    <a:pt x="14973" y="173113"/>
                  </a:lnTo>
                  <a:lnTo>
                    <a:pt x="17792" y="171856"/>
                  </a:lnTo>
                  <a:lnTo>
                    <a:pt x="22199" y="167487"/>
                  </a:lnTo>
                  <a:lnTo>
                    <a:pt x="23469" y="164338"/>
                  </a:lnTo>
                  <a:lnTo>
                    <a:pt x="23469" y="158076"/>
                  </a:lnTo>
                  <a:close/>
                </a:path>
                <a:path w="946785" h="1685925">
                  <a:moveTo>
                    <a:pt x="23469" y="9410"/>
                  </a:moveTo>
                  <a:lnTo>
                    <a:pt x="22199" y="6604"/>
                  </a:lnTo>
                  <a:lnTo>
                    <a:pt x="20027" y="4419"/>
                  </a:lnTo>
                  <a:lnTo>
                    <a:pt x="15951" y="0"/>
                  </a:lnTo>
                  <a:lnTo>
                    <a:pt x="7797" y="0"/>
                  </a:lnTo>
                  <a:lnTo>
                    <a:pt x="1257" y="6604"/>
                  </a:lnTo>
                  <a:lnTo>
                    <a:pt x="0" y="9410"/>
                  </a:lnTo>
                  <a:lnTo>
                    <a:pt x="0" y="15671"/>
                  </a:lnTo>
                  <a:lnTo>
                    <a:pt x="1257" y="18821"/>
                  </a:lnTo>
                  <a:lnTo>
                    <a:pt x="5562" y="23190"/>
                  </a:lnTo>
                  <a:lnTo>
                    <a:pt x="8724" y="24447"/>
                  </a:lnTo>
                  <a:lnTo>
                    <a:pt x="14973" y="24447"/>
                  </a:lnTo>
                  <a:lnTo>
                    <a:pt x="17792" y="23190"/>
                  </a:lnTo>
                  <a:lnTo>
                    <a:pt x="22199" y="18821"/>
                  </a:lnTo>
                  <a:lnTo>
                    <a:pt x="23469" y="16014"/>
                  </a:lnTo>
                  <a:lnTo>
                    <a:pt x="23469" y="9410"/>
                  </a:lnTo>
                  <a:close/>
                </a:path>
                <a:path w="946785" h="1685925">
                  <a:moveTo>
                    <a:pt x="39128" y="235077"/>
                  </a:moveTo>
                  <a:lnTo>
                    <a:pt x="39077" y="231927"/>
                  </a:lnTo>
                  <a:lnTo>
                    <a:pt x="39077" y="228485"/>
                  </a:lnTo>
                  <a:lnTo>
                    <a:pt x="37807" y="225386"/>
                  </a:lnTo>
                  <a:lnTo>
                    <a:pt x="35636" y="223494"/>
                  </a:lnTo>
                  <a:lnTo>
                    <a:pt x="31267" y="219075"/>
                  </a:lnTo>
                  <a:lnTo>
                    <a:pt x="23469" y="219075"/>
                  </a:lnTo>
                  <a:lnTo>
                    <a:pt x="19050" y="223494"/>
                  </a:lnTo>
                  <a:lnTo>
                    <a:pt x="16865" y="225386"/>
                  </a:lnTo>
                  <a:lnTo>
                    <a:pt x="15659" y="228485"/>
                  </a:lnTo>
                  <a:lnTo>
                    <a:pt x="15659" y="235077"/>
                  </a:lnTo>
                  <a:lnTo>
                    <a:pt x="16865" y="238175"/>
                  </a:lnTo>
                  <a:lnTo>
                    <a:pt x="19392" y="240080"/>
                  </a:lnTo>
                  <a:lnTo>
                    <a:pt x="21285" y="242252"/>
                  </a:lnTo>
                  <a:lnTo>
                    <a:pt x="24384" y="243522"/>
                  </a:lnTo>
                  <a:lnTo>
                    <a:pt x="30645" y="243522"/>
                  </a:lnTo>
                  <a:lnTo>
                    <a:pt x="33451" y="242252"/>
                  </a:lnTo>
                  <a:lnTo>
                    <a:pt x="35636" y="240080"/>
                  </a:lnTo>
                  <a:lnTo>
                    <a:pt x="37871" y="238175"/>
                  </a:lnTo>
                  <a:lnTo>
                    <a:pt x="39128" y="235077"/>
                  </a:lnTo>
                  <a:close/>
                </a:path>
                <a:path w="946785" h="1685925">
                  <a:moveTo>
                    <a:pt x="39128" y="87680"/>
                  </a:moveTo>
                  <a:lnTo>
                    <a:pt x="37871" y="84874"/>
                  </a:lnTo>
                  <a:lnTo>
                    <a:pt x="31267" y="78270"/>
                  </a:lnTo>
                  <a:lnTo>
                    <a:pt x="23469" y="78270"/>
                  </a:lnTo>
                  <a:lnTo>
                    <a:pt x="19050" y="82626"/>
                  </a:lnTo>
                  <a:lnTo>
                    <a:pt x="16929" y="84874"/>
                  </a:lnTo>
                  <a:lnTo>
                    <a:pt x="15659" y="87960"/>
                  </a:lnTo>
                  <a:lnTo>
                    <a:pt x="15659" y="94272"/>
                  </a:lnTo>
                  <a:lnTo>
                    <a:pt x="16929" y="97091"/>
                  </a:lnTo>
                  <a:lnTo>
                    <a:pt x="19050" y="99275"/>
                  </a:lnTo>
                  <a:lnTo>
                    <a:pt x="21285" y="101447"/>
                  </a:lnTo>
                  <a:lnTo>
                    <a:pt x="24384" y="102717"/>
                  </a:lnTo>
                  <a:lnTo>
                    <a:pt x="27546" y="102717"/>
                  </a:lnTo>
                  <a:lnTo>
                    <a:pt x="30645" y="102717"/>
                  </a:lnTo>
                  <a:lnTo>
                    <a:pt x="33451" y="101447"/>
                  </a:lnTo>
                  <a:lnTo>
                    <a:pt x="37871" y="97091"/>
                  </a:lnTo>
                  <a:lnTo>
                    <a:pt x="39128" y="94272"/>
                  </a:lnTo>
                  <a:lnTo>
                    <a:pt x="39128" y="87680"/>
                  </a:lnTo>
                  <a:close/>
                </a:path>
                <a:path w="946785" h="1685925">
                  <a:moveTo>
                    <a:pt x="54737" y="291376"/>
                  </a:moveTo>
                  <a:lnTo>
                    <a:pt x="53759" y="288556"/>
                  </a:lnTo>
                  <a:lnTo>
                    <a:pt x="51638" y="286092"/>
                  </a:lnTo>
                  <a:lnTo>
                    <a:pt x="46939" y="281381"/>
                  </a:lnTo>
                  <a:lnTo>
                    <a:pt x="39128" y="281673"/>
                  </a:lnTo>
                  <a:lnTo>
                    <a:pt x="32537" y="288277"/>
                  </a:lnTo>
                  <a:lnTo>
                    <a:pt x="31267" y="291376"/>
                  </a:lnTo>
                  <a:lnTo>
                    <a:pt x="31267" y="297332"/>
                  </a:lnTo>
                  <a:lnTo>
                    <a:pt x="32537" y="300494"/>
                  </a:lnTo>
                  <a:lnTo>
                    <a:pt x="36893" y="304850"/>
                  </a:lnTo>
                  <a:lnTo>
                    <a:pt x="40043" y="306120"/>
                  </a:lnTo>
                  <a:lnTo>
                    <a:pt x="46304" y="306120"/>
                  </a:lnTo>
                  <a:lnTo>
                    <a:pt x="49110" y="304850"/>
                  </a:lnTo>
                  <a:lnTo>
                    <a:pt x="53530" y="300494"/>
                  </a:lnTo>
                  <a:lnTo>
                    <a:pt x="54737" y="297332"/>
                  </a:lnTo>
                  <a:lnTo>
                    <a:pt x="54737" y="291376"/>
                  </a:lnTo>
                  <a:close/>
                </a:path>
                <a:path w="946785" h="1685925">
                  <a:moveTo>
                    <a:pt x="117335" y="894867"/>
                  </a:moveTo>
                  <a:lnTo>
                    <a:pt x="116078" y="892060"/>
                  </a:lnTo>
                  <a:lnTo>
                    <a:pt x="113893" y="889876"/>
                  </a:lnTo>
                  <a:lnTo>
                    <a:pt x="109816" y="885456"/>
                  </a:lnTo>
                  <a:lnTo>
                    <a:pt x="101727" y="885456"/>
                  </a:lnTo>
                  <a:lnTo>
                    <a:pt x="97307" y="889876"/>
                  </a:lnTo>
                  <a:lnTo>
                    <a:pt x="95135" y="892060"/>
                  </a:lnTo>
                  <a:lnTo>
                    <a:pt x="93865" y="894867"/>
                  </a:lnTo>
                  <a:lnTo>
                    <a:pt x="93865" y="901471"/>
                  </a:lnTo>
                  <a:lnTo>
                    <a:pt x="95135" y="904621"/>
                  </a:lnTo>
                  <a:lnTo>
                    <a:pt x="97650" y="906462"/>
                  </a:lnTo>
                  <a:lnTo>
                    <a:pt x="99491" y="908634"/>
                  </a:lnTo>
                  <a:lnTo>
                    <a:pt x="102654" y="909904"/>
                  </a:lnTo>
                  <a:lnTo>
                    <a:pt x="108902" y="909904"/>
                  </a:lnTo>
                  <a:lnTo>
                    <a:pt x="111709" y="908634"/>
                  </a:lnTo>
                  <a:lnTo>
                    <a:pt x="116078" y="904278"/>
                  </a:lnTo>
                  <a:lnTo>
                    <a:pt x="117335" y="901128"/>
                  </a:lnTo>
                  <a:lnTo>
                    <a:pt x="117335" y="894867"/>
                  </a:lnTo>
                  <a:close/>
                </a:path>
                <a:path w="946785" h="1685925">
                  <a:moveTo>
                    <a:pt x="117335" y="166166"/>
                  </a:moveTo>
                  <a:lnTo>
                    <a:pt x="116078" y="163068"/>
                  </a:lnTo>
                  <a:lnTo>
                    <a:pt x="114185" y="160896"/>
                  </a:lnTo>
                  <a:lnTo>
                    <a:pt x="109194" y="156527"/>
                  </a:lnTo>
                  <a:lnTo>
                    <a:pt x="102019" y="156527"/>
                  </a:lnTo>
                  <a:lnTo>
                    <a:pt x="97650" y="160896"/>
                  </a:lnTo>
                  <a:lnTo>
                    <a:pt x="95135" y="163068"/>
                  </a:lnTo>
                  <a:lnTo>
                    <a:pt x="93865" y="166166"/>
                  </a:lnTo>
                  <a:lnTo>
                    <a:pt x="93865" y="172135"/>
                  </a:lnTo>
                  <a:lnTo>
                    <a:pt x="95135" y="175298"/>
                  </a:lnTo>
                  <a:lnTo>
                    <a:pt x="99491" y="179654"/>
                  </a:lnTo>
                  <a:lnTo>
                    <a:pt x="102654" y="180924"/>
                  </a:lnTo>
                  <a:lnTo>
                    <a:pt x="108902" y="180924"/>
                  </a:lnTo>
                  <a:lnTo>
                    <a:pt x="111709" y="179654"/>
                  </a:lnTo>
                  <a:lnTo>
                    <a:pt x="116078" y="175298"/>
                  </a:lnTo>
                  <a:lnTo>
                    <a:pt x="117335" y="172135"/>
                  </a:lnTo>
                  <a:lnTo>
                    <a:pt x="117335" y="166166"/>
                  </a:lnTo>
                  <a:close/>
                </a:path>
                <a:path w="946785" h="1685925">
                  <a:moveTo>
                    <a:pt x="117335" y="119240"/>
                  </a:moveTo>
                  <a:lnTo>
                    <a:pt x="116078" y="116141"/>
                  </a:lnTo>
                  <a:lnTo>
                    <a:pt x="114185" y="113957"/>
                  </a:lnTo>
                  <a:lnTo>
                    <a:pt x="109537" y="109537"/>
                  </a:lnTo>
                  <a:lnTo>
                    <a:pt x="101727" y="109537"/>
                  </a:lnTo>
                  <a:lnTo>
                    <a:pt x="97307" y="113957"/>
                  </a:lnTo>
                  <a:lnTo>
                    <a:pt x="95135" y="116141"/>
                  </a:lnTo>
                  <a:lnTo>
                    <a:pt x="93865" y="119240"/>
                  </a:lnTo>
                  <a:lnTo>
                    <a:pt x="93865" y="125209"/>
                  </a:lnTo>
                  <a:lnTo>
                    <a:pt x="95135" y="128358"/>
                  </a:lnTo>
                  <a:lnTo>
                    <a:pt x="99491" y="132715"/>
                  </a:lnTo>
                  <a:lnTo>
                    <a:pt x="102654" y="133985"/>
                  </a:lnTo>
                  <a:lnTo>
                    <a:pt x="108902" y="133985"/>
                  </a:lnTo>
                  <a:lnTo>
                    <a:pt x="111709" y="132715"/>
                  </a:lnTo>
                  <a:lnTo>
                    <a:pt x="116078" y="128358"/>
                  </a:lnTo>
                  <a:lnTo>
                    <a:pt x="117335" y="125209"/>
                  </a:lnTo>
                  <a:lnTo>
                    <a:pt x="117335" y="119240"/>
                  </a:lnTo>
                  <a:close/>
                </a:path>
                <a:path w="946785" h="1685925">
                  <a:moveTo>
                    <a:pt x="125196" y="613600"/>
                  </a:moveTo>
                  <a:lnTo>
                    <a:pt x="124853" y="612051"/>
                  </a:lnTo>
                  <a:lnTo>
                    <a:pt x="123710" y="609180"/>
                  </a:lnTo>
                  <a:lnTo>
                    <a:pt x="122847" y="607923"/>
                  </a:lnTo>
                  <a:lnTo>
                    <a:pt x="121691" y="606831"/>
                  </a:lnTo>
                  <a:lnTo>
                    <a:pt x="117335" y="602475"/>
                  </a:lnTo>
                  <a:lnTo>
                    <a:pt x="109537" y="602475"/>
                  </a:lnTo>
                  <a:lnTo>
                    <a:pt x="105117" y="606831"/>
                  </a:lnTo>
                  <a:lnTo>
                    <a:pt x="102933" y="609066"/>
                  </a:lnTo>
                  <a:lnTo>
                    <a:pt x="101727" y="612165"/>
                  </a:lnTo>
                  <a:lnTo>
                    <a:pt x="101727" y="616762"/>
                  </a:lnTo>
                  <a:lnTo>
                    <a:pt x="102069" y="618363"/>
                  </a:lnTo>
                  <a:lnTo>
                    <a:pt x="102768" y="619798"/>
                  </a:lnTo>
                  <a:lnTo>
                    <a:pt x="103339" y="621118"/>
                  </a:lnTo>
                  <a:lnTo>
                    <a:pt x="104076" y="622439"/>
                  </a:lnTo>
                  <a:lnTo>
                    <a:pt x="105117" y="623468"/>
                  </a:lnTo>
                  <a:lnTo>
                    <a:pt x="107645" y="625652"/>
                  </a:lnTo>
                  <a:lnTo>
                    <a:pt x="110451" y="626910"/>
                  </a:lnTo>
                  <a:lnTo>
                    <a:pt x="116420" y="626910"/>
                  </a:lnTo>
                  <a:lnTo>
                    <a:pt x="125196" y="616927"/>
                  </a:lnTo>
                  <a:lnTo>
                    <a:pt x="125196" y="613600"/>
                  </a:lnTo>
                  <a:close/>
                </a:path>
                <a:path w="946785" h="1685925">
                  <a:moveTo>
                    <a:pt x="133007" y="832269"/>
                  </a:moveTo>
                  <a:lnTo>
                    <a:pt x="131737" y="829462"/>
                  </a:lnTo>
                  <a:lnTo>
                    <a:pt x="125196" y="822921"/>
                  </a:lnTo>
                  <a:lnTo>
                    <a:pt x="117335" y="822921"/>
                  </a:lnTo>
                  <a:lnTo>
                    <a:pt x="110794" y="829462"/>
                  </a:lnTo>
                  <a:lnTo>
                    <a:pt x="109537" y="832269"/>
                  </a:lnTo>
                  <a:lnTo>
                    <a:pt x="109537" y="838873"/>
                  </a:lnTo>
                  <a:lnTo>
                    <a:pt x="110794" y="841679"/>
                  </a:lnTo>
                  <a:lnTo>
                    <a:pt x="115150" y="846035"/>
                  </a:lnTo>
                  <a:lnTo>
                    <a:pt x="118249" y="847305"/>
                  </a:lnTo>
                  <a:lnTo>
                    <a:pt x="121412" y="847305"/>
                  </a:lnTo>
                  <a:lnTo>
                    <a:pt x="124510" y="847305"/>
                  </a:lnTo>
                  <a:lnTo>
                    <a:pt x="127317" y="846035"/>
                  </a:lnTo>
                  <a:lnTo>
                    <a:pt x="131737" y="841679"/>
                  </a:lnTo>
                  <a:lnTo>
                    <a:pt x="133007" y="838873"/>
                  </a:lnTo>
                  <a:lnTo>
                    <a:pt x="133007" y="832269"/>
                  </a:lnTo>
                  <a:close/>
                </a:path>
                <a:path w="946785" h="1685925">
                  <a:moveTo>
                    <a:pt x="133007" y="259753"/>
                  </a:moveTo>
                  <a:lnTo>
                    <a:pt x="131737" y="256946"/>
                  </a:lnTo>
                  <a:lnTo>
                    <a:pt x="125196" y="250405"/>
                  </a:lnTo>
                  <a:lnTo>
                    <a:pt x="117335" y="250405"/>
                  </a:lnTo>
                  <a:lnTo>
                    <a:pt x="110794" y="256946"/>
                  </a:lnTo>
                  <a:lnTo>
                    <a:pt x="109537" y="259753"/>
                  </a:lnTo>
                  <a:lnTo>
                    <a:pt x="109537" y="266407"/>
                  </a:lnTo>
                  <a:lnTo>
                    <a:pt x="110794" y="269227"/>
                  </a:lnTo>
                  <a:lnTo>
                    <a:pt x="115150" y="273519"/>
                  </a:lnTo>
                  <a:lnTo>
                    <a:pt x="118249" y="274840"/>
                  </a:lnTo>
                  <a:lnTo>
                    <a:pt x="121412" y="274840"/>
                  </a:lnTo>
                  <a:lnTo>
                    <a:pt x="124510" y="274840"/>
                  </a:lnTo>
                  <a:lnTo>
                    <a:pt x="127317" y="273583"/>
                  </a:lnTo>
                  <a:lnTo>
                    <a:pt x="131737" y="269163"/>
                  </a:lnTo>
                  <a:lnTo>
                    <a:pt x="133007" y="266407"/>
                  </a:lnTo>
                  <a:lnTo>
                    <a:pt x="133007" y="259753"/>
                  </a:lnTo>
                  <a:close/>
                </a:path>
                <a:path w="946785" h="1685925">
                  <a:moveTo>
                    <a:pt x="164274" y="973137"/>
                  </a:moveTo>
                  <a:lnTo>
                    <a:pt x="163068" y="969975"/>
                  </a:lnTo>
                  <a:lnTo>
                    <a:pt x="160832" y="968082"/>
                  </a:lnTo>
                  <a:lnTo>
                    <a:pt x="156464" y="963726"/>
                  </a:lnTo>
                  <a:lnTo>
                    <a:pt x="148666" y="963726"/>
                  </a:lnTo>
                  <a:lnTo>
                    <a:pt x="144246" y="968082"/>
                  </a:lnTo>
                  <a:lnTo>
                    <a:pt x="142062" y="970318"/>
                  </a:lnTo>
                  <a:lnTo>
                    <a:pt x="140804" y="973137"/>
                  </a:lnTo>
                  <a:lnTo>
                    <a:pt x="140804" y="979728"/>
                  </a:lnTo>
                  <a:lnTo>
                    <a:pt x="142062" y="982827"/>
                  </a:lnTo>
                  <a:lnTo>
                    <a:pt x="144538" y="984669"/>
                  </a:lnTo>
                  <a:lnTo>
                    <a:pt x="146431" y="986904"/>
                  </a:lnTo>
                  <a:lnTo>
                    <a:pt x="149580" y="988161"/>
                  </a:lnTo>
                  <a:lnTo>
                    <a:pt x="155841" y="988161"/>
                  </a:lnTo>
                  <a:lnTo>
                    <a:pt x="158648" y="986904"/>
                  </a:lnTo>
                  <a:lnTo>
                    <a:pt x="160832" y="984669"/>
                  </a:lnTo>
                  <a:lnTo>
                    <a:pt x="163068" y="982827"/>
                  </a:lnTo>
                  <a:lnTo>
                    <a:pt x="164274" y="979728"/>
                  </a:lnTo>
                  <a:lnTo>
                    <a:pt x="164274" y="973137"/>
                  </a:lnTo>
                  <a:close/>
                </a:path>
                <a:path w="946785" h="1685925">
                  <a:moveTo>
                    <a:pt x="164274" y="353682"/>
                  </a:moveTo>
                  <a:lnTo>
                    <a:pt x="163068" y="350875"/>
                  </a:lnTo>
                  <a:lnTo>
                    <a:pt x="160832" y="348627"/>
                  </a:lnTo>
                  <a:lnTo>
                    <a:pt x="156756" y="344271"/>
                  </a:lnTo>
                  <a:lnTo>
                    <a:pt x="148666" y="344271"/>
                  </a:lnTo>
                  <a:lnTo>
                    <a:pt x="144246" y="348627"/>
                  </a:lnTo>
                  <a:lnTo>
                    <a:pt x="142062" y="350875"/>
                  </a:lnTo>
                  <a:lnTo>
                    <a:pt x="140804" y="353682"/>
                  </a:lnTo>
                  <a:lnTo>
                    <a:pt x="140804" y="360286"/>
                  </a:lnTo>
                  <a:lnTo>
                    <a:pt x="142062" y="363093"/>
                  </a:lnTo>
                  <a:lnTo>
                    <a:pt x="144538" y="365277"/>
                  </a:lnTo>
                  <a:lnTo>
                    <a:pt x="146431" y="367449"/>
                  </a:lnTo>
                  <a:lnTo>
                    <a:pt x="149580" y="368719"/>
                  </a:lnTo>
                  <a:lnTo>
                    <a:pt x="155841" y="368719"/>
                  </a:lnTo>
                  <a:lnTo>
                    <a:pt x="158648" y="367449"/>
                  </a:lnTo>
                  <a:lnTo>
                    <a:pt x="160832" y="365277"/>
                  </a:lnTo>
                  <a:lnTo>
                    <a:pt x="163068" y="363385"/>
                  </a:lnTo>
                  <a:lnTo>
                    <a:pt x="164274" y="360286"/>
                  </a:lnTo>
                  <a:lnTo>
                    <a:pt x="164274" y="353682"/>
                  </a:lnTo>
                  <a:close/>
                </a:path>
                <a:path w="946785" h="1685925">
                  <a:moveTo>
                    <a:pt x="179933" y="660476"/>
                  </a:moveTo>
                  <a:lnTo>
                    <a:pt x="178676" y="657326"/>
                  </a:lnTo>
                  <a:lnTo>
                    <a:pt x="176491" y="655142"/>
                  </a:lnTo>
                  <a:lnTo>
                    <a:pt x="172707" y="651129"/>
                  </a:lnTo>
                  <a:lnTo>
                    <a:pt x="164617" y="650786"/>
                  </a:lnTo>
                  <a:lnTo>
                    <a:pt x="159905" y="655142"/>
                  </a:lnTo>
                  <a:lnTo>
                    <a:pt x="157734" y="657326"/>
                  </a:lnTo>
                  <a:lnTo>
                    <a:pt x="156464" y="660476"/>
                  </a:lnTo>
                  <a:lnTo>
                    <a:pt x="156464" y="666394"/>
                  </a:lnTo>
                  <a:lnTo>
                    <a:pt x="157734" y="669544"/>
                  </a:lnTo>
                  <a:lnTo>
                    <a:pt x="159905" y="671728"/>
                  </a:lnTo>
                  <a:lnTo>
                    <a:pt x="162090" y="673912"/>
                  </a:lnTo>
                  <a:lnTo>
                    <a:pt x="165188" y="675170"/>
                  </a:lnTo>
                  <a:lnTo>
                    <a:pt x="171500" y="675170"/>
                  </a:lnTo>
                  <a:lnTo>
                    <a:pt x="174663" y="673912"/>
                  </a:lnTo>
                  <a:lnTo>
                    <a:pt x="176784" y="671728"/>
                  </a:lnTo>
                  <a:lnTo>
                    <a:pt x="178676" y="669544"/>
                  </a:lnTo>
                  <a:lnTo>
                    <a:pt x="179933" y="666394"/>
                  </a:lnTo>
                  <a:lnTo>
                    <a:pt x="179933" y="660476"/>
                  </a:lnTo>
                  <a:close/>
                </a:path>
                <a:path w="946785" h="1685925">
                  <a:moveTo>
                    <a:pt x="195605" y="1051331"/>
                  </a:moveTo>
                  <a:lnTo>
                    <a:pt x="194335" y="1048245"/>
                  </a:lnTo>
                  <a:lnTo>
                    <a:pt x="192163" y="1046060"/>
                  </a:lnTo>
                  <a:lnTo>
                    <a:pt x="188087" y="1042327"/>
                  </a:lnTo>
                  <a:lnTo>
                    <a:pt x="179933" y="1041984"/>
                  </a:lnTo>
                  <a:lnTo>
                    <a:pt x="175514" y="1046340"/>
                  </a:lnTo>
                  <a:lnTo>
                    <a:pt x="173393" y="1048524"/>
                  </a:lnTo>
                  <a:lnTo>
                    <a:pt x="172135" y="1051331"/>
                  </a:lnTo>
                  <a:lnTo>
                    <a:pt x="172072" y="1054836"/>
                  </a:lnTo>
                  <a:lnTo>
                    <a:pt x="172072" y="1057935"/>
                  </a:lnTo>
                  <a:lnTo>
                    <a:pt x="173342" y="1061097"/>
                  </a:lnTo>
                  <a:lnTo>
                    <a:pt x="175856" y="1062926"/>
                  </a:lnTo>
                  <a:lnTo>
                    <a:pt x="177761" y="1065161"/>
                  </a:lnTo>
                  <a:lnTo>
                    <a:pt x="180848" y="1066368"/>
                  </a:lnTo>
                  <a:lnTo>
                    <a:pt x="187109" y="1066368"/>
                  </a:lnTo>
                  <a:lnTo>
                    <a:pt x="189915" y="1065161"/>
                  </a:lnTo>
                  <a:lnTo>
                    <a:pt x="192163" y="1062926"/>
                  </a:lnTo>
                  <a:lnTo>
                    <a:pt x="194335" y="1061097"/>
                  </a:lnTo>
                  <a:lnTo>
                    <a:pt x="195605" y="1057935"/>
                  </a:lnTo>
                  <a:lnTo>
                    <a:pt x="195605" y="1051331"/>
                  </a:lnTo>
                  <a:close/>
                </a:path>
                <a:path w="946785" h="1685925">
                  <a:moveTo>
                    <a:pt x="211201" y="894867"/>
                  </a:moveTo>
                  <a:lnTo>
                    <a:pt x="209943" y="892060"/>
                  </a:lnTo>
                  <a:lnTo>
                    <a:pt x="207759" y="889825"/>
                  </a:lnTo>
                  <a:lnTo>
                    <a:pt x="203403" y="885456"/>
                  </a:lnTo>
                  <a:lnTo>
                    <a:pt x="195605" y="885456"/>
                  </a:lnTo>
                  <a:lnTo>
                    <a:pt x="191185" y="889825"/>
                  </a:lnTo>
                  <a:lnTo>
                    <a:pt x="189001" y="892060"/>
                  </a:lnTo>
                  <a:lnTo>
                    <a:pt x="187744" y="895159"/>
                  </a:lnTo>
                  <a:lnTo>
                    <a:pt x="187744" y="901128"/>
                  </a:lnTo>
                  <a:lnTo>
                    <a:pt x="189001" y="904278"/>
                  </a:lnTo>
                  <a:lnTo>
                    <a:pt x="191185" y="906462"/>
                  </a:lnTo>
                  <a:lnTo>
                    <a:pt x="193357" y="908634"/>
                  </a:lnTo>
                  <a:lnTo>
                    <a:pt x="196519" y="909904"/>
                  </a:lnTo>
                  <a:lnTo>
                    <a:pt x="202768" y="909904"/>
                  </a:lnTo>
                  <a:lnTo>
                    <a:pt x="205587" y="908634"/>
                  </a:lnTo>
                  <a:lnTo>
                    <a:pt x="209943" y="904278"/>
                  </a:lnTo>
                  <a:lnTo>
                    <a:pt x="211201" y="901471"/>
                  </a:lnTo>
                  <a:lnTo>
                    <a:pt x="211201" y="894867"/>
                  </a:lnTo>
                  <a:close/>
                </a:path>
                <a:path w="946785" h="1685925">
                  <a:moveTo>
                    <a:pt x="211201" y="463219"/>
                  </a:moveTo>
                  <a:lnTo>
                    <a:pt x="209943" y="460400"/>
                  </a:lnTo>
                  <a:lnTo>
                    <a:pt x="207759" y="458165"/>
                  </a:lnTo>
                  <a:lnTo>
                    <a:pt x="203403" y="453809"/>
                  </a:lnTo>
                  <a:lnTo>
                    <a:pt x="195605" y="453809"/>
                  </a:lnTo>
                  <a:lnTo>
                    <a:pt x="191185" y="458165"/>
                  </a:lnTo>
                  <a:lnTo>
                    <a:pt x="189001" y="460400"/>
                  </a:lnTo>
                  <a:lnTo>
                    <a:pt x="187744" y="463499"/>
                  </a:lnTo>
                  <a:lnTo>
                    <a:pt x="187744" y="469468"/>
                  </a:lnTo>
                  <a:lnTo>
                    <a:pt x="189001" y="472630"/>
                  </a:lnTo>
                  <a:lnTo>
                    <a:pt x="193357" y="476986"/>
                  </a:lnTo>
                  <a:lnTo>
                    <a:pt x="196456" y="478243"/>
                  </a:lnTo>
                  <a:lnTo>
                    <a:pt x="202768" y="478243"/>
                  </a:lnTo>
                  <a:lnTo>
                    <a:pt x="205587" y="476986"/>
                  </a:lnTo>
                  <a:lnTo>
                    <a:pt x="209943" y="472630"/>
                  </a:lnTo>
                  <a:lnTo>
                    <a:pt x="211201" y="469811"/>
                  </a:lnTo>
                  <a:lnTo>
                    <a:pt x="211201" y="463219"/>
                  </a:lnTo>
                  <a:close/>
                </a:path>
                <a:path w="946785" h="1685925">
                  <a:moveTo>
                    <a:pt x="226872" y="1192199"/>
                  </a:moveTo>
                  <a:lnTo>
                    <a:pt x="225602" y="1189393"/>
                  </a:lnTo>
                  <a:lnTo>
                    <a:pt x="223431" y="1187145"/>
                  </a:lnTo>
                  <a:lnTo>
                    <a:pt x="219062" y="1182789"/>
                  </a:lnTo>
                  <a:lnTo>
                    <a:pt x="211264" y="1182789"/>
                  </a:lnTo>
                  <a:lnTo>
                    <a:pt x="206844" y="1187145"/>
                  </a:lnTo>
                  <a:lnTo>
                    <a:pt x="204660" y="1189393"/>
                  </a:lnTo>
                  <a:lnTo>
                    <a:pt x="203403" y="1192491"/>
                  </a:lnTo>
                  <a:lnTo>
                    <a:pt x="203403" y="1198448"/>
                  </a:lnTo>
                  <a:lnTo>
                    <a:pt x="204660" y="1201610"/>
                  </a:lnTo>
                  <a:lnTo>
                    <a:pt x="206844" y="1203794"/>
                  </a:lnTo>
                  <a:lnTo>
                    <a:pt x="209029" y="1205966"/>
                  </a:lnTo>
                  <a:lnTo>
                    <a:pt x="212178" y="1207236"/>
                  </a:lnTo>
                  <a:lnTo>
                    <a:pt x="218440" y="1207236"/>
                  </a:lnTo>
                  <a:lnTo>
                    <a:pt x="221246" y="1205966"/>
                  </a:lnTo>
                  <a:lnTo>
                    <a:pt x="225602" y="1201610"/>
                  </a:lnTo>
                  <a:lnTo>
                    <a:pt x="226872" y="1198803"/>
                  </a:lnTo>
                  <a:lnTo>
                    <a:pt x="226872" y="1192199"/>
                  </a:lnTo>
                  <a:close/>
                </a:path>
                <a:path w="946785" h="1685925">
                  <a:moveTo>
                    <a:pt x="226872" y="769670"/>
                  </a:moveTo>
                  <a:lnTo>
                    <a:pt x="225602" y="766572"/>
                  </a:lnTo>
                  <a:lnTo>
                    <a:pt x="223431" y="764679"/>
                  </a:lnTo>
                  <a:lnTo>
                    <a:pt x="219062" y="760323"/>
                  </a:lnTo>
                  <a:lnTo>
                    <a:pt x="211264" y="760323"/>
                  </a:lnTo>
                  <a:lnTo>
                    <a:pt x="204660" y="766864"/>
                  </a:lnTo>
                  <a:lnTo>
                    <a:pt x="203403" y="769670"/>
                  </a:lnTo>
                  <a:lnTo>
                    <a:pt x="203403" y="776274"/>
                  </a:lnTo>
                  <a:lnTo>
                    <a:pt x="204660" y="779424"/>
                  </a:lnTo>
                  <a:lnTo>
                    <a:pt x="207187" y="781265"/>
                  </a:lnTo>
                  <a:lnTo>
                    <a:pt x="209029" y="783437"/>
                  </a:lnTo>
                  <a:lnTo>
                    <a:pt x="212178" y="784707"/>
                  </a:lnTo>
                  <a:lnTo>
                    <a:pt x="218440" y="784707"/>
                  </a:lnTo>
                  <a:lnTo>
                    <a:pt x="221246" y="783437"/>
                  </a:lnTo>
                  <a:lnTo>
                    <a:pt x="223431" y="781265"/>
                  </a:lnTo>
                  <a:lnTo>
                    <a:pt x="225602" y="779424"/>
                  </a:lnTo>
                  <a:lnTo>
                    <a:pt x="226872" y="776274"/>
                  </a:lnTo>
                  <a:lnTo>
                    <a:pt x="226872" y="769670"/>
                  </a:lnTo>
                  <a:close/>
                </a:path>
                <a:path w="946785" h="1685925">
                  <a:moveTo>
                    <a:pt x="242531" y="1670786"/>
                  </a:moveTo>
                  <a:lnTo>
                    <a:pt x="241274" y="1667979"/>
                  </a:lnTo>
                  <a:lnTo>
                    <a:pt x="239090" y="1665795"/>
                  </a:lnTo>
                  <a:lnTo>
                    <a:pt x="234734" y="1661439"/>
                  </a:lnTo>
                  <a:lnTo>
                    <a:pt x="226872" y="1661439"/>
                  </a:lnTo>
                  <a:lnTo>
                    <a:pt x="220332" y="1667979"/>
                  </a:lnTo>
                  <a:lnTo>
                    <a:pt x="219062" y="1671078"/>
                  </a:lnTo>
                  <a:lnTo>
                    <a:pt x="219062" y="1675257"/>
                  </a:lnTo>
                  <a:lnTo>
                    <a:pt x="220268" y="1679219"/>
                  </a:lnTo>
                  <a:lnTo>
                    <a:pt x="221081" y="1680997"/>
                  </a:lnTo>
                  <a:lnTo>
                    <a:pt x="222504" y="1682381"/>
                  </a:lnTo>
                  <a:lnTo>
                    <a:pt x="224688" y="1684553"/>
                  </a:lnTo>
                  <a:lnTo>
                    <a:pt x="227787" y="1685823"/>
                  </a:lnTo>
                  <a:lnTo>
                    <a:pt x="234048" y="1685823"/>
                  </a:lnTo>
                  <a:lnTo>
                    <a:pt x="236855" y="1684553"/>
                  </a:lnTo>
                  <a:lnTo>
                    <a:pt x="240474" y="1680997"/>
                  </a:lnTo>
                  <a:lnTo>
                    <a:pt x="241325" y="1679282"/>
                  </a:lnTo>
                  <a:lnTo>
                    <a:pt x="242189" y="1676349"/>
                  </a:lnTo>
                  <a:lnTo>
                    <a:pt x="242531" y="1675371"/>
                  </a:lnTo>
                  <a:lnTo>
                    <a:pt x="242531" y="1670786"/>
                  </a:lnTo>
                  <a:close/>
                </a:path>
                <a:path w="946785" h="1685925">
                  <a:moveTo>
                    <a:pt x="242531" y="691756"/>
                  </a:moveTo>
                  <a:lnTo>
                    <a:pt x="241274" y="688657"/>
                  </a:lnTo>
                  <a:lnTo>
                    <a:pt x="239090" y="686409"/>
                  </a:lnTo>
                  <a:lnTo>
                    <a:pt x="234734" y="682053"/>
                  </a:lnTo>
                  <a:lnTo>
                    <a:pt x="226872" y="682053"/>
                  </a:lnTo>
                  <a:lnTo>
                    <a:pt x="222504" y="686409"/>
                  </a:lnTo>
                  <a:lnTo>
                    <a:pt x="220332" y="688657"/>
                  </a:lnTo>
                  <a:lnTo>
                    <a:pt x="219062" y="691756"/>
                  </a:lnTo>
                  <a:lnTo>
                    <a:pt x="219062" y="697712"/>
                  </a:lnTo>
                  <a:lnTo>
                    <a:pt x="220332" y="700874"/>
                  </a:lnTo>
                  <a:lnTo>
                    <a:pt x="224688" y="705231"/>
                  </a:lnTo>
                  <a:lnTo>
                    <a:pt x="227787" y="706501"/>
                  </a:lnTo>
                  <a:lnTo>
                    <a:pt x="234048" y="706501"/>
                  </a:lnTo>
                  <a:lnTo>
                    <a:pt x="236855" y="705231"/>
                  </a:lnTo>
                  <a:lnTo>
                    <a:pt x="241274" y="700874"/>
                  </a:lnTo>
                  <a:lnTo>
                    <a:pt x="242531" y="698068"/>
                  </a:lnTo>
                  <a:lnTo>
                    <a:pt x="242531" y="691756"/>
                  </a:lnTo>
                  <a:close/>
                </a:path>
                <a:path w="946785" h="1685925">
                  <a:moveTo>
                    <a:pt x="242531" y="613206"/>
                  </a:moveTo>
                  <a:lnTo>
                    <a:pt x="241274" y="610387"/>
                  </a:lnTo>
                  <a:lnTo>
                    <a:pt x="234734" y="603846"/>
                  </a:lnTo>
                  <a:lnTo>
                    <a:pt x="226872" y="603846"/>
                  </a:lnTo>
                  <a:lnTo>
                    <a:pt x="220332" y="610387"/>
                  </a:lnTo>
                  <a:lnTo>
                    <a:pt x="219062" y="613486"/>
                  </a:lnTo>
                  <a:lnTo>
                    <a:pt x="219062" y="617677"/>
                  </a:lnTo>
                  <a:lnTo>
                    <a:pt x="219760" y="619798"/>
                  </a:lnTo>
                  <a:lnTo>
                    <a:pt x="220268" y="621639"/>
                  </a:lnTo>
                  <a:lnTo>
                    <a:pt x="221132" y="623417"/>
                  </a:lnTo>
                  <a:lnTo>
                    <a:pt x="224688" y="626973"/>
                  </a:lnTo>
                  <a:lnTo>
                    <a:pt x="227787" y="628230"/>
                  </a:lnTo>
                  <a:lnTo>
                    <a:pt x="234099" y="628230"/>
                  </a:lnTo>
                  <a:lnTo>
                    <a:pt x="236905" y="626973"/>
                  </a:lnTo>
                  <a:lnTo>
                    <a:pt x="239090" y="624789"/>
                  </a:lnTo>
                  <a:lnTo>
                    <a:pt x="240525" y="623417"/>
                  </a:lnTo>
                  <a:lnTo>
                    <a:pt x="241325" y="621690"/>
                  </a:lnTo>
                  <a:lnTo>
                    <a:pt x="242531" y="617791"/>
                  </a:lnTo>
                  <a:lnTo>
                    <a:pt x="242531" y="616648"/>
                  </a:lnTo>
                  <a:lnTo>
                    <a:pt x="242531" y="613206"/>
                  </a:lnTo>
                  <a:close/>
                </a:path>
                <a:path w="946785" h="1685925">
                  <a:moveTo>
                    <a:pt x="258140" y="957465"/>
                  </a:moveTo>
                  <a:lnTo>
                    <a:pt x="256882" y="954366"/>
                  </a:lnTo>
                  <a:lnTo>
                    <a:pt x="254698" y="952474"/>
                  </a:lnTo>
                  <a:lnTo>
                    <a:pt x="250342" y="948118"/>
                  </a:lnTo>
                  <a:lnTo>
                    <a:pt x="242531" y="948118"/>
                  </a:lnTo>
                  <a:lnTo>
                    <a:pt x="235940" y="954659"/>
                  </a:lnTo>
                  <a:lnTo>
                    <a:pt x="234734" y="957465"/>
                  </a:lnTo>
                  <a:lnTo>
                    <a:pt x="234734" y="964069"/>
                  </a:lnTo>
                  <a:lnTo>
                    <a:pt x="235940" y="967168"/>
                  </a:lnTo>
                  <a:lnTo>
                    <a:pt x="238455" y="969060"/>
                  </a:lnTo>
                  <a:lnTo>
                    <a:pt x="240360" y="971232"/>
                  </a:lnTo>
                  <a:lnTo>
                    <a:pt x="243459" y="972502"/>
                  </a:lnTo>
                  <a:lnTo>
                    <a:pt x="246608" y="972502"/>
                  </a:lnTo>
                  <a:lnTo>
                    <a:pt x="249707" y="972502"/>
                  </a:lnTo>
                  <a:lnTo>
                    <a:pt x="252514" y="971232"/>
                  </a:lnTo>
                  <a:lnTo>
                    <a:pt x="254698" y="969060"/>
                  </a:lnTo>
                  <a:lnTo>
                    <a:pt x="256882" y="967168"/>
                  </a:lnTo>
                  <a:lnTo>
                    <a:pt x="258140" y="964069"/>
                  </a:lnTo>
                  <a:lnTo>
                    <a:pt x="258140" y="957465"/>
                  </a:lnTo>
                  <a:close/>
                </a:path>
                <a:path w="946785" h="1685925">
                  <a:moveTo>
                    <a:pt x="258203" y="1020064"/>
                  </a:moveTo>
                  <a:lnTo>
                    <a:pt x="256933" y="1017257"/>
                  </a:lnTo>
                  <a:lnTo>
                    <a:pt x="254762" y="1015022"/>
                  </a:lnTo>
                  <a:lnTo>
                    <a:pt x="250342" y="1010653"/>
                  </a:lnTo>
                  <a:lnTo>
                    <a:pt x="242531" y="1010653"/>
                  </a:lnTo>
                  <a:lnTo>
                    <a:pt x="238112" y="1015022"/>
                  </a:lnTo>
                  <a:lnTo>
                    <a:pt x="235991" y="1017257"/>
                  </a:lnTo>
                  <a:lnTo>
                    <a:pt x="234734" y="1020356"/>
                  </a:lnTo>
                  <a:lnTo>
                    <a:pt x="234734" y="1026325"/>
                  </a:lnTo>
                  <a:lnTo>
                    <a:pt x="235991" y="1029474"/>
                  </a:lnTo>
                  <a:lnTo>
                    <a:pt x="238112" y="1031659"/>
                  </a:lnTo>
                  <a:lnTo>
                    <a:pt x="240360" y="1033843"/>
                  </a:lnTo>
                  <a:lnTo>
                    <a:pt x="243459" y="1035100"/>
                  </a:lnTo>
                  <a:lnTo>
                    <a:pt x="249707" y="1035100"/>
                  </a:lnTo>
                  <a:lnTo>
                    <a:pt x="252514" y="1033843"/>
                  </a:lnTo>
                  <a:lnTo>
                    <a:pt x="256933" y="1029474"/>
                  </a:lnTo>
                  <a:lnTo>
                    <a:pt x="258203" y="1026668"/>
                  </a:lnTo>
                  <a:lnTo>
                    <a:pt x="258203" y="1020064"/>
                  </a:lnTo>
                  <a:close/>
                </a:path>
                <a:path w="946785" h="1685925">
                  <a:moveTo>
                    <a:pt x="273812" y="1160868"/>
                  </a:moveTo>
                  <a:lnTo>
                    <a:pt x="272605" y="1158062"/>
                  </a:lnTo>
                  <a:lnTo>
                    <a:pt x="270357" y="1155877"/>
                  </a:lnTo>
                  <a:lnTo>
                    <a:pt x="266001" y="1151521"/>
                  </a:lnTo>
                  <a:lnTo>
                    <a:pt x="258203" y="1151521"/>
                  </a:lnTo>
                  <a:lnTo>
                    <a:pt x="253784" y="1155877"/>
                  </a:lnTo>
                  <a:lnTo>
                    <a:pt x="251599" y="1158062"/>
                  </a:lnTo>
                  <a:lnTo>
                    <a:pt x="250342" y="1161211"/>
                  </a:lnTo>
                  <a:lnTo>
                    <a:pt x="250342" y="1167180"/>
                  </a:lnTo>
                  <a:lnTo>
                    <a:pt x="251599" y="1170279"/>
                  </a:lnTo>
                  <a:lnTo>
                    <a:pt x="255955" y="1174648"/>
                  </a:lnTo>
                  <a:lnTo>
                    <a:pt x="259118" y="1175905"/>
                  </a:lnTo>
                  <a:lnTo>
                    <a:pt x="265366" y="1175905"/>
                  </a:lnTo>
                  <a:lnTo>
                    <a:pt x="268185" y="1174648"/>
                  </a:lnTo>
                  <a:lnTo>
                    <a:pt x="272605" y="1170279"/>
                  </a:lnTo>
                  <a:lnTo>
                    <a:pt x="273812" y="1167472"/>
                  </a:lnTo>
                  <a:lnTo>
                    <a:pt x="273812" y="1160868"/>
                  </a:lnTo>
                  <a:close/>
                </a:path>
                <a:path w="946785" h="1685925">
                  <a:moveTo>
                    <a:pt x="289471" y="1411262"/>
                  </a:moveTo>
                  <a:lnTo>
                    <a:pt x="288213" y="1408455"/>
                  </a:lnTo>
                  <a:lnTo>
                    <a:pt x="286029" y="1406220"/>
                  </a:lnTo>
                  <a:lnTo>
                    <a:pt x="281660" y="1401864"/>
                  </a:lnTo>
                  <a:lnTo>
                    <a:pt x="273862" y="1401864"/>
                  </a:lnTo>
                  <a:lnTo>
                    <a:pt x="269443" y="1406220"/>
                  </a:lnTo>
                  <a:lnTo>
                    <a:pt x="267258" y="1408747"/>
                  </a:lnTo>
                  <a:lnTo>
                    <a:pt x="266001" y="1411554"/>
                  </a:lnTo>
                  <a:lnTo>
                    <a:pt x="266001" y="1417523"/>
                  </a:lnTo>
                  <a:lnTo>
                    <a:pt x="267258" y="1420672"/>
                  </a:lnTo>
                  <a:lnTo>
                    <a:pt x="269443" y="1422857"/>
                  </a:lnTo>
                  <a:lnTo>
                    <a:pt x="271970" y="1425041"/>
                  </a:lnTo>
                  <a:lnTo>
                    <a:pt x="274726" y="1426298"/>
                  </a:lnTo>
                  <a:lnTo>
                    <a:pt x="277876" y="1426298"/>
                  </a:lnTo>
                  <a:lnTo>
                    <a:pt x="280695" y="1426298"/>
                  </a:lnTo>
                  <a:lnTo>
                    <a:pt x="283845" y="1425041"/>
                  </a:lnTo>
                  <a:lnTo>
                    <a:pt x="288213" y="1420672"/>
                  </a:lnTo>
                  <a:lnTo>
                    <a:pt x="289471" y="1417866"/>
                  </a:lnTo>
                  <a:lnTo>
                    <a:pt x="289471" y="1411262"/>
                  </a:lnTo>
                  <a:close/>
                </a:path>
                <a:path w="946785" h="1685925">
                  <a:moveTo>
                    <a:pt x="289471" y="1254798"/>
                  </a:moveTo>
                  <a:lnTo>
                    <a:pt x="288213" y="1251991"/>
                  </a:lnTo>
                  <a:lnTo>
                    <a:pt x="286029" y="1249743"/>
                  </a:lnTo>
                  <a:lnTo>
                    <a:pt x="281660" y="1245387"/>
                  </a:lnTo>
                  <a:lnTo>
                    <a:pt x="273862" y="1245387"/>
                  </a:lnTo>
                  <a:lnTo>
                    <a:pt x="269443" y="1249743"/>
                  </a:lnTo>
                  <a:lnTo>
                    <a:pt x="267258" y="1251991"/>
                  </a:lnTo>
                  <a:lnTo>
                    <a:pt x="266001" y="1255090"/>
                  </a:lnTo>
                  <a:lnTo>
                    <a:pt x="266001" y="1261059"/>
                  </a:lnTo>
                  <a:lnTo>
                    <a:pt x="267258" y="1264208"/>
                  </a:lnTo>
                  <a:lnTo>
                    <a:pt x="271627" y="1268564"/>
                  </a:lnTo>
                  <a:lnTo>
                    <a:pt x="274726" y="1269834"/>
                  </a:lnTo>
                  <a:lnTo>
                    <a:pt x="281038" y="1269834"/>
                  </a:lnTo>
                  <a:lnTo>
                    <a:pt x="283845" y="1268564"/>
                  </a:lnTo>
                  <a:lnTo>
                    <a:pt x="288213" y="1264208"/>
                  </a:lnTo>
                  <a:lnTo>
                    <a:pt x="289471" y="1261402"/>
                  </a:lnTo>
                  <a:lnTo>
                    <a:pt x="289471" y="1258239"/>
                  </a:lnTo>
                  <a:lnTo>
                    <a:pt x="289471" y="1254798"/>
                  </a:lnTo>
                  <a:close/>
                </a:path>
                <a:path w="946785" h="1685925">
                  <a:moveTo>
                    <a:pt x="305130" y="1333347"/>
                  </a:moveTo>
                  <a:lnTo>
                    <a:pt x="303872" y="1330198"/>
                  </a:lnTo>
                  <a:lnTo>
                    <a:pt x="297332" y="1323657"/>
                  </a:lnTo>
                  <a:lnTo>
                    <a:pt x="289471" y="1323657"/>
                  </a:lnTo>
                  <a:lnTo>
                    <a:pt x="285051" y="1328013"/>
                  </a:lnTo>
                  <a:lnTo>
                    <a:pt x="282930" y="1330198"/>
                  </a:lnTo>
                  <a:lnTo>
                    <a:pt x="281660" y="1333347"/>
                  </a:lnTo>
                  <a:lnTo>
                    <a:pt x="281660" y="1339316"/>
                  </a:lnTo>
                  <a:lnTo>
                    <a:pt x="282867" y="1342415"/>
                  </a:lnTo>
                  <a:lnTo>
                    <a:pt x="285051" y="1344599"/>
                  </a:lnTo>
                  <a:lnTo>
                    <a:pt x="287578" y="1346771"/>
                  </a:lnTo>
                  <a:lnTo>
                    <a:pt x="290385" y="1348041"/>
                  </a:lnTo>
                  <a:lnTo>
                    <a:pt x="293547" y="1348041"/>
                  </a:lnTo>
                  <a:lnTo>
                    <a:pt x="296354" y="1348041"/>
                  </a:lnTo>
                  <a:lnTo>
                    <a:pt x="299453" y="1346771"/>
                  </a:lnTo>
                  <a:lnTo>
                    <a:pt x="303872" y="1342415"/>
                  </a:lnTo>
                  <a:lnTo>
                    <a:pt x="305130" y="1339608"/>
                  </a:lnTo>
                  <a:lnTo>
                    <a:pt x="305130" y="1333347"/>
                  </a:lnTo>
                  <a:close/>
                </a:path>
                <a:path w="946785" h="1685925">
                  <a:moveTo>
                    <a:pt x="305130" y="879208"/>
                  </a:moveTo>
                  <a:lnTo>
                    <a:pt x="303872" y="876388"/>
                  </a:lnTo>
                  <a:lnTo>
                    <a:pt x="297332" y="869848"/>
                  </a:lnTo>
                  <a:lnTo>
                    <a:pt x="289471" y="869848"/>
                  </a:lnTo>
                  <a:lnTo>
                    <a:pt x="285051" y="874217"/>
                  </a:lnTo>
                  <a:lnTo>
                    <a:pt x="282930" y="876388"/>
                  </a:lnTo>
                  <a:lnTo>
                    <a:pt x="281660" y="879551"/>
                  </a:lnTo>
                  <a:lnTo>
                    <a:pt x="281660" y="885456"/>
                  </a:lnTo>
                  <a:lnTo>
                    <a:pt x="282867" y="888619"/>
                  </a:lnTo>
                  <a:lnTo>
                    <a:pt x="287286" y="893038"/>
                  </a:lnTo>
                  <a:lnTo>
                    <a:pt x="290385" y="894232"/>
                  </a:lnTo>
                  <a:lnTo>
                    <a:pt x="296646" y="894232"/>
                  </a:lnTo>
                  <a:lnTo>
                    <a:pt x="299453" y="893038"/>
                  </a:lnTo>
                  <a:lnTo>
                    <a:pt x="301688" y="890790"/>
                  </a:lnTo>
                  <a:lnTo>
                    <a:pt x="303872" y="888619"/>
                  </a:lnTo>
                  <a:lnTo>
                    <a:pt x="305130" y="885799"/>
                  </a:lnTo>
                  <a:lnTo>
                    <a:pt x="305130" y="879208"/>
                  </a:lnTo>
                  <a:close/>
                </a:path>
                <a:path w="946785" h="1685925">
                  <a:moveTo>
                    <a:pt x="320738" y="1082662"/>
                  </a:moveTo>
                  <a:lnTo>
                    <a:pt x="319481" y="1079512"/>
                  </a:lnTo>
                  <a:lnTo>
                    <a:pt x="317296" y="1077620"/>
                  </a:lnTo>
                  <a:lnTo>
                    <a:pt x="312940" y="1073251"/>
                  </a:lnTo>
                  <a:lnTo>
                    <a:pt x="305130" y="1073251"/>
                  </a:lnTo>
                  <a:lnTo>
                    <a:pt x="300710" y="1077620"/>
                  </a:lnTo>
                  <a:lnTo>
                    <a:pt x="298538" y="1079512"/>
                  </a:lnTo>
                  <a:lnTo>
                    <a:pt x="297332" y="1082662"/>
                  </a:lnTo>
                  <a:lnTo>
                    <a:pt x="297332" y="1089266"/>
                  </a:lnTo>
                  <a:lnTo>
                    <a:pt x="298538" y="1092365"/>
                  </a:lnTo>
                  <a:lnTo>
                    <a:pt x="301066" y="1094257"/>
                  </a:lnTo>
                  <a:lnTo>
                    <a:pt x="302958" y="1096441"/>
                  </a:lnTo>
                  <a:lnTo>
                    <a:pt x="306057" y="1097699"/>
                  </a:lnTo>
                  <a:lnTo>
                    <a:pt x="312305" y="1097699"/>
                  </a:lnTo>
                  <a:lnTo>
                    <a:pt x="315112" y="1096441"/>
                  </a:lnTo>
                  <a:lnTo>
                    <a:pt x="317296" y="1094257"/>
                  </a:lnTo>
                  <a:lnTo>
                    <a:pt x="319481" y="1092365"/>
                  </a:lnTo>
                  <a:lnTo>
                    <a:pt x="320738" y="1089266"/>
                  </a:lnTo>
                  <a:lnTo>
                    <a:pt x="320738" y="1082662"/>
                  </a:lnTo>
                  <a:close/>
                </a:path>
                <a:path w="946785" h="1685925">
                  <a:moveTo>
                    <a:pt x="336410" y="1395895"/>
                  </a:moveTo>
                  <a:lnTo>
                    <a:pt x="335203" y="1392796"/>
                  </a:lnTo>
                  <a:lnTo>
                    <a:pt x="332968" y="1390611"/>
                  </a:lnTo>
                  <a:lnTo>
                    <a:pt x="328599" y="1386255"/>
                  </a:lnTo>
                  <a:lnTo>
                    <a:pt x="320802" y="1386255"/>
                  </a:lnTo>
                  <a:lnTo>
                    <a:pt x="314198" y="1392796"/>
                  </a:lnTo>
                  <a:lnTo>
                    <a:pt x="312940" y="1395895"/>
                  </a:lnTo>
                  <a:lnTo>
                    <a:pt x="312940" y="1401864"/>
                  </a:lnTo>
                  <a:lnTo>
                    <a:pt x="314198" y="1405013"/>
                  </a:lnTo>
                  <a:lnTo>
                    <a:pt x="316382" y="1407198"/>
                  </a:lnTo>
                  <a:lnTo>
                    <a:pt x="318909" y="1409369"/>
                  </a:lnTo>
                  <a:lnTo>
                    <a:pt x="321716" y="1410639"/>
                  </a:lnTo>
                  <a:lnTo>
                    <a:pt x="324815" y="1410639"/>
                  </a:lnTo>
                  <a:lnTo>
                    <a:pt x="327621" y="1410639"/>
                  </a:lnTo>
                  <a:lnTo>
                    <a:pt x="330784" y="1409369"/>
                  </a:lnTo>
                  <a:lnTo>
                    <a:pt x="335140" y="1405013"/>
                  </a:lnTo>
                  <a:lnTo>
                    <a:pt x="336410" y="1402207"/>
                  </a:lnTo>
                  <a:lnTo>
                    <a:pt x="336410" y="1395895"/>
                  </a:lnTo>
                  <a:close/>
                </a:path>
                <a:path w="946785" h="1685925">
                  <a:moveTo>
                    <a:pt x="352069" y="957465"/>
                  </a:moveTo>
                  <a:lnTo>
                    <a:pt x="350812" y="954659"/>
                  </a:lnTo>
                  <a:lnTo>
                    <a:pt x="344271" y="948055"/>
                  </a:lnTo>
                  <a:lnTo>
                    <a:pt x="336410" y="948055"/>
                  </a:lnTo>
                  <a:lnTo>
                    <a:pt x="329869" y="954659"/>
                  </a:lnTo>
                  <a:lnTo>
                    <a:pt x="328599" y="957757"/>
                  </a:lnTo>
                  <a:lnTo>
                    <a:pt x="328599" y="963726"/>
                  </a:lnTo>
                  <a:lnTo>
                    <a:pt x="329869" y="966876"/>
                  </a:lnTo>
                  <a:lnTo>
                    <a:pt x="332041" y="969060"/>
                  </a:lnTo>
                  <a:lnTo>
                    <a:pt x="334225" y="971232"/>
                  </a:lnTo>
                  <a:lnTo>
                    <a:pt x="337324" y="972502"/>
                  </a:lnTo>
                  <a:lnTo>
                    <a:pt x="343573" y="972502"/>
                  </a:lnTo>
                  <a:lnTo>
                    <a:pt x="346392" y="971232"/>
                  </a:lnTo>
                  <a:lnTo>
                    <a:pt x="350812" y="966876"/>
                  </a:lnTo>
                  <a:lnTo>
                    <a:pt x="352069" y="964069"/>
                  </a:lnTo>
                  <a:lnTo>
                    <a:pt x="352069" y="957465"/>
                  </a:lnTo>
                  <a:close/>
                </a:path>
                <a:path w="946785" h="1685925">
                  <a:moveTo>
                    <a:pt x="367728" y="1254798"/>
                  </a:moveTo>
                  <a:lnTo>
                    <a:pt x="366471" y="1251991"/>
                  </a:lnTo>
                  <a:lnTo>
                    <a:pt x="364286" y="1249743"/>
                  </a:lnTo>
                  <a:lnTo>
                    <a:pt x="359867" y="1245387"/>
                  </a:lnTo>
                  <a:lnTo>
                    <a:pt x="352069" y="1245387"/>
                  </a:lnTo>
                  <a:lnTo>
                    <a:pt x="347649" y="1249743"/>
                  </a:lnTo>
                  <a:lnTo>
                    <a:pt x="345528" y="1251991"/>
                  </a:lnTo>
                  <a:lnTo>
                    <a:pt x="344271" y="1255090"/>
                  </a:lnTo>
                  <a:lnTo>
                    <a:pt x="344271" y="1261059"/>
                  </a:lnTo>
                  <a:lnTo>
                    <a:pt x="345528" y="1264208"/>
                  </a:lnTo>
                  <a:lnTo>
                    <a:pt x="347649" y="1266393"/>
                  </a:lnTo>
                  <a:lnTo>
                    <a:pt x="349885" y="1268564"/>
                  </a:lnTo>
                  <a:lnTo>
                    <a:pt x="352983" y="1269834"/>
                  </a:lnTo>
                  <a:lnTo>
                    <a:pt x="359244" y="1269834"/>
                  </a:lnTo>
                  <a:lnTo>
                    <a:pt x="362051" y="1268564"/>
                  </a:lnTo>
                  <a:lnTo>
                    <a:pt x="366471" y="1264208"/>
                  </a:lnTo>
                  <a:lnTo>
                    <a:pt x="367728" y="1261402"/>
                  </a:lnTo>
                  <a:lnTo>
                    <a:pt x="367728" y="1258239"/>
                  </a:lnTo>
                  <a:lnTo>
                    <a:pt x="367728" y="1254798"/>
                  </a:lnTo>
                  <a:close/>
                </a:path>
                <a:path w="946785" h="1685925">
                  <a:moveTo>
                    <a:pt x="383336" y="1192199"/>
                  </a:moveTo>
                  <a:lnTo>
                    <a:pt x="382130" y="1189393"/>
                  </a:lnTo>
                  <a:lnTo>
                    <a:pt x="375539" y="1182789"/>
                  </a:lnTo>
                  <a:lnTo>
                    <a:pt x="367728" y="1182789"/>
                  </a:lnTo>
                  <a:lnTo>
                    <a:pt x="363308" y="1187145"/>
                  </a:lnTo>
                  <a:lnTo>
                    <a:pt x="361137" y="1189393"/>
                  </a:lnTo>
                  <a:lnTo>
                    <a:pt x="359867" y="1192491"/>
                  </a:lnTo>
                  <a:lnTo>
                    <a:pt x="359867" y="1198448"/>
                  </a:lnTo>
                  <a:lnTo>
                    <a:pt x="361137" y="1201610"/>
                  </a:lnTo>
                  <a:lnTo>
                    <a:pt x="365493" y="1205966"/>
                  </a:lnTo>
                  <a:lnTo>
                    <a:pt x="368592" y="1207236"/>
                  </a:lnTo>
                  <a:lnTo>
                    <a:pt x="371805" y="1207236"/>
                  </a:lnTo>
                  <a:lnTo>
                    <a:pt x="374904" y="1207236"/>
                  </a:lnTo>
                  <a:lnTo>
                    <a:pt x="377710" y="1205966"/>
                  </a:lnTo>
                  <a:lnTo>
                    <a:pt x="382130" y="1201610"/>
                  </a:lnTo>
                  <a:lnTo>
                    <a:pt x="383336" y="1198803"/>
                  </a:lnTo>
                  <a:lnTo>
                    <a:pt x="383336" y="1192199"/>
                  </a:lnTo>
                  <a:close/>
                </a:path>
                <a:path w="946785" h="1685925">
                  <a:moveTo>
                    <a:pt x="383336" y="1067003"/>
                  </a:moveTo>
                  <a:lnTo>
                    <a:pt x="382079" y="1063904"/>
                  </a:lnTo>
                  <a:lnTo>
                    <a:pt x="379895" y="1062012"/>
                  </a:lnTo>
                  <a:lnTo>
                    <a:pt x="375539" y="1057643"/>
                  </a:lnTo>
                  <a:lnTo>
                    <a:pt x="367677" y="1057643"/>
                  </a:lnTo>
                  <a:lnTo>
                    <a:pt x="361137" y="1064196"/>
                  </a:lnTo>
                  <a:lnTo>
                    <a:pt x="359867" y="1067003"/>
                  </a:lnTo>
                  <a:lnTo>
                    <a:pt x="359867" y="1073594"/>
                  </a:lnTo>
                  <a:lnTo>
                    <a:pt x="361137" y="1076693"/>
                  </a:lnTo>
                  <a:lnTo>
                    <a:pt x="363664" y="1078598"/>
                  </a:lnTo>
                  <a:lnTo>
                    <a:pt x="365493" y="1080770"/>
                  </a:lnTo>
                  <a:lnTo>
                    <a:pt x="368592" y="1082040"/>
                  </a:lnTo>
                  <a:lnTo>
                    <a:pt x="371805" y="1082040"/>
                  </a:lnTo>
                  <a:lnTo>
                    <a:pt x="374904" y="1082040"/>
                  </a:lnTo>
                  <a:lnTo>
                    <a:pt x="377710" y="1080770"/>
                  </a:lnTo>
                  <a:lnTo>
                    <a:pt x="379895" y="1078598"/>
                  </a:lnTo>
                  <a:lnTo>
                    <a:pt x="382079" y="1076693"/>
                  </a:lnTo>
                  <a:lnTo>
                    <a:pt x="383336" y="1073594"/>
                  </a:lnTo>
                  <a:lnTo>
                    <a:pt x="383336" y="1067003"/>
                  </a:lnTo>
                  <a:close/>
                </a:path>
                <a:path w="946785" h="1685925">
                  <a:moveTo>
                    <a:pt x="414667" y="1489468"/>
                  </a:moveTo>
                  <a:lnTo>
                    <a:pt x="413410" y="1486662"/>
                  </a:lnTo>
                  <a:lnTo>
                    <a:pt x="406869" y="1480121"/>
                  </a:lnTo>
                  <a:lnTo>
                    <a:pt x="399008" y="1480121"/>
                  </a:lnTo>
                  <a:lnTo>
                    <a:pt x="394589" y="1484477"/>
                  </a:lnTo>
                  <a:lnTo>
                    <a:pt x="392468" y="1486662"/>
                  </a:lnTo>
                  <a:lnTo>
                    <a:pt x="391198" y="1489811"/>
                  </a:lnTo>
                  <a:lnTo>
                    <a:pt x="391198" y="1495780"/>
                  </a:lnTo>
                  <a:lnTo>
                    <a:pt x="392468" y="1498942"/>
                  </a:lnTo>
                  <a:lnTo>
                    <a:pt x="396824" y="1503299"/>
                  </a:lnTo>
                  <a:lnTo>
                    <a:pt x="399923" y="1504505"/>
                  </a:lnTo>
                  <a:lnTo>
                    <a:pt x="406171" y="1504505"/>
                  </a:lnTo>
                  <a:lnTo>
                    <a:pt x="408990" y="1503299"/>
                  </a:lnTo>
                  <a:lnTo>
                    <a:pt x="413410" y="1498942"/>
                  </a:lnTo>
                  <a:lnTo>
                    <a:pt x="414667" y="1496072"/>
                  </a:lnTo>
                  <a:lnTo>
                    <a:pt x="414667" y="1489468"/>
                  </a:lnTo>
                  <a:close/>
                </a:path>
                <a:path w="946785" h="1685925">
                  <a:moveTo>
                    <a:pt x="414667" y="1348663"/>
                  </a:moveTo>
                  <a:lnTo>
                    <a:pt x="413410" y="1345857"/>
                  </a:lnTo>
                  <a:lnTo>
                    <a:pt x="406869" y="1339253"/>
                  </a:lnTo>
                  <a:lnTo>
                    <a:pt x="399008" y="1339253"/>
                  </a:lnTo>
                  <a:lnTo>
                    <a:pt x="394589" y="1343672"/>
                  </a:lnTo>
                  <a:lnTo>
                    <a:pt x="392468" y="1345857"/>
                  </a:lnTo>
                  <a:lnTo>
                    <a:pt x="391198" y="1348955"/>
                  </a:lnTo>
                  <a:lnTo>
                    <a:pt x="391147" y="1351762"/>
                  </a:lnTo>
                  <a:lnTo>
                    <a:pt x="391147" y="1355267"/>
                  </a:lnTo>
                  <a:lnTo>
                    <a:pt x="392404" y="1358074"/>
                  </a:lnTo>
                  <a:lnTo>
                    <a:pt x="394931" y="1360258"/>
                  </a:lnTo>
                  <a:lnTo>
                    <a:pt x="396824" y="1362443"/>
                  </a:lnTo>
                  <a:lnTo>
                    <a:pt x="399923" y="1363700"/>
                  </a:lnTo>
                  <a:lnTo>
                    <a:pt x="406171" y="1363700"/>
                  </a:lnTo>
                  <a:lnTo>
                    <a:pt x="408990" y="1362443"/>
                  </a:lnTo>
                  <a:lnTo>
                    <a:pt x="411226" y="1360258"/>
                  </a:lnTo>
                  <a:lnTo>
                    <a:pt x="413410" y="1358366"/>
                  </a:lnTo>
                  <a:lnTo>
                    <a:pt x="414667" y="1355267"/>
                  </a:lnTo>
                  <a:lnTo>
                    <a:pt x="414667" y="1348663"/>
                  </a:lnTo>
                  <a:close/>
                </a:path>
                <a:path w="946785" h="1685925">
                  <a:moveTo>
                    <a:pt x="414667" y="707072"/>
                  </a:moveTo>
                  <a:lnTo>
                    <a:pt x="413410" y="704265"/>
                  </a:lnTo>
                  <a:lnTo>
                    <a:pt x="406869" y="697661"/>
                  </a:lnTo>
                  <a:lnTo>
                    <a:pt x="399008" y="697661"/>
                  </a:lnTo>
                  <a:lnTo>
                    <a:pt x="394589" y="702081"/>
                  </a:lnTo>
                  <a:lnTo>
                    <a:pt x="392468" y="704265"/>
                  </a:lnTo>
                  <a:lnTo>
                    <a:pt x="391198" y="707415"/>
                  </a:lnTo>
                  <a:lnTo>
                    <a:pt x="391198" y="713384"/>
                  </a:lnTo>
                  <a:lnTo>
                    <a:pt x="392468" y="716483"/>
                  </a:lnTo>
                  <a:lnTo>
                    <a:pt x="394589" y="718667"/>
                  </a:lnTo>
                  <a:lnTo>
                    <a:pt x="396824" y="720839"/>
                  </a:lnTo>
                  <a:lnTo>
                    <a:pt x="399923" y="722109"/>
                  </a:lnTo>
                  <a:lnTo>
                    <a:pt x="406171" y="722109"/>
                  </a:lnTo>
                  <a:lnTo>
                    <a:pt x="408990" y="720839"/>
                  </a:lnTo>
                  <a:lnTo>
                    <a:pt x="413410" y="716483"/>
                  </a:lnTo>
                  <a:lnTo>
                    <a:pt x="414667" y="713663"/>
                  </a:lnTo>
                  <a:lnTo>
                    <a:pt x="414667" y="707072"/>
                  </a:lnTo>
                  <a:close/>
                </a:path>
                <a:path w="946785" h="1685925">
                  <a:moveTo>
                    <a:pt x="430326" y="1442542"/>
                  </a:moveTo>
                  <a:lnTo>
                    <a:pt x="429069" y="1439443"/>
                  </a:lnTo>
                  <a:lnTo>
                    <a:pt x="426885" y="1437551"/>
                  </a:lnTo>
                  <a:lnTo>
                    <a:pt x="422821" y="1433182"/>
                  </a:lnTo>
                  <a:lnTo>
                    <a:pt x="414667" y="1433182"/>
                  </a:lnTo>
                  <a:lnTo>
                    <a:pt x="408063" y="1439722"/>
                  </a:lnTo>
                  <a:lnTo>
                    <a:pt x="406869" y="1442542"/>
                  </a:lnTo>
                  <a:lnTo>
                    <a:pt x="406869" y="1448854"/>
                  </a:lnTo>
                  <a:lnTo>
                    <a:pt x="408063" y="1451952"/>
                  </a:lnTo>
                  <a:lnTo>
                    <a:pt x="410248" y="1454124"/>
                  </a:lnTo>
                  <a:lnTo>
                    <a:pt x="412775" y="1456309"/>
                  </a:lnTo>
                  <a:lnTo>
                    <a:pt x="415582" y="1457566"/>
                  </a:lnTo>
                  <a:lnTo>
                    <a:pt x="418744" y="1457566"/>
                  </a:lnTo>
                  <a:lnTo>
                    <a:pt x="421551" y="1457566"/>
                  </a:lnTo>
                  <a:lnTo>
                    <a:pt x="424649" y="1456309"/>
                  </a:lnTo>
                  <a:lnTo>
                    <a:pt x="426885" y="1454467"/>
                  </a:lnTo>
                  <a:lnTo>
                    <a:pt x="429069" y="1451952"/>
                  </a:lnTo>
                  <a:lnTo>
                    <a:pt x="430326" y="1448854"/>
                  </a:lnTo>
                  <a:lnTo>
                    <a:pt x="430326" y="1442542"/>
                  </a:lnTo>
                  <a:close/>
                </a:path>
                <a:path w="946785" h="1685925">
                  <a:moveTo>
                    <a:pt x="445935" y="1192199"/>
                  </a:moveTo>
                  <a:lnTo>
                    <a:pt x="444728" y="1189393"/>
                  </a:lnTo>
                  <a:lnTo>
                    <a:pt x="438137" y="1182789"/>
                  </a:lnTo>
                  <a:lnTo>
                    <a:pt x="430326" y="1182789"/>
                  </a:lnTo>
                  <a:lnTo>
                    <a:pt x="425919" y="1187145"/>
                  </a:lnTo>
                  <a:lnTo>
                    <a:pt x="423735" y="1189393"/>
                  </a:lnTo>
                  <a:lnTo>
                    <a:pt x="422465" y="1192199"/>
                  </a:lnTo>
                  <a:lnTo>
                    <a:pt x="422465" y="1195298"/>
                  </a:lnTo>
                  <a:lnTo>
                    <a:pt x="422465" y="1198448"/>
                  </a:lnTo>
                  <a:lnTo>
                    <a:pt x="423735" y="1201610"/>
                  </a:lnTo>
                  <a:lnTo>
                    <a:pt x="428091" y="1205966"/>
                  </a:lnTo>
                  <a:lnTo>
                    <a:pt x="431253" y="1207236"/>
                  </a:lnTo>
                  <a:lnTo>
                    <a:pt x="437502" y="1207236"/>
                  </a:lnTo>
                  <a:lnTo>
                    <a:pt x="440321" y="1205966"/>
                  </a:lnTo>
                  <a:lnTo>
                    <a:pt x="444728" y="1201610"/>
                  </a:lnTo>
                  <a:lnTo>
                    <a:pt x="445935" y="1198803"/>
                  </a:lnTo>
                  <a:lnTo>
                    <a:pt x="445935" y="1192199"/>
                  </a:lnTo>
                  <a:close/>
                </a:path>
                <a:path w="946785" h="1685925">
                  <a:moveTo>
                    <a:pt x="461606" y="816610"/>
                  </a:moveTo>
                  <a:lnTo>
                    <a:pt x="460336" y="813790"/>
                  </a:lnTo>
                  <a:lnTo>
                    <a:pt x="453796" y="807250"/>
                  </a:lnTo>
                  <a:lnTo>
                    <a:pt x="445935" y="807250"/>
                  </a:lnTo>
                  <a:lnTo>
                    <a:pt x="439394" y="813790"/>
                  </a:lnTo>
                  <a:lnTo>
                    <a:pt x="438137" y="816952"/>
                  </a:lnTo>
                  <a:lnTo>
                    <a:pt x="438137" y="822921"/>
                  </a:lnTo>
                  <a:lnTo>
                    <a:pt x="439394" y="826071"/>
                  </a:lnTo>
                  <a:lnTo>
                    <a:pt x="441579" y="828192"/>
                  </a:lnTo>
                  <a:lnTo>
                    <a:pt x="443763" y="830427"/>
                  </a:lnTo>
                  <a:lnTo>
                    <a:pt x="446862" y="831634"/>
                  </a:lnTo>
                  <a:lnTo>
                    <a:pt x="453174" y="831634"/>
                  </a:lnTo>
                  <a:lnTo>
                    <a:pt x="455980" y="830427"/>
                  </a:lnTo>
                  <a:lnTo>
                    <a:pt x="460336" y="826020"/>
                  </a:lnTo>
                  <a:lnTo>
                    <a:pt x="461606" y="823264"/>
                  </a:lnTo>
                  <a:lnTo>
                    <a:pt x="461606" y="820102"/>
                  </a:lnTo>
                  <a:lnTo>
                    <a:pt x="461606" y="816610"/>
                  </a:lnTo>
                  <a:close/>
                </a:path>
                <a:path w="946785" h="1685925">
                  <a:moveTo>
                    <a:pt x="477266" y="1270406"/>
                  </a:moveTo>
                  <a:lnTo>
                    <a:pt x="476008" y="1267307"/>
                  </a:lnTo>
                  <a:lnTo>
                    <a:pt x="473824" y="1265415"/>
                  </a:lnTo>
                  <a:lnTo>
                    <a:pt x="469747" y="1261059"/>
                  </a:lnTo>
                  <a:lnTo>
                    <a:pt x="461606" y="1261059"/>
                  </a:lnTo>
                  <a:lnTo>
                    <a:pt x="457187" y="1265415"/>
                  </a:lnTo>
                  <a:lnTo>
                    <a:pt x="455066" y="1267307"/>
                  </a:lnTo>
                  <a:lnTo>
                    <a:pt x="453796" y="1270406"/>
                  </a:lnTo>
                  <a:lnTo>
                    <a:pt x="453796" y="1276997"/>
                  </a:lnTo>
                  <a:lnTo>
                    <a:pt x="455066" y="1279817"/>
                  </a:lnTo>
                  <a:lnTo>
                    <a:pt x="457187" y="1282001"/>
                  </a:lnTo>
                  <a:lnTo>
                    <a:pt x="459422" y="1284236"/>
                  </a:lnTo>
                  <a:lnTo>
                    <a:pt x="462521" y="1285443"/>
                  </a:lnTo>
                  <a:lnTo>
                    <a:pt x="468769" y="1285443"/>
                  </a:lnTo>
                  <a:lnTo>
                    <a:pt x="471589" y="1284236"/>
                  </a:lnTo>
                  <a:lnTo>
                    <a:pt x="476008" y="1279817"/>
                  </a:lnTo>
                  <a:lnTo>
                    <a:pt x="477266" y="1276997"/>
                  </a:lnTo>
                  <a:lnTo>
                    <a:pt x="477266" y="1270406"/>
                  </a:lnTo>
                  <a:close/>
                </a:path>
                <a:path w="946785" h="1685925">
                  <a:moveTo>
                    <a:pt x="477266" y="1098270"/>
                  </a:moveTo>
                  <a:lnTo>
                    <a:pt x="476008" y="1095463"/>
                  </a:lnTo>
                  <a:lnTo>
                    <a:pt x="469404" y="1088923"/>
                  </a:lnTo>
                  <a:lnTo>
                    <a:pt x="461606" y="1088923"/>
                  </a:lnTo>
                  <a:lnTo>
                    <a:pt x="457187" y="1093279"/>
                  </a:lnTo>
                  <a:lnTo>
                    <a:pt x="455066" y="1095463"/>
                  </a:lnTo>
                  <a:lnTo>
                    <a:pt x="453796" y="1098270"/>
                  </a:lnTo>
                  <a:lnTo>
                    <a:pt x="453796" y="1104874"/>
                  </a:lnTo>
                  <a:lnTo>
                    <a:pt x="455066" y="1107681"/>
                  </a:lnTo>
                  <a:lnTo>
                    <a:pt x="459422" y="1112100"/>
                  </a:lnTo>
                  <a:lnTo>
                    <a:pt x="462521" y="1113307"/>
                  </a:lnTo>
                  <a:lnTo>
                    <a:pt x="468769" y="1113307"/>
                  </a:lnTo>
                  <a:lnTo>
                    <a:pt x="471589" y="1112100"/>
                  </a:lnTo>
                  <a:lnTo>
                    <a:pt x="476008" y="1107681"/>
                  </a:lnTo>
                  <a:lnTo>
                    <a:pt x="477266" y="1104874"/>
                  </a:lnTo>
                  <a:lnTo>
                    <a:pt x="477266" y="1098270"/>
                  </a:lnTo>
                  <a:close/>
                </a:path>
                <a:path w="946785" h="1685925">
                  <a:moveTo>
                    <a:pt x="492925" y="1567738"/>
                  </a:moveTo>
                  <a:lnTo>
                    <a:pt x="491617" y="1564919"/>
                  </a:lnTo>
                  <a:lnTo>
                    <a:pt x="485076" y="1558328"/>
                  </a:lnTo>
                  <a:lnTo>
                    <a:pt x="477266" y="1558328"/>
                  </a:lnTo>
                  <a:lnTo>
                    <a:pt x="472846" y="1562747"/>
                  </a:lnTo>
                  <a:lnTo>
                    <a:pt x="470674" y="1564919"/>
                  </a:lnTo>
                  <a:lnTo>
                    <a:pt x="469404" y="1568018"/>
                  </a:lnTo>
                  <a:lnTo>
                    <a:pt x="469404" y="1573987"/>
                  </a:lnTo>
                  <a:lnTo>
                    <a:pt x="470674" y="1577149"/>
                  </a:lnTo>
                  <a:lnTo>
                    <a:pt x="475030" y="1581505"/>
                  </a:lnTo>
                  <a:lnTo>
                    <a:pt x="478129" y="1582775"/>
                  </a:lnTo>
                  <a:lnTo>
                    <a:pt x="484441" y="1582775"/>
                  </a:lnTo>
                  <a:lnTo>
                    <a:pt x="487248" y="1581505"/>
                  </a:lnTo>
                  <a:lnTo>
                    <a:pt x="491617" y="1577149"/>
                  </a:lnTo>
                  <a:lnTo>
                    <a:pt x="492925" y="1574330"/>
                  </a:lnTo>
                  <a:lnTo>
                    <a:pt x="492925" y="1567738"/>
                  </a:lnTo>
                  <a:close/>
                </a:path>
                <a:path w="946785" h="1685925">
                  <a:moveTo>
                    <a:pt x="492925" y="1489468"/>
                  </a:moveTo>
                  <a:lnTo>
                    <a:pt x="491617" y="1486662"/>
                  </a:lnTo>
                  <a:lnTo>
                    <a:pt x="485076" y="1480121"/>
                  </a:lnTo>
                  <a:lnTo>
                    <a:pt x="477266" y="1480121"/>
                  </a:lnTo>
                  <a:lnTo>
                    <a:pt x="472846" y="1484477"/>
                  </a:lnTo>
                  <a:lnTo>
                    <a:pt x="470674" y="1486662"/>
                  </a:lnTo>
                  <a:lnTo>
                    <a:pt x="469404" y="1489811"/>
                  </a:lnTo>
                  <a:lnTo>
                    <a:pt x="469404" y="1495780"/>
                  </a:lnTo>
                  <a:lnTo>
                    <a:pt x="470674" y="1498942"/>
                  </a:lnTo>
                  <a:lnTo>
                    <a:pt x="472846" y="1501063"/>
                  </a:lnTo>
                  <a:lnTo>
                    <a:pt x="475030" y="1503299"/>
                  </a:lnTo>
                  <a:lnTo>
                    <a:pt x="478129" y="1504505"/>
                  </a:lnTo>
                  <a:lnTo>
                    <a:pt x="484441" y="1504505"/>
                  </a:lnTo>
                  <a:lnTo>
                    <a:pt x="487248" y="1503299"/>
                  </a:lnTo>
                  <a:lnTo>
                    <a:pt x="491617" y="1498879"/>
                  </a:lnTo>
                  <a:lnTo>
                    <a:pt x="492925" y="1496072"/>
                  </a:lnTo>
                  <a:lnTo>
                    <a:pt x="492925" y="1489468"/>
                  </a:lnTo>
                  <a:close/>
                </a:path>
                <a:path w="946785" h="1685925">
                  <a:moveTo>
                    <a:pt x="492925" y="707072"/>
                  </a:moveTo>
                  <a:lnTo>
                    <a:pt x="491617" y="704265"/>
                  </a:lnTo>
                  <a:lnTo>
                    <a:pt x="489432" y="702081"/>
                  </a:lnTo>
                  <a:lnTo>
                    <a:pt x="485076" y="697712"/>
                  </a:lnTo>
                  <a:lnTo>
                    <a:pt x="477266" y="697712"/>
                  </a:lnTo>
                  <a:lnTo>
                    <a:pt x="470674" y="704265"/>
                  </a:lnTo>
                  <a:lnTo>
                    <a:pt x="469404" y="707415"/>
                  </a:lnTo>
                  <a:lnTo>
                    <a:pt x="469404" y="713384"/>
                  </a:lnTo>
                  <a:lnTo>
                    <a:pt x="470674" y="716483"/>
                  </a:lnTo>
                  <a:lnTo>
                    <a:pt x="475030" y="720839"/>
                  </a:lnTo>
                  <a:lnTo>
                    <a:pt x="478129" y="722109"/>
                  </a:lnTo>
                  <a:lnTo>
                    <a:pt x="484441" y="722109"/>
                  </a:lnTo>
                  <a:lnTo>
                    <a:pt x="487248" y="720839"/>
                  </a:lnTo>
                  <a:lnTo>
                    <a:pt x="491617" y="716483"/>
                  </a:lnTo>
                  <a:lnTo>
                    <a:pt x="492925" y="713384"/>
                  </a:lnTo>
                  <a:lnTo>
                    <a:pt x="492925" y="707072"/>
                  </a:lnTo>
                  <a:close/>
                </a:path>
                <a:path w="946785" h="1685925">
                  <a:moveTo>
                    <a:pt x="508533" y="1411262"/>
                  </a:moveTo>
                  <a:lnTo>
                    <a:pt x="507276" y="1408455"/>
                  </a:lnTo>
                  <a:lnTo>
                    <a:pt x="505091" y="1406220"/>
                  </a:lnTo>
                  <a:lnTo>
                    <a:pt x="500735" y="1401864"/>
                  </a:lnTo>
                  <a:lnTo>
                    <a:pt x="492925" y="1401864"/>
                  </a:lnTo>
                  <a:lnTo>
                    <a:pt x="488518" y="1406220"/>
                  </a:lnTo>
                  <a:lnTo>
                    <a:pt x="486333" y="1408455"/>
                  </a:lnTo>
                  <a:lnTo>
                    <a:pt x="485076" y="1411554"/>
                  </a:lnTo>
                  <a:lnTo>
                    <a:pt x="485076" y="1417523"/>
                  </a:lnTo>
                  <a:lnTo>
                    <a:pt x="486333" y="1420672"/>
                  </a:lnTo>
                  <a:lnTo>
                    <a:pt x="490689" y="1425041"/>
                  </a:lnTo>
                  <a:lnTo>
                    <a:pt x="493788" y="1426298"/>
                  </a:lnTo>
                  <a:lnTo>
                    <a:pt x="500100" y="1426298"/>
                  </a:lnTo>
                  <a:lnTo>
                    <a:pt x="502920" y="1425041"/>
                  </a:lnTo>
                  <a:lnTo>
                    <a:pt x="505091" y="1422857"/>
                  </a:lnTo>
                  <a:lnTo>
                    <a:pt x="507276" y="1420672"/>
                  </a:lnTo>
                  <a:lnTo>
                    <a:pt x="508533" y="1417866"/>
                  </a:lnTo>
                  <a:lnTo>
                    <a:pt x="508533" y="1411262"/>
                  </a:lnTo>
                  <a:close/>
                </a:path>
                <a:path w="946785" h="1685925">
                  <a:moveTo>
                    <a:pt x="508533" y="660133"/>
                  </a:moveTo>
                  <a:lnTo>
                    <a:pt x="507276" y="657326"/>
                  </a:lnTo>
                  <a:lnTo>
                    <a:pt x="505091" y="655142"/>
                  </a:lnTo>
                  <a:lnTo>
                    <a:pt x="500735" y="650786"/>
                  </a:lnTo>
                  <a:lnTo>
                    <a:pt x="492925" y="650786"/>
                  </a:lnTo>
                  <a:lnTo>
                    <a:pt x="486333" y="657326"/>
                  </a:lnTo>
                  <a:lnTo>
                    <a:pt x="485076" y="660476"/>
                  </a:lnTo>
                  <a:lnTo>
                    <a:pt x="485076" y="666394"/>
                  </a:lnTo>
                  <a:lnTo>
                    <a:pt x="486333" y="669544"/>
                  </a:lnTo>
                  <a:lnTo>
                    <a:pt x="490689" y="673912"/>
                  </a:lnTo>
                  <a:lnTo>
                    <a:pt x="493788" y="675170"/>
                  </a:lnTo>
                  <a:lnTo>
                    <a:pt x="500100" y="675170"/>
                  </a:lnTo>
                  <a:lnTo>
                    <a:pt x="502920" y="673912"/>
                  </a:lnTo>
                  <a:lnTo>
                    <a:pt x="507276" y="669544"/>
                  </a:lnTo>
                  <a:lnTo>
                    <a:pt x="508533" y="666737"/>
                  </a:lnTo>
                  <a:lnTo>
                    <a:pt x="508533" y="660133"/>
                  </a:lnTo>
                  <a:close/>
                </a:path>
                <a:path w="946785" h="1685925">
                  <a:moveTo>
                    <a:pt x="555472" y="1286065"/>
                  </a:moveTo>
                  <a:lnTo>
                    <a:pt x="554215" y="1283258"/>
                  </a:lnTo>
                  <a:lnTo>
                    <a:pt x="547674" y="1276654"/>
                  </a:lnTo>
                  <a:lnTo>
                    <a:pt x="539864" y="1276654"/>
                  </a:lnTo>
                  <a:lnTo>
                    <a:pt x="533273" y="1283258"/>
                  </a:lnTo>
                  <a:lnTo>
                    <a:pt x="532003" y="1286357"/>
                  </a:lnTo>
                  <a:lnTo>
                    <a:pt x="532003" y="1292326"/>
                  </a:lnTo>
                  <a:lnTo>
                    <a:pt x="533273" y="1295476"/>
                  </a:lnTo>
                  <a:lnTo>
                    <a:pt x="535444" y="1297660"/>
                  </a:lnTo>
                  <a:lnTo>
                    <a:pt x="537629" y="1299845"/>
                  </a:lnTo>
                  <a:lnTo>
                    <a:pt x="540778" y="1301102"/>
                  </a:lnTo>
                  <a:lnTo>
                    <a:pt x="546976" y="1301102"/>
                  </a:lnTo>
                  <a:lnTo>
                    <a:pt x="549846" y="1299845"/>
                  </a:lnTo>
                  <a:lnTo>
                    <a:pt x="554215" y="1295476"/>
                  </a:lnTo>
                  <a:lnTo>
                    <a:pt x="555472" y="1292669"/>
                  </a:lnTo>
                  <a:lnTo>
                    <a:pt x="555472" y="1286065"/>
                  </a:lnTo>
                  <a:close/>
                </a:path>
                <a:path w="946785" h="1685925">
                  <a:moveTo>
                    <a:pt x="571131" y="1505140"/>
                  </a:moveTo>
                  <a:lnTo>
                    <a:pt x="569874" y="1502041"/>
                  </a:lnTo>
                  <a:lnTo>
                    <a:pt x="567690" y="1500149"/>
                  </a:lnTo>
                  <a:lnTo>
                    <a:pt x="563626" y="1495780"/>
                  </a:lnTo>
                  <a:lnTo>
                    <a:pt x="555536" y="1495780"/>
                  </a:lnTo>
                  <a:lnTo>
                    <a:pt x="548932" y="1502321"/>
                  </a:lnTo>
                  <a:lnTo>
                    <a:pt x="547674" y="1505140"/>
                  </a:lnTo>
                  <a:lnTo>
                    <a:pt x="547674" y="1511731"/>
                  </a:lnTo>
                  <a:lnTo>
                    <a:pt x="548932" y="1514830"/>
                  </a:lnTo>
                  <a:lnTo>
                    <a:pt x="551459" y="1516722"/>
                  </a:lnTo>
                  <a:lnTo>
                    <a:pt x="553288" y="1518907"/>
                  </a:lnTo>
                  <a:lnTo>
                    <a:pt x="556387" y="1520164"/>
                  </a:lnTo>
                  <a:lnTo>
                    <a:pt x="559549" y="1520164"/>
                  </a:lnTo>
                  <a:lnTo>
                    <a:pt x="562698" y="1520164"/>
                  </a:lnTo>
                  <a:lnTo>
                    <a:pt x="565518" y="1518907"/>
                  </a:lnTo>
                  <a:lnTo>
                    <a:pt x="567690" y="1516722"/>
                  </a:lnTo>
                  <a:lnTo>
                    <a:pt x="569874" y="1514830"/>
                  </a:lnTo>
                  <a:lnTo>
                    <a:pt x="571131" y="1511731"/>
                  </a:lnTo>
                  <a:lnTo>
                    <a:pt x="571131" y="1505140"/>
                  </a:lnTo>
                  <a:close/>
                </a:path>
                <a:path w="946785" h="1685925">
                  <a:moveTo>
                    <a:pt x="586803" y="1379943"/>
                  </a:moveTo>
                  <a:lnTo>
                    <a:pt x="585533" y="1377124"/>
                  </a:lnTo>
                  <a:lnTo>
                    <a:pt x="578942" y="1370584"/>
                  </a:lnTo>
                  <a:lnTo>
                    <a:pt x="571131" y="1370584"/>
                  </a:lnTo>
                  <a:lnTo>
                    <a:pt x="566724" y="1374952"/>
                  </a:lnTo>
                  <a:lnTo>
                    <a:pt x="564591" y="1377124"/>
                  </a:lnTo>
                  <a:lnTo>
                    <a:pt x="563333" y="1380286"/>
                  </a:lnTo>
                  <a:lnTo>
                    <a:pt x="563333" y="1386255"/>
                  </a:lnTo>
                  <a:lnTo>
                    <a:pt x="564591" y="1389405"/>
                  </a:lnTo>
                  <a:lnTo>
                    <a:pt x="568896" y="1393761"/>
                  </a:lnTo>
                  <a:lnTo>
                    <a:pt x="572058" y="1394968"/>
                  </a:lnTo>
                  <a:lnTo>
                    <a:pt x="575208" y="1394968"/>
                  </a:lnTo>
                  <a:lnTo>
                    <a:pt x="578307" y="1394968"/>
                  </a:lnTo>
                  <a:lnTo>
                    <a:pt x="581126" y="1393761"/>
                  </a:lnTo>
                  <a:lnTo>
                    <a:pt x="585533" y="1389354"/>
                  </a:lnTo>
                  <a:lnTo>
                    <a:pt x="586803" y="1386535"/>
                  </a:lnTo>
                  <a:lnTo>
                    <a:pt x="586803" y="1379943"/>
                  </a:lnTo>
                  <a:close/>
                </a:path>
                <a:path w="946785" h="1685925">
                  <a:moveTo>
                    <a:pt x="586803" y="722731"/>
                  </a:moveTo>
                  <a:lnTo>
                    <a:pt x="585533" y="719924"/>
                  </a:lnTo>
                  <a:lnTo>
                    <a:pt x="578942" y="713384"/>
                  </a:lnTo>
                  <a:lnTo>
                    <a:pt x="571131" y="713384"/>
                  </a:lnTo>
                  <a:lnTo>
                    <a:pt x="566724" y="717740"/>
                  </a:lnTo>
                  <a:lnTo>
                    <a:pt x="564591" y="719924"/>
                  </a:lnTo>
                  <a:lnTo>
                    <a:pt x="563333" y="723074"/>
                  </a:lnTo>
                  <a:lnTo>
                    <a:pt x="563333" y="728992"/>
                  </a:lnTo>
                  <a:lnTo>
                    <a:pt x="564591" y="732142"/>
                  </a:lnTo>
                  <a:lnTo>
                    <a:pt x="568896" y="736511"/>
                  </a:lnTo>
                  <a:lnTo>
                    <a:pt x="572058" y="737768"/>
                  </a:lnTo>
                  <a:lnTo>
                    <a:pt x="575208" y="737768"/>
                  </a:lnTo>
                  <a:lnTo>
                    <a:pt x="578307" y="737768"/>
                  </a:lnTo>
                  <a:lnTo>
                    <a:pt x="581126" y="736511"/>
                  </a:lnTo>
                  <a:lnTo>
                    <a:pt x="585533" y="732142"/>
                  </a:lnTo>
                  <a:lnTo>
                    <a:pt x="586803" y="728992"/>
                  </a:lnTo>
                  <a:lnTo>
                    <a:pt x="586803" y="722731"/>
                  </a:lnTo>
                  <a:close/>
                </a:path>
                <a:path w="946785" h="1685925">
                  <a:moveTo>
                    <a:pt x="602411" y="785329"/>
                  </a:moveTo>
                  <a:lnTo>
                    <a:pt x="601205" y="782523"/>
                  </a:lnTo>
                  <a:lnTo>
                    <a:pt x="598970" y="780338"/>
                  </a:lnTo>
                  <a:lnTo>
                    <a:pt x="594601" y="775919"/>
                  </a:lnTo>
                  <a:lnTo>
                    <a:pt x="586803" y="775919"/>
                  </a:lnTo>
                  <a:lnTo>
                    <a:pt x="580199" y="782523"/>
                  </a:lnTo>
                  <a:lnTo>
                    <a:pt x="578942" y="785622"/>
                  </a:lnTo>
                  <a:lnTo>
                    <a:pt x="578942" y="791591"/>
                  </a:lnTo>
                  <a:lnTo>
                    <a:pt x="580199" y="794740"/>
                  </a:lnTo>
                  <a:lnTo>
                    <a:pt x="584568" y="799109"/>
                  </a:lnTo>
                  <a:lnTo>
                    <a:pt x="587667" y="800366"/>
                  </a:lnTo>
                  <a:lnTo>
                    <a:pt x="593979" y="800366"/>
                  </a:lnTo>
                  <a:lnTo>
                    <a:pt x="596785" y="799109"/>
                  </a:lnTo>
                  <a:lnTo>
                    <a:pt x="601141" y="794740"/>
                  </a:lnTo>
                  <a:lnTo>
                    <a:pt x="602411" y="791933"/>
                  </a:lnTo>
                  <a:lnTo>
                    <a:pt x="602411" y="788771"/>
                  </a:lnTo>
                  <a:lnTo>
                    <a:pt x="602411" y="785329"/>
                  </a:lnTo>
                  <a:close/>
                </a:path>
                <a:path w="946785" h="1685925">
                  <a:moveTo>
                    <a:pt x="618070" y="1614678"/>
                  </a:moveTo>
                  <a:lnTo>
                    <a:pt x="616813" y="1611858"/>
                  </a:lnTo>
                  <a:lnTo>
                    <a:pt x="610273" y="1605318"/>
                  </a:lnTo>
                  <a:lnTo>
                    <a:pt x="602462" y="1605318"/>
                  </a:lnTo>
                  <a:lnTo>
                    <a:pt x="595871" y="1611858"/>
                  </a:lnTo>
                  <a:lnTo>
                    <a:pt x="594601" y="1614957"/>
                  </a:lnTo>
                  <a:lnTo>
                    <a:pt x="594601" y="1620926"/>
                  </a:lnTo>
                  <a:lnTo>
                    <a:pt x="595871" y="1624076"/>
                  </a:lnTo>
                  <a:lnTo>
                    <a:pt x="600227" y="1628444"/>
                  </a:lnTo>
                  <a:lnTo>
                    <a:pt x="603377" y="1629702"/>
                  </a:lnTo>
                  <a:lnTo>
                    <a:pt x="606475" y="1629702"/>
                  </a:lnTo>
                  <a:lnTo>
                    <a:pt x="609638" y="1629702"/>
                  </a:lnTo>
                  <a:lnTo>
                    <a:pt x="612444" y="1628444"/>
                  </a:lnTo>
                  <a:lnTo>
                    <a:pt x="616813" y="1624076"/>
                  </a:lnTo>
                  <a:lnTo>
                    <a:pt x="618070" y="1621269"/>
                  </a:lnTo>
                  <a:lnTo>
                    <a:pt x="618070" y="1614678"/>
                  </a:lnTo>
                  <a:close/>
                </a:path>
                <a:path w="946785" h="1685925">
                  <a:moveTo>
                    <a:pt x="618070" y="1567738"/>
                  </a:moveTo>
                  <a:lnTo>
                    <a:pt x="616813" y="1564640"/>
                  </a:lnTo>
                  <a:lnTo>
                    <a:pt x="614629" y="1562747"/>
                  </a:lnTo>
                  <a:lnTo>
                    <a:pt x="610273" y="1558328"/>
                  </a:lnTo>
                  <a:lnTo>
                    <a:pt x="602462" y="1558328"/>
                  </a:lnTo>
                  <a:lnTo>
                    <a:pt x="595871" y="1564919"/>
                  </a:lnTo>
                  <a:lnTo>
                    <a:pt x="594601" y="1567738"/>
                  </a:lnTo>
                  <a:lnTo>
                    <a:pt x="594601" y="1573987"/>
                  </a:lnTo>
                  <a:lnTo>
                    <a:pt x="595871" y="1577149"/>
                  </a:lnTo>
                  <a:lnTo>
                    <a:pt x="598043" y="1579321"/>
                  </a:lnTo>
                  <a:lnTo>
                    <a:pt x="600570" y="1581505"/>
                  </a:lnTo>
                  <a:lnTo>
                    <a:pt x="603377" y="1582775"/>
                  </a:lnTo>
                  <a:lnTo>
                    <a:pt x="606475" y="1582775"/>
                  </a:lnTo>
                  <a:lnTo>
                    <a:pt x="609295" y="1582775"/>
                  </a:lnTo>
                  <a:lnTo>
                    <a:pt x="612101" y="1581505"/>
                  </a:lnTo>
                  <a:lnTo>
                    <a:pt x="614629" y="1579676"/>
                  </a:lnTo>
                  <a:lnTo>
                    <a:pt x="616813" y="1577149"/>
                  </a:lnTo>
                  <a:lnTo>
                    <a:pt x="618070" y="1573987"/>
                  </a:lnTo>
                  <a:lnTo>
                    <a:pt x="618070" y="1567738"/>
                  </a:lnTo>
                  <a:close/>
                </a:path>
                <a:path w="946785" h="1685925">
                  <a:moveTo>
                    <a:pt x="649401" y="847928"/>
                  </a:moveTo>
                  <a:lnTo>
                    <a:pt x="648131" y="844829"/>
                  </a:lnTo>
                  <a:lnTo>
                    <a:pt x="645960" y="842937"/>
                  </a:lnTo>
                  <a:lnTo>
                    <a:pt x="641883" y="838517"/>
                  </a:lnTo>
                  <a:lnTo>
                    <a:pt x="633730" y="838517"/>
                  </a:lnTo>
                  <a:lnTo>
                    <a:pt x="629323" y="842937"/>
                  </a:lnTo>
                  <a:lnTo>
                    <a:pt x="627138" y="845121"/>
                  </a:lnTo>
                  <a:lnTo>
                    <a:pt x="625881" y="847928"/>
                  </a:lnTo>
                  <a:lnTo>
                    <a:pt x="625881" y="854532"/>
                  </a:lnTo>
                  <a:lnTo>
                    <a:pt x="627138" y="857631"/>
                  </a:lnTo>
                  <a:lnTo>
                    <a:pt x="629666" y="859523"/>
                  </a:lnTo>
                  <a:lnTo>
                    <a:pt x="631558" y="861707"/>
                  </a:lnTo>
                  <a:lnTo>
                    <a:pt x="634657" y="862965"/>
                  </a:lnTo>
                  <a:lnTo>
                    <a:pt x="640905" y="862965"/>
                  </a:lnTo>
                  <a:lnTo>
                    <a:pt x="643724" y="861707"/>
                  </a:lnTo>
                  <a:lnTo>
                    <a:pt x="645960" y="859523"/>
                  </a:lnTo>
                  <a:lnTo>
                    <a:pt x="648131" y="857631"/>
                  </a:lnTo>
                  <a:lnTo>
                    <a:pt x="649401" y="854532"/>
                  </a:lnTo>
                  <a:lnTo>
                    <a:pt x="649401" y="847928"/>
                  </a:lnTo>
                  <a:close/>
                </a:path>
                <a:path w="946785" h="1685925">
                  <a:moveTo>
                    <a:pt x="665010" y="691464"/>
                  </a:moveTo>
                  <a:lnTo>
                    <a:pt x="663803" y="688314"/>
                  </a:lnTo>
                  <a:lnTo>
                    <a:pt x="661568" y="686409"/>
                  </a:lnTo>
                  <a:lnTo>
                    <a:pt x="657771" y="682396"/>
                  </a:lnTo>
                  <a:lnTo>
                    <a:pt x="649681" y="682053"/>
                  </a:lnTo>
                  <a:lnTo>
                    <a:pt x="644982" y="686409"/>
                  </a:lnTo>
                  <a:lnTo>
                    <a:pt x="642797" y="688314"/>
                  </a:lnTo>
                  <a:lnTo>
                    <a:pt x="641540" y="691464"/>
                  </a:lnTo>
                  <a:lnTo>
                    <a:pt x="641540" y="698068"/>
                  </a:lnTo>
                  <a:lnTo>
                    <a:pt x="642797" y="701167"/>
                  </a:lnTo>
                  <a:lnTo>
                    <a:pt x="645325" y="703338"/>
                  </a:lnTo>
                  <a:lnTo>
                    <a:pt x="647166" y="705231"/>
                  </a:lnTo>
                  <a:lnTo>
                    <a:pt x="650265" y="706501"/>
                  </a:lnTo>
                  <a:lnTo>
                    <a:pt x="656577" y="706501"/>
                  </a:lnTo>
                  <a:lnTo>
                    <a:pt x="659676" y="705231"/>
                  </a:lnTo>
                  <a:lnTo>
                    <a:pt x="663803" y="701167"/>
                  </a:lnTo>
                  <a:lnTo>
                    <a:pt x="665010" y="698068"/>
                  </a:lnTo>
                  <a:lnTo>
                    <a:pt x="665010" y="691464"/>
                  </a:lnTo>
                  <a:close/>
                </a:path>
                <a:path w="946785" h="1685925">
                  <a:moveTo>
                    <a:pt x="680669" y="1645996"/>
                  </a:moveTo>
                  <a:lnTo>
                    <a:pt x="679411" y="1643126"/>
                  </a:lnTo>
                  <a:lnTo>
                    <a:pt x="677227" y="1640954"/>
                  </a:lnTo>
                  <a:lnTo>
                    <a:pt x="672871" y="1636585"/>
                  </a:lnTo>
                  <a:lnTo>
                    <a:pt x="665010" y="1636585"/>
                  </a:lnTo>
                  <a:lnTo>
                    <a:pt x="660590" y="1640954"/>
                  </a:lnTo>
                  <a:lnTo>
                    <a:pt x="658469" y="1643126"/>
                  </a:lnTo>
                  <a:lnTo>
                    <a:pt x="657199" y="1646288"/>
                  </a:lnTo>
                  <a:lnTo>
                    <a:pt x="657199" y="1652257"/>
                  </a:lnTo>
                  <a:lnTo>
                    <a:pt x="658469" y="1655406"/>
                  </a:lnTo>
                  <a:lnTo>
                    <a:pt x="662825" y="1659712"/>
                  </a:lnTo>
                  <a:lnTo>
                    <a:pt x="665924" y="1660969"/>
                  </a:lnTo>
                  <a:lnTo>
                    <a:pt x="672172" y="1660969"/>
                  </a:lnTo>
                  <a:lnTo>
                    <a:pt x="675043" y="1659712"/>
                  </a:lnTo>
                  <a:lnTo>
                    <a:pt x="679411" y="1655356"/>
                  </a:lnTo>
                  <a:lnTo>
                    <a:pt x="680669" y="1652536"/>
                  </a:lnTo>
                  <a:lnTo>
                    <a:pt x="680669" y="1645996"/>
                  </a:lnTo>
                  <a:close/>
                </a:path>
                <a:path w="946785" h="1685925">
                  <a:moveTo>
                    <a:pt x="680669" y="1473873"/>
                  </a:moveTo>
                  <a:lnTo>
                    <a:pt x="679411" y="1471053"/>
                  </a:lnTo>
                  <a:lnTo>
                    <a:pt x="677227" y="1468818"/>
                  </a:lnTo>
                  <a:lnTo>
                    <a:pt x="672807" y="1464462"/>
                  </a:lnTo>
                  <a:lnTo>
                    <a:pt x="665010" y="1464462"/>
                  </a:lnTo>
                  <a:lnTo>
                    <a:pt x="660590" y="1468818"/>
                  </a:lnTo>
                  <a:lnTo>
                    <a:pt x="658469" y="1471053"/>
                  </a:lnTo>
                  <a:lnTo>
                    <a:pt x="657199" y="1474152"/>
                  </a:lnTo>
                  <a:lnTo>
                    <a:pt x="657199" y="1480464"/>
                  </a:lnTo>
                  <a:lnTo>
                    <a:pt x="658469" y="1483563"/>
                  </a:lnTo>
                  <a:lnTo>
                    <a:pt x="660933" y="1485455"/>
                  </a:lnTo>
                  <a:lnTo>
                    <a:pt x="662825" y="1487639"/>
                  </a:lnTo>
                  <a:lnTo>
                    <a:pt x="665924" y="1488897"/>
                  </a:lnTo>
                  <a:lnTo>
                    <a:pt x="672172" y="1488897"/>
                  </a:lnTo>
                  <a:lnTo>
                    <a:pt x="675043" y="1487639"/>
                  </a:lnTo>
                  <a:lnTo>
                    <a:pt x="677227" y="1485455"/>
                  </a:lnTo>
                  <a:lnTo>
                    <a:pt x="679411" y="1483563"/>
                  </a:lnTo>
                  <a:lnTo>
                    <a:pt x="680669" y="1480464"/>
                  </a:lnTo>
                  <a:lnTo>
                    <a:pt x="680669" y="1473873"/>
                  </a:lnTo>
                  <a:close/>
                </a:path>
                <a:path w="946785" h="1685925">
                  <a:moveTo>
                    <a:pt x="696277" y="785329"/>
                  </a:moveTo>
                  <a:lnTo>
                    <a:pt x="695071" y="782231"/>
                  </a:lnTo>
                  <a:lnTo>
                    <a:pt x="692886" y="780288"/>
                  </a:lnTo>
                  <a:lnTo>
                    <a:pt x="688530" y="775919"/>
                  </a:lnTo>
                  <a:lnTo>
                    <a:pt x="680669" y="775919"/>
                  </a:lnTo>
                  <a:lnTo>
                    <a:pt x="676249" y="780288"/>
                  </a:lnTo>
                  <a:lnTo>
                    <a:pt x="674128" y="782523"/>
                  </a:lnTo>
                  <a:lnTo>
                    <a:pt x="672871" y="785329"/>
                  </a:lnTo>
                  <a:lnTo>
                    <a:pt x="672871" y="791933"/>
                  </a:lnTo>
                  <a:lnTo>
                    <a:pt x="674128" y="794740"/>
                  </a:lnTo>
                  <a:lnTo>
                    <a:pt x="676249" y="796925"/>
                  </a:lnTo>
                  <a:lnTo>
                    <a:pt x="678484" y="799109"/>
                  </a:lnTo>
                  <a:lnTo>
                    <a:pt x="681583" y="800366"/>
                  </a:lnTo>
                  <a:lnTo>
                    <a:pt x="687844" y="800366"/>
                  </a:lnTo>
                  <a:lnTo>
                    <a:pt x="690651" y="799109"/>
                  </a:lnTo>
                  <a:lnTo>
                    <a:pt x="695071" y="794740"/>
                  </a:lnTo>
                  <a:lnTo>
                    <a:pt x="696277" y="791933"/>
                  </a:lnTo>
                  <a:lnTo>
                    <a:pt x="696277" y="785329"/>
                  </a:lnTo>
                  <a:close/>
                </a:path>
                <a:path w="946785" h="1685925">
                  <a:moveTo>
                    <a:pt x="711936" y="1552422"/>
                  </a:moveTo>
                  <a:lnTo>
                    <a:pt x="710679" y="1549260"/>
                  </a:lnTo>
                  <a:lnTo>
                    <a:pt x="708494" y="1547075"/>
                  </a:lnTo>
                  <a:lnTo>
                    <a:pt x="703503" y="1542376"/>
                  </a:lnTo>
                  <a:lnTo>
                    <a:pt x="696620" y="1542719"/>
                  </a:lnTo>
                  <a:lnTo>
                    <a:pt x="692264" y="1546796"/>
                  </a:lnTo>
                  <a:lnTo>
                    <a:pt x="689737" y="1549260"/>
                  </a:lnTo>
                  <a:lnTo>
                    <a:pt x="688479" y="1552422"/>
                  </a:lnTo>
                  <a:lnTo>
                    <a:pt x="688479" y="1558671"/>
                  </a:lnTo>
                  <a:lnTo>
                    <a:pt x="689737" y="1561820"/>
                  </a:lnTo>
                  <a:lnTo>
                    <a:pt x="692264" y="1563662"/>
                  </a:lnTo>
                  <a:lnTo>
                    <a:pt x="694093" y="1565846"/>
                  </a:lnTo>
                  <a:lnTo>
                    <a:pt x="697191" y="1567103"/>
                  </a:lnTo>
                  <a:lnTo>
                    <a:pt x="703503" y="1567103"/>
                  </a:lnTo>
                  <a:lnTo>
                    <a:pt x="706323" y="1565846"/>
                  </a:lnTo>
                  <a:lnTo>
                    <a:pt x="708494" y="1563662"/>
                  </a:lnTo>
                  <a:lnTo>
                    <a:pt x="710679" y="1561820"/>
                  </a:lnTo>
                  <a:lnTo>
                    <a:pt x="711936" y="1558671"/>
                  </a:lnTo>
                  <a:lnTo>
                    <a:pt x="711936" y="1552422"/>
                  </a:lnTo>
                  <a:close/>
                </a:path>
                <a:path w="946785" h="1685925">
                  <a:moveTo>
                    <a:pt x="711936" y="832269"/>
                  </a:moveTo>
                  <a:lnTo>
                    <a:pt x="710679" y="829170"/>
                  </a:lnTo>
                  <a:lnTo>
                    <a:pt x="708494" y="827278"/>
                  </a:lnTo>
                  <a:lnTo>
                    <a:pt x="704138" y="822921"/>
                  </a:lnTo>
                  <a:lnTo>
                    <a:pt x="696277" y="822921"/>
                  </a:lnTo>
                  <a:lnTo>
                    <a:pt x="691921" y="827278"/>
                  </a:lnTo>
                  <a:lnTo>
                    <a:pt x="689737" y="829462"/>
                  </a:lnTo>
                  <a:lnTo>
                    <a:pt x="688530" y="832269"/>
                  </a:lnTo>
                  <a:lnTo>
                    <a:pt x="688530" y="838517"/>
                  </a:lnTo>
                  <a:lnTo>
                    <a:pt x="689737" y="841679"/>
                  </a:lnTo>
                  <a:lnTo>
                    <a:pt x="694093" y="846035"/>
                  </a:lnTo>
                  <a:lnTo>
                    <a:pt x="697191" y="847305"/>
                  </a:lnTo>
                  <a:lnTo>
                    <a:pt x="703503" y="847305"/>
                  </a:lnTo>
                  <a:lnTo>
                    <a:pt x="706323" y="846035"/>
                  </a:lnTo>
                  <a:lnTo>
                    <a:pt x="710679" y="841679"/>
                  </a:lnTo>
                  <a:lnTo>
                    <a:pt x="711936" y="838873"/>
                  </a:lnTo>
                  <a:lnTo>
                    <a:pt x="711936" y="832269"/>
                  </a:lnTo>
                  <a:close/>
                </a:path>
                <a:path w="946785" h="1685925">
                  <a:moveTo>
                    <a:pt x="758939" y="1442542"/>
                  </a:moveTo>
                  <a:lnTo>
                    <a:pt x="757669" y="1439722"/>
                  </a:lnTo>
                  <a:lnTo>
                    <a:pt x="755497" y="1437551"/>
                  </a:lnTo>
                  <a:lnTo>
                    <a:pt x="751700" y="1433525"/>
                  </a:lnTo>
                  <a:lnTo>
                    <a:pt x="743559" y="1433182"/>
                  </a:lnTo>
                  <a:lnTo>
                    <a:pt x="738847" y="1437551"/>
                  </a:lnTo>
                  <a:lnTo>
                    <a:pt x="736676" y="1439443"/>
                  </a:lnTo>
                  <a:lnTo>
                    <a:pt x="735469" y="1442542"/>
                  </a:lnTo>
                  <a:lnTo>
                    <a:pt x="735469" y="1449133"/>
                  </a:lnTo>
                  <a:lnTo>
                    <a:pt x="736676" y="1451952"/>
                  </a:lnTo>
                  <a:lnTo>
                    <a:pt x="741095" y="1456309"/>
                  </a:lnTo>
                  <a:lnTo>
                    <a:pt x="744181" y="1457566"/>
                  </a:lnTo>
                  <a:lnTo>
                    <a:pt x="747344" y="1457566"/>
                  </a:lnTo>
                  <a:lnTo>
                    <a:pt x="750443" y="1457566"/>
                  </a:lnTo>
                  <a:lnTo>
                    <a:pt x="753592" y="1456309"/>
                  </a:lnTo>
                  <a:lnTo>
                    <a:pt x="755777" y="1454124"/>
                  </a:lnTo>
                  <a:lnTo>
                    <a:pt x="757669" y="1451952"/>
                  </a:lnTo>
                  <a:lnTo>
                    <a:pt x="758939" y="1448854"/>
                  </a:lnTo>
                  <a:lnTo>
                    <a:pt x="758939" y="1442542"/>
                  </a:lnTo>
                  <a:close/>
                </a:path>
                <a:path w="946785" h="1685925">
                  <a:moveTo>
                    <a:pt x="774534" y="1395603"/>
                  </a:moveTo>
                  <a:lnTo>
                    <a:pt x="773277" y="1392796"/>
                  </a:lnTo>
                  <a:lnTo>
                    <a:pt x="766737" y="1386255"/>
                  </a:lnTo>
                  <a:lnTo>
                    <a:pt x="758939" y="1386255"/>
                  </a:lnTo>
                  <a:lnTo>
                    <a:pt x="752335" y="1392796"/>
                  </a:lnTo>
                  <a:lnTo>
                    <a:pt x="751078" y="1395895"/>
                  </a:lnTo>
                  <a:lnTo>
                    <a:pt x="751078" y="1401864"/>
                  </a:lnTo>
                  <a:lnTo>
                    <a:pt x="752335" y="1405013"/>
                  </a:lnTo>
                  <a:lnTo>
                    <a:pt x="756691" y="1409369"/>
                  </a:lnTo>
                  <a:lnTo>
                    <a:pt x="759790" y="1410639"/>
                  </a:lnTo>
                  <a:lnTo>
                    <a:pt x="763003" y="1410639"/>
                  </a:lnTo>
                  <a:lnTo>
                    <a:pt x="766102" y="1410639"/>
                  </a:lnTo>
                  <a:lnTo>
                    <a:pt x="768921" y="1409369"/>
                  </a:lnTo>
                  <a:lnTo>
                    <a:pt x="773277" y="1405013"/>
                  </a:lnTo>
                  <a:lnTo>
                    <a:pt x="774534" y="1402207"/>
                  </a:lnTo>
                  <a:lnTo>
                    <a:pt x="774534" y="1395603"/>
                  </a:lnTo>
                  <a:close/>
                </a:path>
                <a:path w="946785" h="1685925">
                  <a:moveTo>
                    <a:pt x="804887" y="1503756"/>
                  </a:moveTo>
                  <a:lnTo>
                    <a:pt x="804265" y="1502435"/>
                  </a:lnTo>
                  <a:lnTo>
                    <a:pt x="803465" y="1501178"/>
                  </a:lnTo>
                  <a:lnTo>
                    <a:pt x="802373" y="1500149"/>
                  </a:lnTo>
                  <a:lnTo>
                    <a:pt x="798296" y="1495780"/>
                  </a:lnTo>
                  <a:lnTo>
                    <a:pt x="790206" y="1495780"/>
                  </a:lnTo>
                  <a:lnTo>
                    <a:pt x="783602" y="1502321"/>
                  </a:lnTo>
                  <a:lnTo>
                    <a:pt x="782345" y="1505419"/>
                  </a:lnTo>
                  <a:lnTo>
                    <a:pt x="782345" y="1511731"/>
                  </a:lnTo>
                  <a:lnTo>
                    <a:pt x="783602" y="1514830"/>
                  </a:lnTo>
                  <a:lnTo>
                    <a:pt x="786130" y="1516722"/>
                  </a:lnTo>
                  <a:lnTo>
                    <a:pt x="787971" y="1518907"/>
                  </a:lnTo>
                  <a:lnTo>
                    <a:pt x="791121" y="1520164"/>
                  </a:lnTo>
                  <a:lnTo>
                    <a:pt x="794283" y="1520164"/>
                  </a:lnTo>
                  <a:lnTo>
                    <a:pt x="794677" y="1520113"/>
                  </a:lnTo>
                  <a:lnTo>
                    <a:pt x="798182" y="1514716"/>
                  </a:lnTo>
                  <a:lnTo>
                    <a:pt x="801446" y="1509217"/>
                  </a:lnTo>
                  <a:lnTo>
                    <a:pt x="804887" y="1503756"/>
                  </a:lnTo>
                  <a:close/>
                </a:path>
                <a:path w="946785" h="1685925">
                  <a:moveTo>
                    <a:pt x="821474" y="691464"/>
                  </a:moveTo>
                  <a:lnTo>
                    <a:pt x="820216" y="688657"/>
                  </a:lnTo>
                  <a:lnTo>
                    <a:pt x="818032" y="686409"/>
                  </a:lnTo>
                  <a:lnTo>
                    <a:pt x="814298" y="682396"/>
                  </a:lnTo>
                  <a:lnTo>
                    <a:pt x="805865" y="682053"/>
                  </a:lnTo>
                  <a:lnTo>
                    <a:pt x="801446" y="686409"/>
                  </a:lnTo>
                  <a:lnTo>
                    <a:pt x="799274" y="688657"/>
                  </a:lnTo>
                  <a:lnTo>
                    <a:pt x="798068" y="691756"/>
                  </a:lnTo>
                  <a:lnTo>
                    <a:pt x="798068" y="697712"/>
                  </a:lnTo>
                  <a:lnTo>
                    <a:pt x="799274" y="700874"/>
                  </a:lnTo>
                  <a:lnTo>
                    <a:pt x="803630" y="705231"/>
                  </a:lnTo>
                  <a:lnTo>
                    <a:pt x="806792" y="706501"/>
                  </a:lnTo>
                  <a:lnTo>
                    <a:pt x="813041" y="706501"/>
                  </a:lnTo>
                  <a:lnTo>
                    <a:pt x="816190" y="705231"/>
                  </a:lnTo>
                  <a:lnTo>
                    <a:pt x="818324" y="703059"/>
                  </a:lnTo>
                  <a:lnTo>
                    <a:pt x="820216" y="700874"/>
                  </a:lnTo>
                  <a:lnTo>
                    <a:pt x="821474" y="697661"/>
                  </a:lnTo>
                  <a:lnTo>
                    <a:pt x="821474" y="691464"/>
                  </a:lnTo>
                  <a:close/>
                </a:path>
                <a:path w="946785" h="1685925">
                  <a:moveTo>
                    <a:pt x="837145" y="1427213"/>
                  </a:moveTo>
                  <a:lnTo>
                    <a:pt x="835875" y="1424114"/>
                  </a:lnTo>
                  <a:lnTo>
                    <a:pt x="833691" y="1421879"/>
                  </a:lnTo>
                  <a:lnTo>
                    <a:pt x="829970" y="1417866"/>
                  </a:lnTo>
                  <a:lnTo>
                    <a:pt x="821537" y="1417523"/>
                  </a:lnTo>
                  <a:lnTo>
                    <a:pt x="814933" y="1424063"/>
                  </a:lnTo>
                  <a:lnTo>
                    <a:pt x="813676" y="1427213"/>
                  </a:lnTo>
                  <a:lnTo>
                    <a:pt x="813676" y="1433182"/>
                  </a:lnTo>
                  <a:lnTo>
                    <a:pt x="814933" y="1436344"/>
                  </a:lnTo>
                  <a:lnTo>
                    <a:pt x="819289" y="1440700"/>
                  </a:lnTo>
                  <a:lnTo>
                    <a:pt x="822388" y="1441970"/>
                  </a:lnTo>
                  <a:lnTo>
                    <a:pt x="825550" y="1441970"/>
                  </a:lnTo>
                  <a:lnTo>
                    <a:pt x="828700" y="1441970"/>
                  </a:lnTo>
                  <a:lnTo>
                    <a:pt x="831862" y="1440700"/>
                  </a:lnTo>
                  <a:lnTo>
                    <a:pt x="833983" y="1438516"/>
                  </a:lnTo>
                  <a:lnTo>
                    <a:pt x="835875" y="1436344"/>
                  </a:lnTo>
                  <a:lnTo>
                    <a:pt x="837145" y="1433182"/>
                  </a:lnTo>
                  <a:lnTo>
                    <a:pt x="837145" y="1427213"/>
                  </a:lnTo>
                  <a:close/>
                </a:path>
                <a:path w="946785" h="1685925">
                  <a:moveTo>
                    <a:pt x="868464" y="769670"/>
                  </a:moveTo>
                  <a:lnTo>
                    <a:pt x="867206" y="766572"/>
                  </a:lnTo>
                  <a:lnTo>
                    <a:pt x="865022" y="764679"/>
                  </a:lnTo>
                  <a:lnTo>
                    <a:pt x="861237" y="760666"/>
                  </a:lnTo>
                  <a:lnTo>
                    <a:pt x="852805" y="760323"/>
                  </a:lnTo>
                  <a:lnTo>
                    <a:pt x="848385" y="764679"/>
                  </a:lnTo>
                  <a:lnTo>
                    <a:pt x="846264" y="766864"/>
                  </a:lnTo>
                  <a:lnTo>
                    <a:pt x="844994" y="769670"/>
                  </a:lnTo>
                  <a:lnTo>
                    <a:pt x="844994" y="776274"/>
                  </a:lnTo>
                  <a:lnTo>
                    <a:pt x="846264" y="779081"/>
                  </a:lnTo>
                  <a:lnTo>
                    <a:pt x="850569" y="783437"/>
                  </a:lnTo>
                  <a:lnTo>
                    <a:pt x="853719" y="784707"/>
                  </a:lnTo>
                  <a:lnTo>
                    <a:pt x="859980" y="784707"/>
                  </a:lnTo>
                  <a:lnTo>
                    <a:pt x="863130" y="783437"/>
                  </a:lnTo>
                  <a:lnTo>
                    <a:pt x="865314" y="781265"/>
                  </a:lnTo>
                  <a:lnTo>
                    <a:pt x="867206" y="779081"/>
                  </a:lnTo>
                  <a:lnTo>
                    <a:pt x="868464" y="776274"/>
                  </a:lnTo>
                  <a:lnTo>
                    <a:pt x="868464" y="769670"/>
                  </a:lnTo>
                  <a:close/>
                </a:path>
                <a:path w="946785" h="1685925">
                  <a:moveTo>
                    <a:pt x="868464" y="675805"/>
                  </a:moveTo>
                  <a:lnTo>
                    <a:pt x="867206" y="672985"/>
                  </a:lnTo>
                  <a:lnTo>
                    <a:pt x="860945" y="666737"/>
                  </a:lnTo>
                  <a:lnTo>
                    <a:pt x="852805" y="666394"/>
                  </a:lnTo>
                  <a:lnTo>
                    <a:pt x="848385" y="670814"/>
                  </a:lnTo>
                  <a:lnTo>
                    <a:pt x="846264" y="672985"/>
                  </a:lnTo>
                  <a:lnTo>
                    <a:pt x="844994" y="675805"/>
                  </a:lnTo>
                  <a:lnTo>
                    <a:pt x="844994" y="682053"/>
                  </a:lnTo>
                  <a:lnTo>
                    <a:pt x="846264" y="685215"/>
                  </a:lnTo>
                  <a:lnTo>
                    <a:pt x="848385" y="687387"/>
                  </a:lnTo>
                  <a:lnTo>
                    <a:pt x="850569" y="689571"/>
                  </a:lnTo>
                  <a:lnTo>
                    <a:pt x="853719" y="690829"/>
                  </a:lnTo>
                  <a:lnTo>
                    <a:pt x="859980" y="690829"/>
                  </a:lnTo>
                  <a:lnTo>
                    <a:pt x="863130" y="689571"/>
                  </a:lnTo>
                  <a:lnTo>
                    <a:pt x="865314" y="687387"/>
                  </a:lnTo>
                  <a:lnTo>
                    <a:pt x="867206" y="685215"/>
                  </a:lnTo>
                  <a:lnTo>
                    <a:pt x="868464" y="682396"/>
                  </a:lnTo>
                  <a:lnTo>
                    <a:pt x="868464" y="675805"/>
                  </a:lnTo>
                  <a:close/>
                </a:path>
                <a:path w="946785" h="1685925">
                  <a:moveTo>
                    <a:pt x="915403" y="707072"/>
                  </a:moveTo>
                  <a:lnTo>
                    <a:pt x="914146" y="704265"/>
                  </a:lnTo>
                  <a:lnTo>
                    <a:pt x="911961" y="702081"/>
                  </a:lnTo>
                  <a:lnTo>
                    <a:pt x="907884" y="697661"/>
                  </a:lnTo>
                  <a:lnTo>
                    <a:pt x="899744" y="697661"/>
                  </a:lnTo>
                  <a:lnTo>
                    <a:pt x="895375" y="702081"/>
                  </a:lnTo>
                  <a:lnTo>
                    <a:pt x="893203" y="704265"/>
                  </a:lnTo>
                  <a:lnTo>
                    <a:pt x="891933" y="707415"/>
                  </a:lnTo>
                  <a:lnTo>
                    <a:pt x="891933" y="713384"/>
                  </a:lnTo>
                  <a:lnTo>
                    <a:pt x="893203" y="716483"/>
                  </a:lnTo>
                  <a:lnTo>
                    <a:pt x="897496" y="720839"/>
                  </a:lnTo>
                  <a:lnTo>
                    <a:pt x="900658" y="722109"/>
                  </a:lnTo>
                  <a:lnTo>
                    <a:pt x="906907" y="722109"/>
                  </a:lnTo>
                  <a:lnTo>
                    <a:pt x="910069" y="720839"/>
                  </a:lnTo>
                  <a:lnTo>
                    <a:pt x="912253" y="718667"/>
                  </a:lnTo>
                  <a:lnTo>
                    <a:pt x="914146" y="716483"/>
                  </a:lnTo>
                  <a:lnTo>
                    <a:pt x="915403" y="713663"/>
                  </a:lnTo>
                  <a:lnTo>
                    <a:pt x="915403" y="707072"/>
                  </a:lnTo>
                  <a:close/>
                </a:path>
                <a:path w="946785" h="1685925">
                  <a:moveTo>
                    <a:pt x="946670" y="832269"/>
                  </a:moveTo>
                  <a:lnTo>
                    <a:pt x="945413" y="829462"/>
                  </a:lnTo>
                  <a:lnTo>
                    <a:pt x="939152" y="823264"/>
                  </a:lnTo>
                  <a:lnTo>
                    <a:pt x="931062" y="822921"/>
                  </a:lnTo>
                  <a:lnTo>
                    <a:pt x="924471" y="829462"/>
                  </a:lnTo>
                  <a:lnTo>
                    <a:pt x="923201" y="832561"/>
                  </a:lnTo>
                  <a:lnTo>
                    <a:pt x="923201" y="838517"/>
                  </a:lnTo>
                  <a:lnTo>
                    <a:pt x="924471" y="841679"/>
                  </a:lnTo>
                  <a:lnTo>
                    <a:pt x="926655" y="843864"/>
                  </a:lnTo>
                  <a:lnTo>
                    <a:pt x="928827" y="846035"/>
                  </a:lnTo>
                  <a:lnTo>
                    <a:pt x="931989" y="847305"/>
                  </a:lnTo>
                  <a:lnTo>
                    <a:pt x="938237" y="847305"/>
                  </a:lnTo>
                  <a:lnTo>
                    <a:pt x="941400" y="846035"/>
                  </a:lnTo>
                  <a:lnTo>
                    <a:pt x="943521" y="843864"/>
                  </a:lnTo>
                  <a:lnTo>
                    <a:pt x="945413" y="841679"/>
                  </a:lnTo>
                  <a:lnTo>
                    <a:pt x="946670" y="838517"/>
                  </a:lnTo>
                  <a:lnTo>
                    <a:pt x="946670" y="832269"/>
                  </a:lnTo>
                  <a:close/>
                </a:path>
              </a:pathLst>
            </a:custGeom>
            <a:solidFill>
              <a:srgbClr val="F5BD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605902" y="4393450"/>
              <a:ext cx="962025" cy="1350010"/>
            </a:xfrm>
            <a:custGeom>
              <a:avLst/>
              <a:gdLst/>
              <a:ahLst/>
              <a:cxnLst/>
              <a:rect l="l" t="t" r="r" b="b"/>
              <a:pathLst>
                <a:path w="962025" h="1350010">
                  <a:moveTo>
                    <a:pt x="23469" y="605396"/>
                  </a:moveTo>
                  <a:lnTo>
                    <a:pt x="22199" y="602526"/>
                  </a:lnTo>
                  <a:lnTo>
                    <a:pt x="15659" y="595985"/>
                  </a:lnTo>
                  <a:lnTo>
                    <a:pt x="7797" y="595985"/>
                  </a:lnTo>
                  <a:lnTo>
                    <a:pt x="3441" y="600341"/>
                  </a:lnTo>
                  <a:lnTo>
                    <a:pt x="1257" y="602576"/>
                  </a:lnTo>
                  <a:lnTo>
                    <a:pt x="0" y="605675"/>
                  </a:lnTo>
                  <a:lnTo>
                    <a:pt x="0" y="611644"/>
                  </a:lnTo>
                  <a:lnTo>
                    <a:pt x="1257" y="614807"/>
                  </a:lnTo>
                  <a:lnTo>
                    <a:pt x="3441" y="616978"/>
                  </a:lnTo>
                  <a:lnTo>
                    <a:pt x="5626" y="619163"/>
                  </a:lnTo>
                  <a:lnTo>
                    <a:pt x="8724" y="620433"/>
                  </a:lnTo>
                  <a:lnTo>
                    <a:pt x="11874" y="620369"/>
                  </a:lnTo>
                  <a:lnTo>
                    <a:pt x="14973" y="620369"/>
                  </a:lnTo>
                  <a:lnTo>
                    <a:pt x="17792" y="619163"/>
                  </a:lnTo>
                  <a:lnTo>
                    <a:pt x="22199" y="614807"/>
                  </a:lnTo>
                  <a:lnTo>
                    <a:pt x="23469" y="611644"/>
                  </a:lnTo>
                  <a:lnTo>
                    <a:pt x="23469" y="605396"/>
                  </a:lnTo>
                  <a:close/>
                </a:path>
                <a:path w="962025" h="1350010">
                  <a:moveTo>
                    <a:pt x="23469" y="456730"/>
                  </a:moveTo>
                  <a:lnTo>
                    <a:pt x="22199" y="453923"/>
                  </a:lnTo>
                  <a:lnTo>
                    <a:pt x="20027" y="451739"/>
                  </a:lnTo>
                  <a:lnTo>
                    <a:pt x="15951" y="447319"/>
                  </a:lnTo>
                  <a:lnTo>
                    <a:pt x="7797" y="447319"/>
                  </a:lnTo>
                  <a:lnTo>
                    <a:pt x="3441" y="451739"/>
                  </a:lnTo>
                  <a:lnTo>
                    <a:pt x="1257" y="453923"/>
                  </a:lnTo>
                  <a:lnTo>
                    <a:pt x="0" y="456730"/>
                  </a:lnTo>
                  <a:lnTo>
                    <a:pt x="0" y="462978"/>
                  </a:lnTo>
                  <a:lnTo>
                    <a:pt x="1257" y="466140"/>
                  </a:lnTo>
                  <a:lnTo>
                    <a:pt x="5562" y="470496"/>
                  </a:lnTo>
                  <a:lnTo>
                    <a:pt x="8724" y="471766"/>
                  </a:lnTo>
                  <a:lnTo>
                    <a:pt x="14973" y="471766"/>
                  </a:lnTo>
                  <a:lnTo>
                    <a:pt x="17792" y="470496"/>
                  </a:lnTo>
                  <a:lnTo>
                    <a:pt x="22199" y="466140"/>
                  </a:lnTo>
                  <a:lnTo>
                    <a:pt x="23469" y="463321"/>
                  </a:lnTo>
                  <a:lnTo>
                    <a:pt x="23469" y="456730"/>
                  </a:lnTo>
                  <a:close/>
                </a:path>
                <a:path w="962025" h="1350010">
                  <a:moveTo>
                    <a:pt x="39077" y="675792"/>
                  </a:moveTo>
                  <a:lnTo>
                    <a:pt x="37807" y="672693"/>
                  </a:lnTo>
                  <a:lnTo>
                    <a:pt x="35636" y="670801"/>
                  </a:lnTo>
                  <a:lnTo>
                    <a:pt x="31267" y="666381"/>
                  </a:lnTo>
                  <a:lnTo>
                    <a:pt x="23469" y="666381"/>
                  </a:lnTo>
                  <a:lnTo>
                    <a:pt x="19050" y="670801"/>
                  </a:lnTo>
                  <a:lnTo>
                    <a:pt x="16865" y="672693"/>
                  </a:lnTo>
                  <a:lnTo>
                    <a:pt x="15659" y="675792"/>
                  </a:lnTo>
                  <a:lnTo>
                    <a:pt x="15659" y="682396"/>
                  </a:lnTo>
                  <a:lnTo>
                    <a:pt x="16865" y="685495"/>
                  </a:lnTo>
                  <a:lnTo>
                    <a:pt x="19392" y="687387"/>
                  </a:lnTo>
                  <a:lnTo>
                    <a:pt x="21285" y="689571"/>
                  </a:lnTo>
                  <a:lnTo>
                    <a:pt x="24384" y="690829"/>
                  </a:lnTo>
                  <a:lnTo>
                    <a:pt x="30645" y="690829"/>
                  </a:lnTo>
                  <a:lnTo>
                    <a:pt x="33451" y="689571"/>
                  </a:lnTo>
                  <a:lnTo>
                    <a:pt x="35636" y="687387"/>
                  </a:lnTo>
                  <a:lnTo>
                    <a:pt x="37807" y="685495"/>
                  </a:lnTo>
                  <a:lnTo>
                    <a:pt x="39077" y="682396"/>
                  </a:lnTo>
                  <a:lnTo>
                    <a:pt x="39077" y="675792"/>
                  </a:lnTo>
                  <a:close/>
                </a:path>
                <a:path w="962025" h="1350010">
                  <a:moveTo>
                    <a:pt x="39128" y="534987"/>
                  </a:moveTo>
                  <a:lnTo>
                    <a:pt x="37871" y="532180"/>
                  </a:lnTo>
                  <a:lnTo>
                    <a:pt x="31267" y="525576"/>
                  </a:lnTo>
                  <a:lnTo>
                    <a:pt x="23469" y="525576"/>
                  </a:lnTo>
                  <a:lnTo>
                    <a:pt x="19050" y="529945"/>
                  </a:lnTo>
                  <a:lnTo>
                    <a:pt x="16929" y="532180"/>
                  </a:lnTo>
                  <a:lnTo>
                    <a:pt x="15659" y="535279"/>
                  </a:lnTo>
                  <a:lnTo>
                    <a:pt x="15659" y="541591"/>
                  </a:lnTo>
                  <a:lnTo>
                    <a:pt x="16929" y="544398"/>
                  </a:lnTo>
                  <a:lnTo>
                    <a:pt x="19050" y="546582"/>
                  </a:lnTo>
                  <a:lnTo>
                    <a:pt x="21285" y="548767"/>
                  </a:lnTo>
                  <a:lnTo>
                    <a:pt x="24384" y="550024"/>
                  </a:lnTo>
                  <a:lnTo>
                    <a:pt x="30645" y="550024"/>
                  </a:lnTo>
                  <a:lnTo>
                    <a:pt x="33451" y="548767"/>
                  </a:lnTo>
                  <a:lnTo>
                    <a:pt x="37871" y="544398"/>
                  </a:lnTo>
                  <a:lnTo>
                    <a:pt x="39128" y="541591"/>
                  </a:lnTo>
                  <a:lnTo>
                    <a:pt x="39128" y="538429"/>
                  </a:lnTo>
                  <a:lnTo>
                    <a:pt x="39128" y="534987"/>
                  </a:lnTo>
                  <a:close/>
                </a:path>
                <a:path w="962025" h="1350010">
                  <a:moveTo>
                    <a:pt x="54737" y="738682"/>
                  </a:moveTo>
                  <a:lnTo>
                    <a:pt x="53759" y="735876"/>
                  </a:lnTo>
                  <a:lnTo>
                    <a:pt x="51638" y="733399"/>
                  </a:lnTo>
                  <a:lnTo>
                    <a:pt x="46939" y="728700"/>
                  </a:lnTo>
                  <a:lnTo>
                    <a:pt x="39128" y="728980"/>
                  </a:lnTo>
                  <a:lnTo>
                    <a:pt x="32537" y="735584"/>
                  </a:lnTo>
                  <a:lnTo>
                    <a:pt x="31267" y="738682"/>
                  </a:lnTo>
                  <a:lnTo>
                    <a:pt x="31267" y="744651"/>
                  </a:lnTo>
                  <a:lnTo>
                    <a:pt x="32537" y="747801"/>
                  </a:lnTo>
                  <a:lnTo>
                    <a:pt x="36893" y="752170"/>
                  </a:lnTo>
                  <a:lnTo>
                    <a:pt x="40043" y="753427"/>
                  </a:lnTo>
                  <a:lnTo>
                    <a:pt x="46304" y="753427"/>
                  </a:lnTo>
                  <a:lnTo>
                    <a:pt x="49110" y="752170"/>
                  </a:lnTo>
                  <a:lnTo>
                    <a:pt x="51295" y="749985"/>
                  </a:lnTo>
                  <a:lnTo>
                    <a:pt x="53530" y="747801"/>
                  </a:lnTo>
                  <a:lnTo>
                    <a:pt x="54737" y="744651"/>
                  </a:lnTo>
                  <a:lnTo>
                    <a:pt x="54737" y="738682"/>
                  </a:lnTo>
                  <a:close/>
                </a:path>
                <a:path w="962025" h="1350010">
                  <a:moveTo>
                    <a:pt x="86067" y="1004404"/>
                  </a:moveTo>
                  <a:lnTo>
                    <a:pt x="84797" y="1001585"/>
                  </a:lnTo>
                  <a:lnTo>
                    <a:pt x="78206" y="995045"/>
                  </a:lnTo>
                  <a:lnTo>
                    <a:pt x="70396" y="995045"/>
                  </a:lnTo>
                  <a:lnTo>
                    <a:pt x="63804" y="1001585"/>
                  </a:lnTo>
                  <a:lnTo>
                    <a:pt x="62547" y="1004684"/>
                  </a:lnTo>
                  <a:lnTo>
                    <a:pt x="62547" y="1010996"/>
                  </a:lnTo>
                  <a:lnTo>
                    <a:pt x="63804" y="1013802"/>
                  </a:lnTo>
                  <a:lnTo>
                    <a:pt x="66332" y="1015987"/>
                  </a:lnTo>
                  <a:lnTo>
                    <a:pt x="68224" y="1018171"/>
                  </a:lnTo>
                  <a:lnTo>
                    <a:pt x="71323" y="1019429"/>
                  </a:lnTo>
                  <a:lnTo>
                    <a:pt x="74472" y="1019429"/>
                  </a:lnTo>
                  <a:lnTo>
                    <a:pt x="77571" y="1019429"/>
                  </a:lnTo>
                  <a:lnTo>
                    <a:pt x="80391" y="1018171"/>
                  </a:lnTo>
                  <a:lnTo>
                    <a:pt x="84797" y="1013802"/>
                  </a:lnTo>
                  <a:lnTo>
                    <a:pt x="86067" y="1010996"/>
                  </a:lnTo>
                  <a:lnTo>
                    <a:pt x="86067" y="1004404"/>
                  </a:lnTo>
                  <a:close/>
                </a:path>
                <a:path w="962025" h="1350010">
                  <a:moveTo>
                    <a:pt x="86067" y="816660"/>
                  </a:moveTo>
                  <a:lnTo>
                    <a:pt x="84797" y="813498"/>
                  </a:lnTo>
                  <a:lnTo>
                    <a:pt x="82626" y="811606"/>
                  </a:lnTo>
                  <a:lnTo>
                    <a:pt x="78486" y="807250"/>
                  </a:lnTo>
                  <a:lnTo>
                    <a:pt x="70396" y="807250"/>
                  </a:lnTo>
                  <a:lnTo>
                    <a:pt x="63804" y="813790"/>
                  </a:lnTo>
                  <a:lnTo>
                    <a:pt x="62547" y="816660"/>
                  </a:lnTo>
                  <a:lnTo>
                    <a:pt x="62547" y="823252"/>
                  </a:lnTo>
                  <a:lnTo>
                    <a:pt x="63804" y="826350"/>
                  </a:lnTo>
                  <a:lnTo>
                    <a:pt x="66332" y="828243"/>
                  </a:lnTo>
                  <a:lnTo>
                    <a:pt x="68224" y="830427"/>
                  </a:lnTo>
                  <a:lnTo>
                    <a:pt x="71323" y="831697"/>
                  </a:lnTo>
                  <a:lnTo>
                    <a:pt x="74472" y="831697"/>
                  </a:lnTo>
                  <a:lnTo>
                    <a:pt x="77571" y="831697"/>
                  </a:lnTo>
                  <a:lnTo>
                    <a:pt x="80391" y="830427"/>
                  </a:lnTo>
                  <a:lnTo>
                    <a:pt x="82626" y="828243"/>
                  </a:lnTo>
                  <a:lnTo>
                    <a:pt x="84797" y="826350"/>
                  </a:lnTo>
                  <a:lnTo>
                    <a:pt x="86067" y="823252"/>
                  </a:lnTo>
                  <a:lnTo>
                    <a:pt x="86067" y="816660"/>
                  </a:lnTo>
                  <a:close/>
                </a:path>
                <a:path w="962025" h="1350010">
                  <a:moveTo>
                    <a:pt x="117170" y="1344536"/>
                  </a:moveTo>
                  <a:lnTo>
                    <a:pt x="116878" y="1341602"/>
                  </a:lnTo>
                  <a:lnTo>
                    <a:pt x="115849" y="1339138"/>
                  </a:lnTo>
                  <a:lnTo>
                    <a:pt x="113893" y="1337183"/>
                  </a:lnTo>
                  <a:lnTo>
                    <a:pt x="109816" y="1332776"/>
                  </a:lnTo>
                  <a:lnTo>
                    <a:pt x="101727" y="1332776"/>
                  </a:lnTo>
                  <a:lnTo>
                    <a:pt x="95135" y="1339367"/>
                  </a:lnTo>
                  <a:lnTo>
                    <a:pt x="93865" y="1342186"/>
                  </a:lnTo>
                  <a:lnTo>
                    <a:pt x="93865" y="1346949"/>
                  </a:lnTo>
                  <a:lnTo>
                    <a:pt x="94208" y="1348257"/>
                  </a:lnTo>
                  <a:lnTo>
                    <a:pt x="94678" y="1349463"/>
                  </a:lnTo>
                  <a:lnTo>
                    <a:pt x="102184" y="1347863"/>
                  </a:lnTo>
                  <a:lnTo>
                    <a:pt x="117170" y="1344536"/>
                  </a:lnTo>
                  <a:close/>
                </a:path>
                <a:path w="962025" h="1350010">
                  <a:moveTo>
                    <a:pt x="117335" y="613486"/>
                  </a:moveTo>
                  <a:lnTo>
                    <a:pt x="116078" y="610387"/>
                  </a:lnTo>
                  <a:lnTo>
                    <a:pt x="114185" y="608203"/>
                  </a:lnTo>
                  <a:lnTo>
                    <a:pt x="109194" y="603846"/>
                  </a:lnTo>
                  <a:lnTo>
                    <a:pt x="102019" y="603846"/>
                  </a:lnTo>
                  <a:lnTo>
                    <a:pt x="97650" y="608203"/>
                  </a:lnTo>
                  <a:lnTo>
                    <a:pt x="95135" y="610387"/>
                  </a:lnTo>
                  <a:lnTo>
                    <a:pt x="93865" y="613486"/>
                  </a:lnTo>
                  <a:lnTo>
                    <a:pt x="93865" y="619455"/>
                  </a:lnTo>
                  <a:lnTo>
                    <a:pt x="95135" y="622604"/>
                  </a:lnTo>
                  <a:lnTo>
                    <a:pt x="99491" y="626973"/>
                  </a:lnTo>
                  <a:lnTo>
                    <a:pt x="102654" y="628230"/>
                  </a:lnTo>
                  <a:lnTo>
                    <a:pt x="108902" y="628230"/>
                  </a:lnTo>
                  <a:lnTo>
                    <a:pt x="111709" y="626973"/>
                  </a:lnTo>
                  <a:lnTo>
                    <a:pt x="116078" y="622604"/>
                  </a:lnTo>
                  <a:lnTo>
                    <a:pt x="117335" y="619455"/>
                  </a:lnTo>
                  <a:lnTo>
                    <a:pt x="117335" y="613486"/>
                  </a:lnTo>
                  <a:close/>
                </a:path>
                <a:path w="962025" h="1350010">
                  <a:moveTo>
                    <a:pt x="117335" y="566547"/>
                  </a:moveTo>
                  <a:lnTo>
                    <a:pt x="116078" y="563448"/>
                  </a:lnTo>
                  <a:lnTo>
                    <a:pt x="114185" y="561276"/>
                  </a:lnTo>
                  <a:lnTo>
                    <a:pt x="109537" y="556856"/>
                  </a:lnTo>
                  <a:lnTo>
                    <a:pt x="101727" y="556856"/>
                  </a:lnTo>
                  <a:lnTo>
                    <a:pt x="97307" y="561276"/>
                  </a:lnTo>
                  <a:lnTo>
                    <a:pt x="95135" y="563448"/>
                  </a:lnTo>
                  <a:lnTo>
                    <a:pt x="93865" y="566547"/>
                  </a:lnTo>
                  <a:lnTo>
                    <a:pt x="93865" y="572516"/>
                  </a:lnTo>
                  <a:lnTo>
                    <a:pt x="95135" y="575678"/>
                  </a:lnTo>
                  <a:lnTo>
                    <a:pt x="99491" y="580034"/>
                  </a:lnTo>
                  <a:lnTo>
                    <a:pt x="102654" y="581291"/>
                  </a:lnTo>
                  <a:lnTo>
                    <a:pt x="108902" y="581291"/>
                  </a:lnTo>
                  <a:lnTo>
                    <a:pt x="111709" y="580034"/>
                  </a:lnTo>
                  <a:lnTo>
                    <a:pt x="116078" y="575678"/>
                  </a:lnTo>
                  <a:lnTo>
                    <a:pt x="117335" y="572516"/>
                  </a:lnTo>
                  <a:lnTo>
                    <a:pt x="117335" y="566547"/>
                  </a:lnTo>
                  <a:close/>
                </a:path>
                <a:path w="962025" h="1350010">
                  <a:moveTo>
                    <a:pt x="125196" y="1060919"/>
                  </a:moveTo>
                  <a:lnTo>
                    <a:pt x="124853" y="1059370"/>
                  </a:lnTo>
                  <a:lnTo>
                    <a:pt x="123710" y="1056500"/>
                  </a:lnTo>
                  <a:lnTo>
                    <a:pt x="122847" y="1055230"/>
                  </a:lnTo>
                  <a:lnTo>
                    <a:pt x="117335" y="1049782"/>
                  </a:lnTo>
                  <a:lnTo>
                    <a:pt x="109537" y="1049782"/>
                  </a:lnTo>
                  <a:lnTo>
                    <a:pt x="104025" y="1055230"/>
                  </a:lnTo>
                  <a:lnTo>
                    <a:pt x="103225" y="1056551"/>
                  </a:lnTo>
                  <a:lnTo>
                    <a:pt x="102019" y="1059484"/>
                  </a:lnTo>
                  <a:lnTo>
                    <a:pt x="101727" y="1061034"/>
                  </a:lnTo>
                  <a:lnTo>
                    <a:pt x="101727" y="1062634"/>
                  </a:lnTo>
                  <a:lnTo>
                    <a:pt x="101727" y="1064069"/>
                  </a:lnTo>
                  <a:lnTo>
                    <a:pt x="110451" y="1074229"/>
                  </a:lnTo>
                  <a:lnTo>
                    <a:pt x="116420" y="1074229"/>
                  </a:lnTo>
                  <a:lnTo>
                    <a:pt x="125196" y="1064247"/>
                  </a:lnTo>
                  <a:lnTo>
                    <a:pt x="125196" y="1060919"/>
                  </a:lnTo>
                  <a:close/>
                </a:path>
                <a:path w="962025" h="1350010">
                  <a:moveTo>
                    <a:pt x="132943" y="957465"/>
                  </a:moveTo>
                  <a:lnTo>
                    <a:pt x="131737" y="954366"/>
                  </a:lnTo>
                  <a:lnTo>
                    <a:pt x="129501" y="952474"/>
                  </a:lnTo>
                  <a:lnTo>
                    <a:pt x="125145" y="948055"/>
                  </a:lnTo>
                  <a:lnTo>
                    <a:pt x="117335" y="948055"/>
                  </a:lnTo>
                  <a:lnTo>
                    <a:pt x="112915" y="952474"/>
                  </a:lnTo>
                  <a:lnTo>
                    <a:pt x="110744" y="954366"/>
                  </a:lnTo>
                  <a:lnTo>
                    <a:pt x="109474" y="957465"/>
                  </a:lnTo>
                  <a:lnTo>
                    <a:pt x="109474" y="964057"/>
                  </a:lnTo>
                  <a:lnTo>
                    <a:pt x="110744" y="967155"/>
                  </a:lnTo>
                  <a:lnTo>
                    <a:pt x="113258" y="969048"/>
                  </a:lnTo>
                  <a:lnTo>
                    <a:pt x="115150" y="971232"/>
                  </a:lnTo>
                  <a:lnTo>
                    <a:pt x="118249" y="972502"/>
                  </a:lnTo>
                  <a:lnTo>
                    <a:pt x="121412" y="972502"/>
                  </a:lnTo>
                  <a:lnTo>
                    <a:pt x="124510" y="972502"/>
                  </a:lnTo>
                  <a:lnTo>
                    <a:pt x="127317" y="971232"/>
                  </a:lnTo>
                  <a:lnTo>
                    <a:pt x="129501" y="969048"/>
                  </a:lnTo>
                  <a:lnTo>
                    <a:pt x="131737" y="967155"/>
                  </a:lnTo>
                  <a:lnTo>
                    <a:pt x="132943" y="964057"/>
                  </a:lnTo>
                  <a:lnTo>
                    <a:pt x="132943" y="957465"/>
                  </a:lnTo>
                  <a:close/>
                </a:path>
                <a:path w="962025" h="1350010">
                  <a:moveTo>
                    <a:pt x="133007" y="1279575"/>
                  </a:moveTo>
                  <a:lnTo>
                    <a:pt x="131737" y="1276769"/>
                  </a:lnTo>
                  <a:lnTo>
                    <a:pt x="125196" y="1270228"/>
                  </a:lnTo>
                  <a:lnTo>
                    <a:pt x="117335" y="1270228"/>
                  </a:lnTo>
                  <a:lnTo>
                    <a:pt x="110794" y="1276769"/>
                  </a:lnTo>
                  <a:lnTo>
                    <a:pt x="109537" y="1279575"/>
                  </a:lnTo>
                  <a:lnTo>
                    <a:pt x="109537" y="1286179"/>
                  </a:lnTo>
                  <a:lnTo>
                    <a:pt x="110794" y="1288986"/>
                  </a:lnTo>
                  <a:lnTo>
                    <a:pt x="112979" y="1291170"/>
                  </a:lnTo>
                  <a:lnTo>
                    <a:pt x="115150" y="1293355"/>
                  </a:lnTo>
                  <a:lnTo>
                    <a:pt x="118249" y="1294612"/>
                  </a:lnTo>
                  <a:lnTo>
                    <a:pt x="124510" y="1294612"/>
                  </a:lnTo>
                  <a:lnTo>
                    <a:pt x="127317" y="1293355"/>
                  </a:lnTo>
                  <a:lnTo>
                    <a:pt x="131737" y="1288986"/>
                  </a:lnTo>
                  <a:lnTo>
                    <a:pt x="133007" y="1286179"/>
                  </a:lnTo>
                  <a:lnTo>
                    <a:pt x="133007" y="1279575"/>
                  </a:lnTo>
                  <a:close/>
                </a:path>
                <a:path w="962025" h="1350010">
                  <a:moveTo>
                    <a:pt x="133007" y="707072"/>
                  </a:moveTo>
                  <a:lnTo>
                    <a:pt x="131737" y="704253"/>
                  </a:lnTo>
                  <a:lnTo>
                    <a:pt x="125196" y="697712"/>
                  </a:lnTo>
                  <a:lnTo>
                    <a:pt x="117335" y="697712"/>
                  </a:lnTo>
                  <a:lnTo>
                    <a:pt x="110794" y="704253"/>
                  </a:lnTo>
                  <a:lnTo>
                    <a:pt x="109537" y="707072"/>
                  </a:lnTo>
                  <a:lnTo>
                    <a:pt x="109537" y="713727"/>
                  </a:lnTo>
                  <a:lnTo>
                    <a:pt x="110794" y="716483"/>
                  </a:lnTo>
                  <a:lnTo>
                    <a:pt x="115150" y="720839"/>
                  </a:lnTo>
                  <a:lnTo>
                    <a:pt x="118249" y="722160"/>
                  </a:lnTo>
                  <a:lnTo>
                    <a:pt x="121412" y="722160"/>
                  </a:lnTo>
                  <a:lnTo>
                    <a:pt x="124510" y="722160"/>
                  </a:lnTo>
                  <a:lnTo>
                    <a:pt x="127317" y="720890"/>
                  </a:lnTo>
                  <a:lnTo>
                    <a:pt x="131737" y="716483"/>
                  </a:lnTo>
                  <a:lnTo>
                    <a:pt x="133007" y="713727"/>
                  </a:lnTo>
                  <a:lnTo>
                    <a:pt x="133007" y="707072"/>
                  </a:lnTo>
                  <a:close/>
                </a:path>
                <a:path w="962025" h="1350010">
                  <a:moveTo>
                    <a:pt x="164274" y="800989"/>
                  </a:moveTo>
                  <a:lnTo>
                    <a:pt x="163068" y="798182"/>
                  </a:lnTo>
                  <a:lnTo>
                    <a:pt x="160832" y="795947"/>
                  </a:lnTo>
                  <a:lnTo>
                    <a:pt x="156756" y="791591"/>
                  </a:lnTo>
                  <a:lnTo>
                    <a:pt x="148666" y="791591"/>
                  </a:lnTo>
                  <a:lnTo>
                    <a:pt x="144246" y="795947"/>
                  </a:lnTo>
                  <a:lnTo>
                    <a:pt x="142062" y="798182"/>
                  </a:lnTo>
                  <a:lnTo>
                    <a:pt x="140804" y="800989"/>
                  </a:lnTo>
                  <a:lnTo>
                    <a:pt x="140804" y="807593"/>
                  </a:lnTo>
                  <a:lnTo>
                    <a:pt x="142062" y="810399"/>
                  </a:lnTo>
                  <a:lnTo>
                    <a:pt x="144538" y="812584"/>
                  </a:lnTo>
                  <a:lnTo>
                    <a:pt x="146431" y="814768"/>
                  </a:lnTo>
                  <a:lnTo>
                    <a:pt x="149580" y="816025"/>
                  </a:lnTo>
                  <a:lnTo>
                    <a:pt x="155841" y="816025"/>
                  </a:lnTo>
                  <a:lnTo>
                    <a:pt x="158648" y="814768"/>
                  </a:lnTo>
                  <a:lnTo>
                    <a:pt x="160832" y="812584"/>
                  </a:lnTo>
                  <a:lnTo>
                    <a:pt x="163068" y="810691"/>
                  </a:lnTo>
                  <a:lnTo>
                    <a:pt x="164274" y="807593"/>
                  </a:lnTo>
                  <a:lnTo>
                    <a:pt x="164274" y="800989"/>
                  </a:lnTo>
                  <a:close/>
                </a:path>
                <a:path w="962025" h="1350010">
                  <a:moveTo>
                    <a:pt x="179933" y="1107795"/>
                  </a:moveTo>
                  <a:lnTo>
                    <a:pt x="178676" y="1104633"/>
                  </a:lnTo>
                  <a:lnTo>
                    <a:pt x="176491" y="1102461"/>
                  </a:lnTo>
                  <a:lnTo>
                    <a:pt x="172707" y="1098435"/>
                  </a:lnTo>
                  <a:lnTo>
                    <a:pt x="164617" y="1098092"/>
                  </a:lnTo>
                  <a:lnTo>
                    <a:pt x="159905" y="1102461"/>
                  </a:lnTo>
                  <a:lnTo>
                    <a:pt x="157734" y="1104633"/>
                  </a:lnTo>
                  <a:lnTo>
                    <a:pt x="156464" y="1107795"/>
                  </a:lnTo>
                  <a:lnTo>
                    <a:pt x="156464" y="1113701"/>
                  </a:lnTo>
                  <a:lnTo>
                    <a:pt x="157734" y="1116863"/>
                  </a:lnTo>
                  <a:lnTo>
                    <a:pt x="162090" y="1121219"/>
                  </a:lnTo>
                  <a:lnTo>
                    <a:pt x="165188" y="1122476"/>
                  </a:lnTo>
                  <a:lnTo>
                    <a:pt x="171500" y="1122476"/>
                  </a:lnTo>
                  <a:lnTo>
                    <a:pt x="174663" y="1121219"/>
                  </a:lnTo>
                  <a:lnTo>
                    <a:pt x="176784" y="1119035"/>
                  </a:lnTo>
                  <a:lnTo>
                    <a:pt x="178676" y="1116863"/>
                  </a:lnTo>
                  <a:lnTo>
                    <a:pt x="179933" y="1113701"/>
                  </a:lnTo>
                  <a:lnTo>
                    <a:pt x="179933" y="1107795"/>
                  </a:lnTo>
                  <a:close/>
                </a:path>
                <a:path w="962025" h="1350010">
                  <a:moveTo>
                    <a:pt x="195605" y="1051331"/>
                  </a:moveTo>
                  <a:lnTo>
                    <a:pt x="194335" y="1048524"/>
                  </a:lnTo>
                  <a:lnTo>
                    <a:pt x="192163" y="1046340"/>
                  </a:lnTo>
                  <a:lnTo>
                    <a:pt x="188087" y="1041984"/>
                  </a:lnTo>
                  <a:lnTo>
                    <a:pt x="179933" y="1041984"/>
                  </a:lnTo>
                  <a:lnTo>
                    <a:pt x="175514" y="1046340"/>
                  </a:lnTo>
                  <a:lnTo>
                    <a:pt x="173393" y="1048524"/>
                  </a:lnTo>
                  <a:lnTo>
                    <a:pt x="172135" y="1051674"/>
                  </a:lnTo>
                  <a:lnTo>
                    <a:pt x="172135" y="1057643"/>
                  </a:lnTo>
                  <a:lnTo>
                    <a:pt x="173393" y="1060742"/>
                  </a:lnTo>
                  <a:lnTo>
                    <a:pt x="177761" y="1065161"/>
                  </a:lnTo>
                  <a:lnTo>
                    <a:pt x="180848" y="1066368"/>
                  </a:lnTo>
                  <a:lnTo>
                    <a:pt x="184010" y="1066368"/>
                  </a:lnTo>
                  <a:lnTo>
                    <a:pt x="187109" y="1066368"/>
                  </a:lnTo>
                  <a:lnTo>
                    <a:pt x="189915" y="1065161"/>
                  </a:lnTo>
                  <a:lnTo>
                    <a:pt x="194335" y="1060742"/>
                  </a:lnTo>
                  <a:lnTo>
                    <a:pt x="195605" y="1057935"/>
                  </a:lnTo>
                  <a:lnTo>
                    <a:pt x="195605" y="1051331"/>
                  </a:lnTo>
                  <a:close/>
                </a:path>
                <a:path w="962025" h="1350010">
                  <a:moveTo>
                    <a:pt x="211201" y="910526"/>
                  </a:moveTo>
                  <a:lnTo>
                    <a:pt x="209943" y="907719"/>
                  </a:lnTo>
                  <a:lnTo>
                    <a:pt x="207759" y="905484"/>
                  </a:lnTo>
                  <a:lnTo>
                    <a:pt x="203403" y="901115"/>
                  </a:lnTo>
                  <a:lnTo>
                    <a:pt x="195605" y="901115"/>
                  </a:lnTo>
                  <a:lnTo>
                    <a:pt x="191185" y="905484"/>
                  </a:lnTo>
                  <a:lnTo>
                    <a:pt x="189001" y="907719"/>
                  </a:lnTo>
                  <a:lnTo>
                    <a:pt x="187744" y="910818"/>
                  </a:lnTo>
                  <a:lnTo>
                    <a:pt x="187744" y="916787"/>
                  </a:lnTo>
                  <a:lnTo>
                    <a:pt x="189001" y="919937"/>
                  </a:lnTo>
                  <a:lnTo>
                    <a:pt x="191185" y="922121"/>
                  </a:lnTo>
                  <a:lnTo>
                    <a:pt x="193357" y="924293"/>
                  </a:lnTo>
                  <a:lnTo>
                    <a:pt x="196519" y="925563"/>
                  </a:lnTo>
                  <a:lnTo>
                    <a:pt x="202768" y="925563"/>
                  </a:lnTo>
                  <a:lnTo>
                    <a:pt x="205587" y="924293"/>
                  </a:lnTo>
                  <a:lnTo>
                    <a:pt x="209943" y="919937"/>
                  </a:lnTo>
                  <a:lnTo>
                    <a:pt x="211201" y="917130"/>
                  </a:lnTo>
                  <a:lnTo>
                    <a:pt x="211201" y="910526"/>
                  </a:lnTo>
                  <a:close/>
                </a:path>
                <a:path w="962025" h="1350010">
                  <a:moveTo>
                    <a:pt x="226872" y="1216977"/>
                  </a:moveTo>
                  <a:lnTo>
                    <a:pt x="225602" y="1213878"/>
                  </a:lnTo>
                  <a:lnTo>
                    <a:pt x="223431" y="1211986"/>
                  </a:lnTo>
                  <a:lnTo>
                    <a:pt x="219062" y="1207630"/>
                  </a:lnTo>
                  <a:lnTo>
                    <a:pt x="211264" y="1207630"/>
                  </a:lnTo>
                  <a:lnTo>
                    <a:pt x="204660" y="1214170"/>
                  </a:lnTo>
                  <a:lnTo>
                    <a:pt x="203403" y="1216977"/>
                  </a:lnTo>
                  <a:lnTo>
                    <a:pt x="203403" y="1223581"/>
                  </a:lnTo>
                  <a:lnTo>
                    <a:pt x="204660" y="1226731"/>
                  </a:lnTo>
                  <a:lnTo>
                    <a:pt x="207187" y="1228572"/>
                  </a:lnTo>
                  <a:lnTo>
                    <a:pt x="209029" y="1230757"/>
                  </a:lnTo>
                  <a:lnTo>
                    <a:pt x="212178" y="1232014"/>
                  </a:lnTo>
                  <a:lnTo>
                    <a:pt x="215277" y="1232014"/>
                  </a:lnTo>
                  <a:lnTo>
                    <a:pt x="218440" y="1232014"/>
                  </a:lnTo>
                  <a:lnTo>
                    <a:pt x="221246" y="1230757"/>
                  </a:lnTo>
                  <a:lnTo>
                    <a:pt x="223431" y="1228572"/>
                  </a:lnTo>
                  <a:lnTo>
                    <a:pt x="225602" y="1226731"/>
                  </a:lnTo>
                  <a:lnTo>
                    <a:pt x="226872" y="1223581"/>
                  </a:lnTo>
                  <a:lnTo>
                    <a:pt x="226872" y="1216977"/>
                  </a:lnTo>
                  <a:close/>
                </a:path>
                <a:path w="962025" h="1350010">
                  <a:moveTo>
                    <a:pt x="242531" y="1139063"/>
                  </a:moveTo>
                  <a:lnTo>
                    <a:pt x="241274" y="1135913"/>
                  </a:lnTo>
                  <a:lnTo>
                    <a:pt x="234734" y="1129372"/>
                  </a:lnTo>
                  <a:lnTo>
                    <a:pt x="226872" y="1129372"/>
                  </a:lnTo>
                  <a:lnTo>
                    <a:pt x="220332" y="1135913"/>
                  </a:lnTo>
                  <a:lnTo>
                    <a:pt x="219062" y="1139063"/>
                  </a:lnTo>
                  <a:lnTo>
                    <a:pt x="219062" y="1145032"/>
                  </a:lnTo>
                  <a:lnTo>
                    <a:pt x="220332" y="1148181"/>
                  </a:lnTo>
                  <a:lnTo>
                    <a:pt x="224688" y="1152550"/>
                  </a:lnTo>
                  <a:lnTo>
                    <a:pt x="227787" y="1153807"/>
                  </a:lnTo>
                  <a:lnTo>
                    <a:pt x="230949" y="1153807"/>
                  </a:lnTo>
                  <a:lnTo>
                    <a:pt x="234048" y="1153807"/>
                  </a:lnTo>
                  <a:lnTo>
                    <a:pt x="236855" y="1152550"/>
                  </a:lnTo>
                  <a:lnTo>
                    <a:pt x="241274" y="1148181"/>
                  </a:lnTo>
                  <a:lnTo>
                    <a:pt x="242531" y="1145374"/>
                  </a:lnTo>
                  <a:lnTo>
                    <a:pt x="242531" y="1139063"/>
                  </a:lnTo>
                  <a:close/>
                </a:path>
                <a:path w="962025" h="1350010">
                  <a:moveTo>
                    <a:pt x="273812" y="1004404"/>
                  </a:moveTo>
                  <a:lnTo>
                    <a:pt x="272605" y="1001585"/>
                  </a:lnTo>
                  <a:lnTo>
                    <a:pt x="270357" y="999401"/>
                  </a:lnTo>
                  <a:lnTo>
                    <a:pt x="266001" y="995045"/>
                  </a:lnTo>
                  <a:lnTo>
                    <a:pt x="258203" y="995045"/>
                  </a:lnTo>
                  <a:lnTo>
                    <a:pt x="251599" y="1001585"/>
                  </a:lnTo>
                  <a:lnTo>
                    <a:pt x="250342" y="1004684"/>
                  </a:lnTo>
                  <a:lnTo>
                    <a:pt x="250342" y="1010653"/>
                  </a:lnTo>
                  <a:lnTo>
                    <a:pt x="251599" y="1013802"/>
                  </a:lnTo>
                  <a:lnTo>
                    <a:pt x="255955" y="1018171"/>
                  </a:lnTo>
                  <a:lnTo>
                    <a:pt x="259118" y="1019429"/>
                  </a:lnTo>
                  <a:lnTo>
                    <a:pt x="262267" y="1019429"/>
                  </a:lnTo>
                  <a:lnTo>
                    <a:pt x="265366" y="1019429"/>
                  </a:lnTo>
                  <a:lnTo>
                    <a:pt x="268185" y="1018171"/>
                  </a:lnTo>
                  <a:lnTo>
                    <a:pt x="272605" y="1013802"/>
                  </a:lnTo>
                  <a:lnTo>
                    <a:pt x="273812" y="1010996"/>
                  </a:lnTo>
                  <a:lnTo>
                    <a:pt x="273812" y="1004404"/>
                  </a:lnTo>
                  <a:close/>
                </a:path>
                <a:path w="962025" h="1350010">
                  <a:moveTo>
                    <a:pt x="414667" y="1154379"/>
                  </a:moveTo>
                  <a:lnTo>
                    <a:pt x="413410" y="1151572"/>
                  </a:lnTo>
                  <a:lnTo>
                    <a:pt x="411226" y="1149388"/>
                  </a:lnTo>
                  <a:lnTo>
                    <a:pt x="406869" y="1144968"/>
                  </a:lnTo>
                  <a:lnTo>
                    <a:pt x="399008" y="1144968"/>
                  </a:lnTo>
                  <a:lnTo>
                    <a:pt x="394589" y="1149388"/>
                  </a:lnTo>
                  <a:lnTo>
                    <a:pt x="392468" y="1151572"/>
                  </a:lnTo>
                  <a:lnTo>
                    <a:pt x="391198" y="1154722"/>
                  </a:lnTo>
                  <a:lnTo>
                    <a:pt x="391198" y="1160691"/>
                  </a:lnTo>
                  <a:lnTo>
                    <a:pt x="392468" y="1163789"/>
                  </a:lnTo>
                  <a:lnTo>
                    <a:pt x="394589" y="1165974"/>
                  </a:lnTo>
                  <a:lnTo>
                    <a:pt x="396824" y="1168158"/>
                  </a:lnTo>
                  <a:lnTo>
                    <a:pt x="399923" y="1169416"/>
                  </a:lnTo>
                  <a:lnTo>
                    <a:pt x="406171" y="1169416"/>
                  </a:lnTo>
                  <a:lnTo>
                    <a:pt x="408990" y="1168158"/>
                  </a:lnTo>
                  <a:lnTo>
                    <a:pt x="413410" y="1163789"/>
                  </a:lnTo>
                  <a:lnTo>
                    <a:pt x="414667" y="1160983"/>
                  </a:lnTo>
                  <a:lnTo>
                    <a:pt x="414667" y="1154379"/>
                  </a:lnTo>
                  <a:close/>
                </a:path>
                <a:path w="962025" h="1350010">
                  <a:moveTo>
                    <a:pt x="492925" y="1154442"/>
                  </a:moveTo>
                  <a:lnTo>
                    <a:pt x="491667" y="1151572"/>
                  </a:lnTo>
                  <a:lnTo>
                    <a:pt x="489432" y="1149388"/>
                  </a:lnTo>
                  <a:lnTo>
                    <a:pt x="485076" y="1145032"/>
                  </a:lnTo>
                  <a:lnTo>
                    <a:pt x="477266" y="1145032"/>
                  </a:lnTo>
                  <a:lnTo>
                    <a:pt x="472846" y="1149388"/>
                  </a:lnTo>
                  <a:lnTo>
                    <a:pt x="470674" y="1151636"/>
                  </a:lnTo>
                  <a:lnTo>
                    <a:pt x="469468" y="1154722"/>
                  </a:lnTo>
                  <a:lnTo>
                    <a:pt x="469468" y="1160691"/>
                  </a:lnTo>
                  <a:lnTo>
                    <a:pt x="470674" y="1163853"/>
                  </a:lnTo>
                  <a:lnTo>
                    <a:pt x="472846" y="1165974"/>
                  </a:lnTo>
                  <a:lnTo>
                    <a:pt x="475030" y="1168209"/>
                  </a:lnTo>
                  <a:lnTo>
                    <a:pt x="478180" y="1169479"/>
                  </a:lnTo>
                  <a:lnTo>
                    <a:pt x="481342" y="1169479"/>
                  </a:lnTo>
                  <a:lnTo>
                    <a:pt x="484441" y="1169479"/>
                  </a:lnTo>
                  <a:lnTo>
                    <a:pt x="487248" y="1168209"/>
                  </a:lnTo>
                  <a:lnTo>
                    <a:pt x="489432" y="1165974"/>
                  </a:lnTo>
                  <a:lnTo>
                    <a:pt x="491667" y="1163853"/>
                  </a:lnTo>
                  <a:lnTo>
                    <a:pt x="492925" y="1160691"/>
                  </a:lnTo>
                  <a:lnTo>
                    <a:pt x="492925" y="1154442"/>
                  </a:lnTo>
                  <a:close/>
                </a:path>
                <a:path w="962025" h="1350010">
                  <a:moveTo>
                    <a:pt x="508533" y="1107452"/>
                  </a:moveTo>
                  <a:lnTo>
                    <a:pt x="507276" y="1104633"/>
                  </a:lnTo>
                  <a:lnTo>
                    <a:pt x="500735" y="1098092"/>
                  </a:lnTo>
                  <a:lnTo>
                    <a:pt x="492925" y="1098092"/>
                  </a:lnTo>
                  <a:lnTo>
                    <a:pt x="486333" y="1104633"/>
                  </a:lnTo>
                  <a:lnTo>
                    <a:pt x="485076" y="1107795"/>
                  </a:lnTo>
                  <a:lnTo>
                    <a:pt x="485076" y="1113701"/>
                  </a:lnTo>
                  <a:lnTo>
                    <a:pt x="486333" y="1116863"/>
                  </a:lnTo>
                  <a:lnTo>
                    <a:pt x="490689" y="1121219"/>
                  </a:lnTo>
                  <a:lnTo>
                    <a:pt x="493788" y="1122476"/>
                  </a:lnTo>
                  <a:lnTo>
                    <a:pt x="500100" y="1122476"/>
                  </a:lnTo>
                  <a:lnTo>
                    <a:pt x="502920" y="1121219"/>
                  </a:lnTo>
                  <a:lnTo>
                    <a:pt x="505091" y="1119035"/>
                  </a:lnTo>
                  <a:lnTo>
                    <a:pt x="507276" y="1116863"/>
                  </a:lnTo>
                  <a:lnTo>
                    <a:pt x="508533" y="1114044"/>
                  </a:lnTo>
                  <a:lnTo>
                    <a:pt x="508533" y="1107452"/>
                  </a:lnTo>
                  <a:close/>
                </a:path>
                <a:path w="962025" h="1350010">
                  <a:moveTo>
                    <a:pt x="539813" y="300253"/>
                  </a:moveTo>
                  <a:lnTo>
                    <a:pt x="538543" y="297103"/>
                  </a:lnTo>
                  <a:lnTo>
                    <a:pt x="536371" y="295211"/>
                  </a:lnTo>
                  <a:lnTo>
                    <a:pt x="532345" y="290855"/>
                  </a:lnTo>
                  <a:lnTo>
                    <a:pt x="524205" y="290855"/>
                  </a:lnTo>
                  <a:lnTo>
                    <a:pt x="519785" y="295211"/>
                  </a:lnTo>
                  <a:lnTo>
                    <a:pt x="517601" y="297446"/>
                  </a:lnTo>
                  <a:lnTo>
                    <a:pt x="516394" y="300253"/>
                  </a:lnTo>
                  <a:lnTo>
                    <a:pt x="516394" y="306857"/>
                  </a:lnTo>
                  <a:lnTo>
                    <a:pt x="517601" y="309956"/>
                  </a:lnTo>
                  <a:lnTo>
                    <a:pt x="520128" y="311848"/>
                  </a:lnTo>
                  <a:lnTo>
                    <a:pt x="522020" y="314032"/>
                  </a:lnTo>
                  <a:lnTo>
                    <a:pt x="525119" y="315290"/>
                  </a:lnTo>
                  <a:lnTo>
                    <a:pt x="531368" y="315290"/>
                  </a:lnTo>
                  <a:lnTo>
                    <a:pt x="534187" y="314032"/>
                  </a:lnTo>
                  <a:lnTo>
                    <a:pt x="536371" y="311848"/>
                  </a:lnTo>
                  <a:lnTo>
                    <a:pt x="538543" y="309956"/>
                  </a:lnTo>
                  <a:lnTo>
                    <a:pt x="539813" y="306857"/>
                  </a:lnTo>
                  <a:lnTo>
                    <a:pt x="539813" y="300253"/>
                  </a:lnTo>
                  <a:close/>
                </a:path>
                <a:path w="962025" h="1350010">
                  <a:moveTo>
                    <a:pt x="602411" y="300253"/>
                  </a:moveTo>
                  <a:lnTo>
                    <a:pt x="601141" y="297446"/>
                  </a:lnTo>
                  <a:lnTo>
                    <a:pt x="598970" y="295211"/>
                  </a:lnTo>
                  <a:lnTo>
                    <a:pt x="594601" y="290855"/>
                  </a:lnTo>
                  <a:lnTo>
                    <a:pt x="586803" y="290855"/>
                  </a:lnTo>
                  <a:lnTo>
                    <a:pt x="582383" y="295211"/>
                  </a:lnTo>
                  <a:lnTo>
                    <a:pt x="580199" y="297446"/>
                  </a:lnTo>
                  <a:lnTo>
                    <a:pt x="578942" y="300545"/>
                  </a:lnTo>
                  <a:lnTo>
                    <a:pt x="578942" y="303352"/>
                  </a:lnTo>
                  <a:lnTo>
                    <a:pt x="578942" y="306857"/>
                  </a:lnTo>
                  <a:lnTo>
                    <a:pt x="580199" y="309664"/>
                  </a:lnTo>
                  <a:lnTo>
                    <a:pt x="582726" y="311848"/>
                  </a:lnTo>
                  <a:lnTo>
                    <a:pt x="584568" y="314032"/>
                  </a:lnTo>
                  <a:lnTo>
                    <a:pt x="587667" y="315290"/>
                  </a:lnTo>
                  <a:lnTo>
                    <a:pt x="593979" y="315290"/>
                  </a:lnTo>
                  <a:lnTo>
                    <a:pt x="596785" y="314032"/>
                  </a:lnTo>
                  <a:lnTo>
                    <a:pt x="598970" y="311848"/>
                  </a:lnTo>
                  <a:lnTo>
                    <a:pt x="601141" y="309956"/>
                  </a:lnTo>
                  <a:lnTo>
                    <a:pt x="602411" y="306857"/>
                  </a:lnTo>
                  <a:lnTo>
                    <a:pt x="602411" y="300253"/>
                  </a:lnTo>
                  <a:close/>
                </a:path>
                <a:path w="962025" h="1350010">
                  <a:moveTo>
                    <a:pt x="618070" y="1069238"/>
                  </a:moveTo>
                  <a:lnTo>
                    <a:pt x="617728" y="1068197"/>
                  </a:lnTo>
                  <a:lnTo>
                    <a:pt x="617321" y="1066711"/>
                  </a:lnTo>
                  <a:lnTo>
                    <a:pt x="617321" y="1066139"/>
                  </a:lnTo>
                  <a:lnTo>
                    <a:pt x="616585" y="1064298"/>
                  </a:lnTo>
                  <a:lnTo>
                    <a:pt x="615721" y="1063091"/>
                  </a:lnTo>
                  <a:lnTo>
                    <a:pt x="614629" y="1061948"/>
                  </a:lnTo>
                  <a:lnTo>
                    <a:pt x="609930" y="1057592"/>
                  </a:lnTo>
                  <a:lnTo>
                    <a:pt x="602411" y="1057592"/>
                  </a:lnTo>
                  <a:lnTo>
                    <a:pt x="594944" y="1068197"/>
                  </a:lnTo>
                  <a:lnTo>
                    <a:pt x="594601" y="1069289"/>
                  </a:lnTo>
                  <a:lnTo>
                    <a:pt x="594601" y="1073251"/>
                  </a:lnTo>
                  <a:lnTo>
                    <a:pt x="595871" y="1076413"/>
                  </a:lnTo>
                  <a:lnTo>
                    <a:pt x="600227" y="1080770"/>
                  </a:lnTo>
                  <a:lnTo>
                    <a:pt x="603377" y="1082027"/>
                  </a:lnTo>
                  <a:lnTo>
                    <a:pt x="606475" y="1082027"/>
                  </a:lnTo>
                  <a:lnTo>
                    <a:pt x="609638" y="1082027"/>
                  </a:lnTo>
                  <a:lnTo>
                    <a:pt x="612444" y="1080770"/>
                  </a:lnTo>
                  <a:lnTo>
                    <a:pt x="616813" y="1076413"/>
                  </a:lnTo>
                  <a:lnTo>
                    <a:pt x="618070" y="1073594"/>
                  </a:lnTo>
                  <a:lnTo>
                    <a:pt x="618070" y="1069238"/>
                  </a:lnTo>
                  <a:close/>
                </a:path>
                <a:path w="962025" h="1350010">
                  <a:moveTo>
                    <a:pt x="618070" y="11645"/>
                  </a:moveTo>
                  <a:lnTo>
                    <a:pt x="617728" y="10617"/>
                  </a:lnTo>
                  <a:lnTo>
                    <a:pt x="617321" y="9131"/>
                  </a:lnTo>
                  <a:lnTo>
                    <a:pt x="617321" y="8610"/>
                  </a:lnTo>
                  <a:lnTo>
                    <a:pt x="616585" y="6769"/>
                  </a:lnTo>
                  <a:lnTo>
                    <a:pt x="615721" y="5511"/>
                  </a:lnTo>
                  <a:lnTo>
                    <a:pt x="614629" y="4419"/>
                  </a:lnTo>
                  <a:lnTo>
                    <a:pt x="609930" y="0"/>
                  </a:lnTo>
                  <a:lnTo>
                    <a:pt x="602411" y="0"/>
                  </a:lnTo>
                  <a:lnTo>
                    <a:pt x="594944" y="10617"/>
                  </a:lnTo>
                  <a:lnTo>
                    <a:pt x="594601" y="11709"/>
                  </a:lnTo>
                  <a:lnTo>
                    <a:pt x="594601" y="15671"/>
                  </a:lnTo>
                  <a:lnTo>
                    <a:pt x="595871" y="18821"/>
                  </a:lnTo>
                  <a:lnTo>
                    <a:pt x="600227" y="23177"/>
                  </a:lnTo>
                  <a:lnTo>
                    <a:pt x="603377" y="24447"/>
                  </a:lnTo>
                  <a:lnTo>
                    <a:pt x="606475" y="24447"/>
                  </a:lnTo>
                  <a:lnTo>
                    <a:pt x="609638" y="24447"/>
                  </a:lnTo>
                  <a:lnTo>
                    <a:pt x="612444" y="23177"/>
                  </a:lnTo>
                  <a:lnTo>
                    <a:pt x="616813" y="18821"/>
                  </a:lnTo>
                  <a:lnTo>
                    <a:pt x="618070" y="16014"/>
                  </a:lnTo>
                  <a:lnTo>
                    <a:pt x="618070" y="11645"/>
                  </a:lnTo>
                  <a:close/>
                </a:path>
                <a:path w="962025" h="1350010">
                  <a:moveTo>
                    <a:pt x="649338" y="378460"/>
                  </a:moveTo>
                  <a:lnTo>
                    <a:pt x="648081" y="375653"/>
                  </a:lnTo>
                  <a:lnTo>
                    <a:pt x="645896" y="373468"/>
                  </a:lnTo>
                  <a:lnTo>
                    <a:pt x="641540" y="369112"/>
                  </a:lnTo>
                  <a:lnTo>
                    <a:pt x="633730" y="369112"/>
                  </a:lnTo>
                  <a:lnTo>
                    <a:pt x="627138" y="375653"/>
                  </a:lnTo>
                  <a:lnTo>
                    <a:pt x="625881" y="378815"/>
                  </a:lnTo>
                  <a:lnTo>
                    <a:pt x="625881" y="385064"/>
                  </a:lnTo>
                  <a:lnTo>
                    <a:pt x="627138" y="388213"/>
                  </a:lnTo>
                  <a:lnTo>
                    <a:pt x="629666" y="390055"/>
                  </a:lnTo>
                  <a:lnTo>
                    <a:pt x="631494" y="392290"/>
                  </a:lnTo>
                  <a:lnTo>
                    <a:pt x="634657" y="393496"/>
                  </a:lnTo>
                  <a:lnTo>
                    <a:pt x="640905" y="393496"/>
                  </a:lnTo>
                  <a:lnTo>
                    <a:pt x="643724" y="392290"/>
                  </a:lnTo>
                  <a:lnTo>
                    <a:pt x="645896" y="390055"/>
                  </a:lnTo>
                  <a:lnTo>
                    <a:pt x="648081" y="388213"/>
                  </a:lnTo>
                  <a:lnTo>
                    <a:pt x="649338" y="385064"/>
                  </a:lnTo>
                  <a:lnTo>
                    <a:pt x="649338" y="378460"/>
                  </a:lnTo>
                  <a:close/>
                </a:path>
                <a:path w="962025" h="1350010">
                  <a:moveTo>
                    <a:pt x="680669" y="300253"/>
                  </a:moveTo>
                  <a:lnTo>
                    <a:pt x="679411" y="297446"/>
                  </a:lnTo>
                  <a:lnTo>
                    <a:pt x="677227" y="295211"/>
                  </a:lnTo>
                  <a:lnTo>
                    <a:pt x="672807" y="290855"/>
                  </a:lnTo>
                  <a:lnTo>
                    <a:pt x="665010" y="290855"/>
                  </a:lnTo>
                  <a:lnTo>
                    <a:pt x="660590" y="295211"/>
                  </a:lnTo>
                  <a:lnTo>
                    <a:pt x="658469" y="297446"/>
                  </a:lnTo>
                  <a:lnTo>
                    <a:pt x="657199" y="300545"/>
                  </a:lnTo>
                  <a:lnTo>
                    <a:pt x="657199" y="306514"/>
                  </a:lnTo>
                  <a:lnTo>
                    <a:pt x="658469" y="309664"/>
                  </a:lnTo>
                  <a:lnTo>
                    <a:pt x="660590" y="311848"/>
                  </a:lnTo>
                  <a:lnTo>
                    <a:pt x="662825" y="314032"/>
                  </a:lnTo>
                  <a:lnTo>
                    <a:pt x="665924" y="315290"/>
                  </a:lnTo>
                  <a:lnTo>
                    <a:pt x="672172" y="315290"/>
                  </a:lnTo>
                  <a:lnTo>
                    <a:pt x="675043" y="314032"/>
                  </a:lnTo>
                  <a:lnTo>
                    <a:pt x="679411" y="309664"/>
                  </a:lnTo>
                  <a:lnTo>
                    <a:pt x="680669" y="306857"/>
                  </a:lnTo>
                  <a:lnTo>
                    <a:pt x="680669" y="300253"/>
                  </a:lnTo>
                  <a:close/>
                </a:path>
                <a:path w="962025" h="1350010">
                  <a:moveTo>
                    <a:pt x="711936" y="425462"/>
                  </a:moveTo>
                  <a:lnTo>
                    <a:pt x="710679" y="422592"/>
                  </a:lnTo>
                  <a:lnTo>
                    <a:pt x="704138" y="416052"/>
                  </a:lnTo>
                  <a:lnTo>
                    <a:pt x="696277" y="416052"/>
                  </a:lnTo>
                  <a:lnTo>
                    <a:pt x="691921" y="420408"/>
                  </a:lnTo>
                  <a:lnTo>
                    <a:pt x="689737" y="422592"/>
                  </a:lnTo>
                  <a:lnTo>
                    <a:pt x="688530" y="425742"/>
                  </a:lnTo>
                  <a:lnTo>
                    <a:pt x="688530" y="431711"/>
                  </a:lnTo>
                  <a:lnTo>
                    <a:pt x="689737" y="434873"/>
                  </a:lnTo>
                  <a:lnTo>
                    <a:pt x="694093" y="439166"/>
                  </a:lnTo>
                  <a:lnTo>
                    <a:pt x="697191" y="440436"/>
                  </a:lnTo>
                  <a:lnTo>
                    <a:pt x="703503" y="440436"/>
                  </a:lnTo>
                  <a:lnTo>
                    <a:pt x="706323" y="439166"/>
                  </a:lnTo>
                  <a:lnTo>
                    <a:pt x="710679" y="434809"/>
                  </a:lnTo>
                  <a:lnTo>
                    <a:pt x="711936" y="432054"/>
                  </a:lnTo>
                  <a:lnTo>
                    <a:pt x="711936" y="425462"/>
                  </a:lnTo>
                  <a:close/>
                </a:path>
                <a:path w="962025" h="1350010">
                  <a:moveTo>
                    <a:pt x="751078" y="597814"/>
                  </a:moveTo>
                  <a:lnTo>
                    <a:pt x="749808" y="594728"/>
                  </a:lnTo>
                  <a:lnTo>
                    <a:pt x="747636" y="592543"/>
                  </a:lnTo>
                  <a:lnTo>
                    <a:pt x="743839" y="588530"/>
                  </a:lnTo>
                  <a:lnTo>
                    <a:pt x="735469" y="588175"/>
                  </a:lnTo>
                  <a:lnTo>
                    <a:pt x="728865" y="594728"/>
                  </a:lnTo>
                  <a:lnTo>
                    <a:pt x="727608" y="597535"/>
                  </a:lnTo>
                  <a:lnTo>
                    <a:pt x="727608" y="600684"/>
                  </a:lnTo>
                  <a:lnTo>
                    <a:pt x="727608" y="604126"/>
                  </a:lnTo>
                  <a:lnTo>
                    <a:pt x="728865" y="606945"/>
                  </a:lnTo>
                  <a:lnTo>
                    <a:pt x="733234" y="611365"/>
                  </a:lnTo>
                  <a:lnTo>
                    <a:pt x="736333" y="612571"/>
                  </a:lnTo>
                  <a:lnTo>
                    <a:pt x="742581" y="612571"/>
                  </a:lnTo>
                  <a:lnTo>
                    <a:pt x="745731" y="611365"/>
                  </a:lnTo>
                  <a:lnTo>
                    <a:pt x="747915" y="609117"/>
                  </a:lnTo>
                  <a:lnTo>
                    <a:pt x="749808" y="606945"/>
                  </a:lnTo>
                  <a:lnTo>
                    <a:pt x="751078" y="603846"/>
                  </a:lnTo>
                  <a:lnTo>
                    <a:pt x="751078" y="597814"/>
                  </a:lnTo>
                  <a:close/>
                </a:path>
                <a:path w="962025" h="1350010">
                  <a:moveTo>
                    <a:pt x="758939" y="457009"/>
                  </a:moveTo>
                  <a:lnTo>
                    <a:pt x="757669" y="453923"/>
                  </a:lnTo>
                  <a:lnTo>
                    <a:pt x="755497" y="451739"/>
                  </a:lnTo>
                  <a:lnTo>
                    <a:pt x="751700" y="447662"/>
                  </a:lnTo>
                  <a:lnTo>
                    <a:pt x="743267" y="447319"/>
                  </a:lnTo>
                  <a:lnTo>
                    <a:pt x="736676" y="453923"/>
                  </a:lnTo>
                  <a:lnTo>
                    <a:pt x="735469" y="456730"/>
                  </a:lnTo>
                  <a:lnTo>
                    <a:pt x="735469" y="463321"/>
                  </a:lnTo>
                  <a:lnTo>
                    <a:pt x="736676" y="466420"/>
                  </a:lnTo>
                  <a:lnTo>
                    <a:pt x="739190" y="468325"/>
                  </a:lnTo>
                  <a:lnTo>
                    <a:pt x="741095" y="470496"/>
                  </a:lnTo>
                  <a:lnTo>
                    <a:pt x="744181" y="471766"/>
                  </a:lnTo>
                  <a:lnTo>
                    <a:pt x="750443" y="471766"/>
                  </a:lnTo>
                  <a:lnTo>
                    <a:pt x="753592" y="470496"/>
                  </a:lnTo>
                  <a:lnTo>
                    <a:pt x="755777" y="468325"/>
                  </a:lnTo>
                  <a:lnTo>
                    <a:pt x="757669" y="466140"/>
                  </a:lnTo>
                  <a:lnTo>
                    <a:pt x="758939" y="463321"/>
                  </a:lnTo>
                  <a:lnTo>
                    <a:pt x="758939" y="457009"/>
                  </a:lnTo>
                  <a:close/>
                </a:path>
                <a:path w="962025" h="1350010">
                  <a:moveTo>
                    <a:pt x="758939" y="362864"/>
                  </a:moveTo>
                  <a:lnTo>
                    <a:pt x="757669" y="360045"/>
                  </a:lnTo>
                  <a:lnTo>
                    <a:pt x="755497" y="357809"/>
                  </a:lnTo>
                  <a:lnTo>
                    <a:pt x="751700" y="353796"/>
                  </a:lnTo>
                  <a:lnTo>
                    <a:pt x="743559" y="353453"/>
                  </a:lnTo>
                  <a:lnTo>
                    <a:pt x="738847" y="357809"/>
                  </a:lnTo>
                  <a:lnTo>
                    <a:pt x="736676" y="359702"/>
                  </a:lnTo>
                  <a:lnTo>
                    <a:pt x="735469" y="362864"/>
                  </a:lnTo>
                  <a:lnTo>
                    <a:pt x="735469" y="369455"/>
                  </a:lnTo>
                  <a:lnTo>
                    <a:pt x="736676" y="372262"/>
                  </a:lnTo>
                  <a:lnTo>
                    <a:pt x="741095" y="376631"/>
                  </a:lnTo>
                  <a:lnTo>
                    <a:pt x="744181" y="377888"/>
                  </a:lnTo>
                  <a:lnTo>
                    <a:pt x="750443" y="377888"/>
                  </a:lnTo>
                  <a:lnTo>
                    <a:pt x="753592" y="376631"/>
                  </a:lnTo>
                  <a:lnTo>
                    <a:pt x="755777" y="374396"/>
                  </a:lnTo>
                  <a:lnTo>
                    <a:pt x="757669" y="372262"/>
                  </a:lnTo>
                  <a:lnTo>
                    <a:pt x="758939" y="369112"/>
                  </a:lnTo>
                  <a:lnTo>
                    <a:pt x="758939" y="362864"/>
                  </a:lnTo>
                  <a:close/>
                </a:path>
                <a:path w="962025" h="1350010">
                  <a:moveTo>
                    <a:pt x="790206" y="534987"/>
                  </a:moveTo>
                  <a:lnTo>
                    <a:pt x="788936" y="531837"/>
                  </a:lnTo>
                  <a:lnTo>
                    <a:pt x="786765" y="529945"/>
                  </a:lnTo>
                  <a:lnTo>
                    <a:pt x="782980" y="525932"/>
                  </a:lnTo>
                  <a:lnTo>
                    <a:pt x="774890" y="525576"/>
                  </a:lnTo>
                  <a:lnTo>
                    <a:pt x="770178" y="529945"/>
                  </a:lnTo>
                  <a:lnTo>
                    <a:pt x="767994" y="532117"/>
                  </a:lnTo>
                  <a:lnTo>
                    <a:pt x="766737" y="534987"/>
                  </a:lnTo>
                  <a:lnTo>
                    <a:pt x="766737" y="541248"/>
                  </a:lnTo>
                  <a:lnTo>
                    <a:pt x="767994" y="544398"/>
                  </a:lnTo>
                  <a:lnTo>
                    <a:pt x="770178" y="546519"/>
                  </a:lnTo>
                  <a:lnTo>
                    <a:pt x="772363" y="548767"/>
                  </a:lnTo>
                  <a:lnTo>
                    <a:pt x="775462" y="550024"/>
                  </a:lnTo>
                  <a:lnTo>
                    <a:pt x="778611" y="549973"/>
                  </a:lnTo>
                  <a:lnTo>
                    <a:pt x="781773" y="549973"/>
                  </a:lnTo>
                  <a:lnTo>
                    <a:pt x="784923" y="548767"/>
                  </a:lnTo>
                  <a:lnTo>
                    <a:pt x="787044" y="546519"/>
                  </a:lnTo>
                  <a:lnTo>
                    <a:pt x="788936" y="544347"/>
                  </a:lnTo>
                  <a:lnTo>
                    <a:pt x="790206" y="541185"/>
                  </a:lnTo>
                  <a:lnTo>
                    <a:pt x="790206" y="534987"/>
                  </a:lnTo>
                  <a:close/>
                </a:path>
                <a:path w="962025" h="1350010">
                  <a:moveTo>
                    <a:pt x="805865" y="441413"/>
                  </a:moveTo>
                  <a:lnTo>
                    <a:pt x="804608" y="438251"/>
                  </a:lnTo>
                  <a:lnTo>
                    <a:pt x="802424" y="436067"/>
                  </a:lnTo>
                  <a:lnTo>
                    <a:pt x="798639" y="431711"/>
                  </a:lnTo>
                  <a:lnTo>
                    <a:pt x="790206" y="431711"/>
                  </a:lnTo>
                  <a:lnTo>
                    <a:pt x="783602" y="438251"/>
                  </a:lnTo>
                  <a:lnTo>
                    <a:pt x="782345" y="441413"/>
                  </a:lnTo>
                  <a:lnTo>
                    <a:pt x="782345" y="447662"/>
                  </a:lnTo>
                  <a:lnTo>
                    <a:pt x="783602" y="450824"/>
                  </a:lnTo>
                  <a:lnTo>
                    <a:pt x="786130" y="452653"/>
                  </a:lnTo>
                  <a:lnTo>
                    <a:pt x="787971" y="454837"/>
                  </a:lnTo>
                  <a:lnTo>
                    <a:pt x="791121" y="456095"/>
                  </a:lnTo>
                  <a:lnTo>
                    <a:pt x="797382" y="456095"/>
                  </a:lnTo>
                  <a:lnTo>
                    <a:pt x="800531" y="454888"/>
                  </a:lnTo>
                  <a:lnTo>
                    <a:pt x="802716" y="452653"/>
                  </a:lnTo>
                  <a:lnTo>
                    <a:pt x="804608" y="450824"/>
                  </a:lnTo>
                  <a:lnTo>
                    <a:pt x="805865" y="447662"/>
                  </a:lnTo>
                  <a:lnTo>
                    <a:pt x="805865" y="441413"/>
                  </a:lnTo>
                  <a:close/>
                </a:path>
                <a:path w="962025" h="1350010">
                  <a:moveTo>
                    <a:pt x="821474" y="722731"/>
                  </a:moveTo>
                  <a:lnTo>
                    <a:pt x="820216" y="719632"/>
                  </a:lnTo>
                  <a:lnTo>
                    <a:pt x="818032" y="717740"/>
                  </a:lnTo>
                  <a:lnTo>
                    <a:pt x="814298" y="713727"/>
                  </a:lnTo>
                  <a:lnTo>
                    <a:pt x="806157" y="713384"/>
                  </a:lnTo>
                  <a:lnTo>
                    <a:pt x="801446" y="717740"/>
                  </a:lnTo>
                  <a:lnTo>
                    <a:pt x="799274" y="719924"/>
                  </a:lnTo>
                  <a:lnTo>
                    <a:pt x="798068" y="722731"/>
                  </a:lnTo>
                  <a:lnTo>
                    <a:pt x="798068" y="729043"/>
                  </a:lnTo>
                  <a:lnTo>
                    <a:pt x="799274" y="732142"/>
                  </a:lnTo>
                  <a:lnTo>
                    <a:pt x="801446" y="734326"/>
                  </a:lnTo>
                  <a:lnTo>
                    <a:pt x="803694" y="736498"/>
                  </a:lnTo>
                  <a:lnTo>
                    <a:pt x="806792" y="737768"/>
                  </a:lnTo>
                  <a:lnTo>
                    <a:pt x="813041" y="737768"/>
                  </a:lnTo>
                  <a:lnTo>
                    <a:pt x="816190" y="736498"/>
                  </a:lnTo>
                  <a:lnTo>
                    <a:pt x="818324" y="734326"/>
                  </a:lnTo>
                  <a:lnTo>
                    <a:pt x="820216" y="732142"/>
                  </a:lnTo>
                  <a:lnTo>
                    <a:pt x="821474" y="729335"/>
                  </a:lnTo>
                  <a:lnTo>
                    <a:pt x="821474" y="722731"/>
                  </a:lnTo>
                  <a:close/>
                </a:path>
                <a:path w="962025" h="1350010">
                  <a:moveTo>
                    <a:pt x="821537" y="635114"/>
                  </a:moveTo>
                  <a:lnTo>
                    <a:pt x="821474" y="632307"/>
                  </a:lnTo>
                  <a:lnTo>
                    <a:pt x="821474" y="628865"/>
                  </a:lnTo>
                  <a:lnTo>
                    <a:pt x="820216" y="625767"/>
                  </a:lnTo>
                  <a:lnTo>
                    <a:pt x="818032" y="623874"/>
                  </a:lnTo>
                  <a:lnTo>
                    <a:pt x="814298" y="619798"/>
                  </a:lnTo>
                  <a:lnTo>
                    <a:pt x="805865" y="619455"/>
                  </a:lnTo>
                  <a:lnTo>
                    <a:pt x="799274" y="626046"/>
                  </a:lnTo>
                  <a:lnTo>
                    <a:pt x="798068" y="628865"/>
                  </a:lnTo>
                  <a:lnTo>
                    <a:pt x="798068" y="635114"/>
                  </a:lnTo>
                  <a:lnTo>
                    <a:pt x="799274" y="638276"/>
                  </a:lnTo>
                  <a:lnTo>
                    <a:pt x="801446" y="640448"/>
                  </a:lnTo>
                  <a:lnTo>
                    <a:pt x="803922" y="642632"/>
                  </a:lnTo>
                  <a:lnTo>
                    <a:pt x="806792" y="643890"/>
                  </a:lnTo>
                  <a:lnTo>
                    <a:pt x="813041" y="643890"/>
                  </a:lnTo>
                  <a:lnTo>
                    <a:pt x="815848" y="642632"/>
                  </a:lnTo>
                  <a:lnTo>
                    <a:pt x="818032" y="640448"/>
                  </a:lnTo>
                  <a:lnTo>
                    <a:pt x="820267" y="638276"/>
                  </a:lnTo>
                  <a:lnTo>
                    <a:pt x="821537" y="635114"/>
                  </a:lnTo>
                  <a:close/>
                </a:path>
                <a:path w="962025" h="1350010">
                  <a:moveTo>
                    <a:pt x="837145" y="816940"/>
                  </a:moveTo>
                  <a:lnTo>
                    <a:pt x="835875" y="813841"/>
                  </a:lnTo>
                  <a:lnTo>
                    <a:pt x="833691" y="811606"/>
                  </a:lnTo>
                  <a:lnTo>
                    <a:pt x="829970" y="807593"/>
                  </a:lnTo>
                  <a:lnTo>
                    <a:pt x="821537" y="807250"/>
                  </a:lnTo>
                  <a:lnTo>
                    <a:pt x="814933" y="813790"/>
                  </a:lnTo>
                  <a:lnTo>
                    <a:pt x="813676" y="816940"/>
                  </a:lnTo>
                  <a:lnTo>
                    <a:pt x="813676" y="822909"/>
                  </a:lnTo>
                  <a:lnTo>
                    <a:pt x="814933" y="826071"/>
                  </a:lnTo>
                  <a:lnTo>
                    <a:pt x="819289" y="830427"/>
                  </a:lnTo>
                  <a:lnTo>
                    <a:pt x="822388" y="831697"/>
                  </a:lnTo>
                  <a:lnTo>
                    <a:pt x="825550" y="831697"/>
                  </a:lnTo>
                  <a:lnTo>
                    <a:pt x="828700" y="831697"/>
                  </a:lnTo>
                  <a:lnTo>
                    <a:pt x="831862" y="830427"/>
                  </a:lnTo>
                  <a:lnTo>
                    <a:pt x="833983" y="828243"/>
                  </a:lnTo>
                  <a:lnTo>
                    <a:pt x="835875" y="826071"/>
                  </a:lnTo>
                  <a:lnTo>
                    <a:pt x="837145" y="822909"/>
                  </a:lnTo>
                  <a:lnTo>
                    <a:pt x="837145" y="816940"/>
                  </a:lnTo>
                  <a:close/>
                </a:path>
                <a:path w="962025" h="1350010">
                  <a:moveTo>
                    <a:pt x="852805" y="675792"/>
                  </a:moveTo>
                  <a:lnTo>
                    <a:pt x="851547" y="672985"/>
                  </a:lnTo>
                  <a:lnTo>
                    <a:pt x="844943" y="666445"/>
                  </a:lnTo>
                  <a:lnTo>
                    <a:pt x="837145" y="666445"/>
                  </a:lnTo>
                  <a:lnTo>
                    <a:pt x="830592" y="672985"/>
                  </a:lnTo>
                  <a:lnTo>
                    <a:pt x="829335" y="676084"/>
                  </a:lnTo>
                  <a:lnTo>
                    <a:pt x="829335" y="682053"/>
                  </a:lnTo>
                  <a:lnTo>
                    <a:pt x="830592" y="685203"/>
                  </a:lnTo>
                  <a:lnTo>
                    <a:pt x="834961" y="689571"/>
                  </a:lnTo>
                  <a:lnTo>
                    <a:pt x="838060" y="690829"/>
                  </a:lnTo>
                  <a:lnTo>
                    <a:pt x="841209" y="690829"/>
                  </a:lnTo>
                  <a:lnTo>
                    <a:pt x="844308" y="690829"/>
                  </a:lnTo>
                  <a:lnTo>
                    <a:pt x="847178" y="689571"/>
                  </a:lnTo>
                  <a:lnTo>
                    <a:pt x="851547" y="685203"/>
                  </a:lnTo>
                  <a:lnTo>
                    <a:pt x="852805" y="682396"/>
                  </a:lnTo>
                  <a:lnTo>
                    <a:pt x="852805" y="675792"/>
                  </a:lnTo>
                  <a:close/>
                </a:path>
                <a:path w="962025" h="1350010">
                  <a:moveTo>
                    <a:pt x="868464" y="550595"/>
                  </a:moveTo>
                  <a:lnTo>
                    <a:pt x="867206" y="547497"/>
                  </a:lnTo>
                  <a:lnTo>
                    <a:pt x="865022" y="545604"/>
                  </a:lnTo>
                  <a:lnTo>
                    <a:pt x="861237" y="541591"/>
                  </a:lnTo>
                  <a:lnTo>
                    <a:pt x="853097" y="541248"/>
                  </a:lnTo>
                  <a:lnTo>
                    <a:pt x="848385" y="545604"/>
                  </a:lnTo>
                  <a:lnTo>
                    <a:pt x="846264" y="547789"/>
                  </a:lnTo>
                  <a:lnTo>
                    <a:pt x="844994" y="550595"/>
                  </a:lnTo>
                  <a:lnTo>
                    <a:pt x="844994" y="556907"/>
                  </a:lnTo>
                  <a:lnTo>
                    <a:pt x="846264" y="560006"/>
                  </a:lnTo>
                  <a:lnTo>
                    <a:pt x="848385" y="562190"/>
                  </a:lnTo>
                  <a:lnTo>
                    <a:pt x="850569" y="564375"/>
                  </a:lnTo>
                  <a:lnTo>
                    <a:pt x="853719" y="565632"/>
                  </a:lnTo>
                  <a:lnTo>
                    <a:pt x="859980" y="565632"/>
                  </a:lnTo>
                  <a:lnTo>
                    <a:pt x="863130" y="564375"/>
                  </a:lnTo>
                  <a:lnTo>
                    <a:pt x="865314" y="562190"/>
                  </a:lnTo>
                  <a:lnTo>
                    <a:pt x="867206" y="560006"/>
                  </a:lnTo>
                  <a:lnTo>
                    <a:pt x="868464" y="556856"/>
                  </a:lnTo>
                  <a:lnTo>
                    <a:pt x="868464" y="550595"/>
                  </a:lnTo>
                  <a:close/>
                </a:path>
                <a:path w="962025" h="1350010">
                  <a:moveTo>
                    <a:pt x="875233" y="761923"/>
                  </a:moveTo>
                  <a:lnTo>
                    <a:pt x="871334" y="760996"/>
                  </a:lnTo>
                  <a:lnTo>
                    <a:pt x="866914" y="761809"/>
                  </a:lnTo>
                  <a:lnTo>
                    <a:pt x="861872" y="766851"/>
                  </a:lnTo>
                  <a:lnTo>
                    <a:pt x="860602" y="769670"/>
                  </a:lnTo>
                  <a:lnTo>
                    <a:pt x="860602" y="775982"/>
                  </a:lnTo>
                  <a:lnTo>
                    <a:pt x="861872" y="779132"/>
                  </a:lnTo>
                  <a:lnTo>
                    <a:pt x="864044" y="781253"/>
                  </a:lnTo>
                  <a:lnTo>
                    <a:pt x="864450" y="781710"/>
                  </a:lnTo>
                  <a:lnTo>
                    <a:pt x="865085" y="781888"/>
                  </a:lnTo>
                  <a:lnTo>
                    <a:pt x="865543" y="782294"/>
                  </a:lnTo>
                  <a:lnTo>
                    <a:pt x="868756" y="775462"/>
                  </a:lnTo>
                  <a:lnTo>
                    <a:pt x="872197" y="768743"/>
                  </a:lnTo>
                  <a:lnTo>
                    <a:pt x="875233" y="761923"/>
                  </a:lnTo>
                  <a:close/>
                </a:path>
                <a:path w="962025" h="1350010">
                  <a:moveTo>
                    <a:pt x="915403" y="300253"/>
                  </a:moveTo>
                  <a:lnTo>
                    <a:pt x="914146" y="297103"/>
                  </a:lnTo>
                  <a:lnTo>
                    <a:pt x="911961" y="295211"/>
                  </a:lnTo>
                  <a:lnTo>
                    <a:pt x="908177" y="291198"/>
                  </a:lnTo>
                  <a:lnTo>
                    <a:pt x="899744" y="290855"/>
                  </a:lnTo>
                  <a:lnTo>
                    <a:pt x="895375" y="295211"/>
                  </a:lnTo>
                  <a:lnTo>
                    <a:pt x="893203" y="297446"/>
                  </a:lnTo>
                  <a:lnTo>
                    <a:pt x="891933" y="300253"/>
                  </a:lnTo>
                  <a:lnTo>
                    <a:pt x="891933" y="303707"/>
                  </a:lnTo>
                  <a:lnTo>
                    <a:pt x="891933" y="306514"/>
                  </a:lnTo>
                  <a:lnTo>
                    <a:pt x="893203" y="309664"/>
                  </a:lnTo>
                  <a:lnTo>
                    <a:pt x="897496" y="314032"/>
                  </a:lnTo>
                  <a:lnTo>
                    <a:pt x="900658" y="315290"/>
                  </a:lnTo>
                  <a:lnTo>
                    <a:pt x="906907" y="315290"/>
                  </a:lnTo>
                  <a:lnTo>
                    <a:pt x="910069" y="314032"/>
                  </a:lnTo>
                  <a:lnTo>
                    <a:pt x="912253" y="311848"/>
                  </a:lnTo>
                  <a:lnTo>
                    <a:pt x="914146" y="309664"/>
                  </a:lnTo>
                  <a:lnTo>
                    <a:pt x="915403" y="306857"/>
                  </a:lnTo>
                  <a:lnTo>
                    <a:pt x="915403" y="300253"/>
                  </a:lnTo>
                  <a:close/>
                </a:path>
                <a:path w="962025" h="1350010">
                  <a:moveTo>
                    <a:pt x="919759" y="639470"/>
                  </a:moveTo>
                  <a:lnTo>
                    <a:pt x="915403" y="635114"/>
                  </a:lnTo>
                  <a:lnTo>
                    <a:pt x="907542" y="635114"/>
                  </a:lnTo>
                  <a:lnTo>
                    <a:pt x="903122" y="639470"/>
                  </a:lnTo>
                  <a:lnTo>
                    <a:pt x="901001" y="641718"/>
                  </a:lnTo>
                  <a:lnTo>
                    <a:pt x="899744" y="644525"/>
                  </a:lnTo>
                  <a:lnTo>
                    <a:pt x="899744" y="650786"/>
                  </a:lnTo>
                  <a:lnTo>
                    <a:pt x="901001" y="653935"/>
                  </a:lnTo>
                  <a:lnTo>
                    <a:pt x="903122" y="656120"/>
                  </a:lnTo>
                  <a:lnTo>
                    <a:pt x="905357" y="658291"/>
                  </a:lnTo>
                  <a:lnTo>
                    <a:pt x="908456" y="659561"/>
                  </a:lnTo>
                  <a:lnTo>
                    <a:pt x="912533" y="659561"/>
                  </a:lnTo>
                  <a:lnTo>
                    <a:pt x="913282" y="659218"/>
                  </a:lnTo>
                  <a:lnTo>
                    <a:pt x="914146" y="659041"/>
                  </a:lnTo>
                  <a:lnTo>
                    <a:pt x="916203" y="652564"/>
                  </a:lnTo>
                  <a:lnTo>
                    <a:pt x="917867" y="646023"/>
                  </a:lnTo>
                  <a:lnTo>
                    <a:pt x="919759" y="639470"/>
                  </a:lnTo>
                  <a:close/>
                </a:path>
                <a:path w="962025" h="1350010">
                  <a:moveTo>
                    <a:pt x="931062" y="347192"/>
                  </a:moveTo>
                  <a:lnTo>
                    <a:pt x="929805" y="344385"/>
                  </a:lnTo>
                  <a:lnTo>
                    <a:pt x="927569" y="342201"/>
                  </a:lnTo>
                  <a:lnTo>
                    <a:pt x="923556" y="338124"/>
                  </a:lnTo>
                  <a:lnTo>
                    <a:pt x="915403" y="337845"/>
                  </a:lnTo>
                  <a:lnTo>
                    <a:pt x="910983" y="342201"/>
                  </a:lnTo>
                  <a:lnTo>
                    <a:pt x="908862" y="344385"/>
                  </a:lnTo>
                  <a:lnTo>
                    <a:pt x="907605" y="347484"/>
                  </a:lnTo>
                  <a:lnTo>
                    <a:pt x="907605" y="353453"/>
                  </a:lnTo>
                  <a:lnTo>
                    <a:pt x="908799" y="356603"/>
                  </a:lnTo>
                  <a:lnTo>
                    <a:pt x="913218" y="360959"/>
                  </a:lnTo>
                  <a:lnTo>
                    <a:pt x="916317" y="362229"/>
                  </a:lnTo>
                  <a:lnTo>
                    <a:pt x="919480" y="362229"/>
                  </a:lnTo>
                  <a:lnTo>
                    <a:pt x="922578" y="362229"/>
                  </a:lnTo>
                  <a:lnTo>
                    <a:pt x="925728" y="360959"/>
                  </a:lnTo>
                  <a:lnTo>
                    <a:pt x="927912" y="358787"/>
                  </a:lnTo>
                  <a:lnTo>
                    <a:pt x="929805" y="356603"/>
                  </a:lnTo>
                  <a:lnTo>
                    <a:pt x="931062" y="353796"/>
                  </a:lnTo>
                  <a:lnTo>
                    <a:pt x="931062" y="347192"/>
                  </a:lnTo>
                  <a:close/>
                </a:path>
                <a:path w="962025" h="1350010">
                  <a:moveTo>
                    <a:pt x="958672" y="435952"/>
                  </a:moveTo>
                  <a:lnTo>
                    <a:pt x="954874" y="432054"/>
                  </a:lnTo>
                  <a:lnTo>
                    <a:pt x="946899" y="431774"/>
                  </a:lnTo>
                  <a:lnTo>
                    <a:pt x="942251" y="436067"/>
                  </a:lnTo>
                  <a:lnTo>
                    <a:pt x="940130" y="437972"/>
                  </a:lnTo>
                  <a:lnTo>
                    <a:pt x="938872" y="441058"/>
                  </a:lnTo>
                  <a:lnTo>
                    <a:pt x="938872" y="447662"/>
                  </a:lnTo>
                  <a:lnTo>
                    <a:pt x="940130" y="450469"/>
                  </a:lnTo>
                  <a:lnTo>
                    <a:pt x="942251" y="452653"/>
                  </a:lnTo>
                  <a:lnTo>
                    <a:pt x="944499" y="454837"/>
                  </a:lnTo>
                  <a:lnTo>
                    <a:pt x="947597" y="456095"/>
                  </a:lnTo>
                  <a:lnTo>
                    <a:pt x="950747" y="456095"/>
                  </a:lnTo>
                  <a:lnTo>
                    <a:pt x="952982" y="456095"/>
                  </a:lnTo>
                  <a:lnTo>
                    <a:pt x="955052" y="455295"/>
                  </a:lnTo>
                  <a:lnTo>
                    <a:pt x="956945" y="454152"/>
                  </a:lnTo>
                  <a:lnTo>
                    <a:pt x="957580" y="448068"/>
                  </a:lnTo>
                  <a:lnTo>
                    <a:pt x="958151" y="442036"/>
                  </a:lnTo>
                  <a:lnTo>
                    <a:pt x="958672" y="435952"/>
                  </a:lnTo>
                  <a:close/>
                </a:path>
                <a:path w="962025" h="1350010">
                  <a:moveTo>
                    <a:pt x="961999" y="298767"/>
                  </a:moveTo>
                  <a:lnTo>
                    <a:pt x="961707" y="291706"/>
                  </a:lnTo>
                  <a:lnTo>
                    <a:pt x="961593" y="284708"/>
                  </a:lnTo>
                  <a:lnTo>
                    <a:pt x="961186" y="277647"/>
                  </a:lnTo>
                  <a:lnTo>
                    <a:pt x="958900" y="278688"/>
                  </a:lnTo>
                  <a:lnTo>
                    <a:pt x="957922" y="279603"/>
                  </a:lnTo>
                  <a:lnTo>
                    <a:pt x="955802" y="281787"/>
                  </a:lnTo>
                  <a:lnTo>
                    <a:pt x="954481" y="284594"/>
                  </a:lnTo>
                  <a:lnTo>
                    <a:pt x="954532" y="288036"/>
                  </a:lnTo>
                  <a:lnTo>
                    <a:pt x="954532" y="291198"/>
                  </a:lnTo>
                  <a:lnTo>
                    <a:pt x="955802" y="294005"/>
                  </a:lnTo>
                  <a:lnTo>
                    <a:pt x="959065" y="297332"/>
                  </a:lnTo>
                  <a:lnTo>
                    <a:pt x="960501" y="298196"/>
                  </a:lnTo>
                  <a:lnTo>
                    <a:pt x="961999" y="298767"/>
                  </a:lnTo>
                  <a:close/>
                </a:path>
              </a:pathLst>
            </a:custGeom>
            <a:solidFill>
              <a:srgbClr val="F5BDBD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615351" cy="3060700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0" y="6557288"/>
            <a:ext cx="5128260" cy="3729990"/>
            <a:chOff x="0" y="6557288"/>
            <a:chExt cx="5128260" cy="3729990"/>
          </a:xfrm>
        </p:grpSpPr>
        <p:sp>
          <p:nvSpPr>
            <p:cNvPr id="14" name="object 14"/>
            <p:cNvSpPr/>
            <p:nvPr/>
          </p:nvSpPr>
          <p:spPr>
            <a:xfrm>
              <a:off x="0" y="6590156"/>
              <a:ext cx="5034280" cy="3696970"/>
            </a:xfrm>
            <a:custGeom>
              <a:avLst/>
              <a:gdLst/>
              <a:ahLst/>
              <a:cxnLst/>
              <a:rect l="l" t="t" r="r" b="b"/>
              <a:pathLst>
                <a:path w="5034280" h="3696970">
                  <a:moveTo>
                    <a:pt x="2148763" y="1863153"/>
                  </a:moveTo>
                  <a:lnTo>
                    <a:pt x="2148141" y="1815795"/>
                  </a:lnTo>
                  <a:lnTo>
                    <a:pt x="2146287" y="1768729"/>
                  </a:lnTo>
                  <a:lnTo>
                    <a:pt x="2143226" y="1721980"/>
                  </a:lnTo>
                  <a:lnTo>
                    <a:pt x="2138959" y="1675536"/>
                  </a:lnTo>
                  <a:lnTo>
                    <a:pt x="2133511" y="1629422"/>
                  </a:lnTo>
                  <a:lnTo>
                    <a:pt x="2126881" y="1583664"/>
                  </a:lnTo>
                  <a:lnTo>
                    <a:pt x="2119109" y="1538262"/>
                  </a:lnTo>
                  <a:lnTo>
                    <a:pt x="2110181" y="1493240"/>
                  </a:lnTo>
                  <a:lnTo>
                    <a:pt x="2100135" y="1448600"/>
                  </a:lnTo>
                  <a:lnTo>
                    <a:pt x="2088972" y="1404366"/>
                  </a:lnTo>
                  <a:lnTo>
                    <a:pt x="2076716" y="1360551"/>
                  </a:lnTo>
                  <a:lnTo>
                    <a:pt x="2070849" y="1341488"/>
                  </a:lnTo>
                  <a:lnTo>
                    <a:pt x="2063369" y="1317167"/>
                  </a:lnTo>
                  <a:lnTo>
                    <a:pt x="2048954" y="1274229"/>
                  </a:lnTo>
                  <a:lnTo>
                    <a:pt x="2033485" y="1231734"/>
                  </a:lnTo>
                  <a:lnTo>
                    <a:pt x="2016988" y="1189723"/>
                  </a:lnTo>
                  <a:lnTo>
                    <a:pt x="1999462" y="1148207"/>
                  </a:lnTo>
                  <a:lnTo>
                    <a:pt x="1980920" y="1107173"/>
                  </a:lnTo>
                  <a:lnTo>
                    <a:pt x="1961388" y="1066660"/>
                  </a:lnTo>
                  <a:lnTo>
                    <a:pt x="1940864" y="1026680"/>
                  </a:lnTo>
                  <a:lnTo>
                    <a:pt x="1919389" y="987247"/>
                  </a:lnTo>
                  <a:lnTo>
                    <a:pt x="1896960" y="948359"/>
                  </a:lnTo>
                  <a:lnTo>
                    <a:pt x="1873592" y="910043"/>
                  </a:lnTo>
                  <a:lnTo>
                    <a:pt x="1849297" y="872312"/>
                  </a:lnTo>
                  <a:lnTo>
                    <a:pt x="1824101" y="835177"/>
                  </a:lnTo>
                  <a:lnTo>
                    <a:pt x="1798015" y="798664"/>
                  </a:lnTo>
                  <a:lnTo>
                    <a:pt x="1771053" y="762762"/>
                  </a:lnTo>
                  <a:lnTo>
                    <a:pt x="1743214" y="727506"/>
                  </a:lnTo>
                  <a:lnTo>
                    <a:pt x="1714538" y="692912"/>
                  </a:lnTo>
                  <a:lnTo>
                    <a:pt x="1685023" y="658977"/>
                  </a:lnTo>
                  <a:lnTo>
                    <a:pt x="1654695" y="625729"/>
                  </a:lnTo>
                  <a:lnTo>
                    <a:pt x="1623555" y="593166"/>
                  </a:lnTo>
                  <a:lnTo>
                    <a:pt x="1591640" y="561327"/>
                  </a:lnTo>
                  <a:lnTo>
                    <a:pt x="1558937" y="530199"/>
                  </a:lnTo>
                  <a:lnTo>
                    <a:pt x="1525473" y="499821"/>
                  </a:lnTo>
                  <a:lnTo>
                    <a:pt x="1491272" y="470192"/>
                  </a:lnTo>
                  <a:lnTo>
                    <a:pt x="1456334" y="441325"/>
                  </a:lnTo>
                  <a:lnTo>
                    <a:pt x="1420672" y="413232"/>
                  </a:lnTo>
                  <a:lnTo>
                    <a:pt x="1384325" y="385940"/>
                  </a:lnTo>
                  <a:lnTo>
                    <a:pt x="1347279" y="359460"/>
                  </a:lnTo>
                  <a:lnTo>
                    <a:pt x="1309560" y="333794"/>
                  </a:lnTo>
                  <a:lnTo>
                    <a:pt x="1271193" y="308965"/>
                  </a:lnTo>
                  <a:lnTo>
                    <a:pt x="1232179" y="284988"/>
                  </a:lnTo>
                  <a:lnTo>
                    <a:pt x="1192530" y="261861"/>
                  </a:lnTo>
                  <a:lnTo>
                    <a:pt x="1152283" y="239623"/>
                  </a:lnTo>
                  <a:lnTo>
                    <a:pt x="1111427" y="218274"/>
                  </a:lnTo>
                  <a:lnTo>
                    <a:pt x="1069987" y="197840"/>
                  </a:lnTo>
                  <a:lnTo>
                    <a:pt x="1027976" y="178308"/>
                  </a:lnTo>
                  <a:lnTo>
                    <a:pt x="985405" y="159727"/>
                  </a:lnTo>
                  <a:lnTo>
                    <a:pt x="942301" y="142074"/>
                  </a:lnTo>
                  <a:lnTo>
                    <a:pt x="898677" y="125399"/>
                  </a:lnTo>
                  <a:lnTo>
                    <a:pt x="854532" y="109689"/>
                  </a:lnTo>
                  <a:lnTo>
                    <a:pt x="834263" y="103009"/>
                  </a:lnTo>
                  <a:lnTo>
                    <a:pt x="834263" y="1204810"/>
                  </a:lnTo>
                  <a:lnTo>
                    <a:pt x="829665" y="1244206"/>
                  </a:lnTo>
                  <a:lnTo>
                    <a:pt x="790790" y="1305064"/>
                  </a:lnTo>
                  <a:lnTo>
                    <a:pt x="722858" y="1337564"/>
                  </a:lnTo>
                  <a:lnTo>
                    <a:pt x="716661" y="1338160"/>
                  </a:lnTo>
                  <a:lnTo>
                    <a:pt x="716661" y="2204288"/>
                  </a:lnTo>
                  <a:lnTo>
                    <a:pt x="713384" y="2251278"/>
                  </a:lnTo>
                  <a:lnTo>
                    <a:pt x="699490" y="2295385"/>
                  </a:lnTo>
                  <a:lnTo>
                    <a:pt x="673442" y="2333802"/>
                  </a:lnTo>
                  <a:lnTo>
                    <a:pt x="634187" y="2362911"/>
                  </a:lnTo>
                  <a:lnTo>
                    <a:pt x="591223" y="2374582"/>
                  </a:lnTo>
                  <a:lnTo>
                    <a:pt x="548170" y="2370531"/>
                  </a:lnTo>
                  <a:lnTo>
                    <a:pt x="508609" y="2352484"/>
                  </a:lnTo>
                  <a:lnTo>
                    <a:pt x="476148" y="2322157"/>
                  </a:lnTo>
                  <a:lnTo>
                    <a:pt x="454393" y="2281263"/>
                  </a:lnTo>
                  <a:lnTo>
                    <a:pt x="446087" y="2242159"/>
                  </a:lnTo>
                  <a:lnTo>
                    <a:pt x="443306" y="2192604"/>
                  </a:lnTo>
                  <a:lnTo>
                    <a:pt x="448017" y="2139962"/>
                  </a:lnTo>
                  <a:lnTo>
                    <a:pt x="462229" y="2091563"/>
                  </a:lnTo>
                  <a:lnTo>
                    <a:pt x="487883" y="2054758"/>
                  </a:lnTo>
                  <a:lnTo>
                    <a:pt x="526986" y="2036902"/>
                  </a:lnTo>
                  <a:lnTo>
                    <a:pt x="536117" y="2035695"/>
                  </a:lnTo>
                  <a:lnTo>
                    <a:pt x="543572" y="2032203"/>
                  </a:lnTo>
                  <a:lnTo>
                    <a:pt x="549605" y="2027491"/>
                  </a:lnTo>
                  <a:lnTo>
                    <a:pt x="552411" y="2028990"/>
                  </a:lnTo>
                  <a:lnTo>
                    <a:pt x="555510" y="2030018"/>
                  </a:lnTo>
                  <a:lnTo>
                    <a:pt x="559015" y="2030704"/>
                  </a:lnTo>
                  <a:lnTo>
                    <a:pt x="606196" y="2037880"/>
                  </a:lnTo>
                  <a:lnTo>
                    <a:pt x="643039" y="2046668"/>
                  </a:lnTo>
                  <a:lnTo>
                    <a:pt x="672515" y="2068042"/>
                  </a:lnTo>
                  <a:lnTo>
                    <a:pt x="697547" y="2112962"/>
                  </a:lnTo>
                  <a:lnTo>
                    <a:pt x="710857" y="2157234"/>
                  </a:lnTo>
                  <a:lnTo>
                    <a:pt x="716661" y="2204288"/>
                  </a:lnTo>
                  <a:lnTo>
                    <a:pt x="716661" y="1338160"/>
                  </a:lnTo>
                  <a:lnTo>
                    <a:pt x="638492" y="1336294"/>
                  </a:lnTo>
                  <a:lnTo>
                    <a:pt x="601446" y="1323936"/>
                  </a:lnTo>
                  <a:lnTo>
                    <a:pt x="564642" y="1303667"/>
                  </a:lnTo>
                  <a:lnTo>
                    <a:pt x="533158" y="1276553"/>
                  </a:lnTo>
                  <a:lnTo>
                    <a:pt x="512127" y="1243647"/>
                  </a:lnTo>
                  <a:lnTo>
                    <a:pt x="507657" y="1214755"/>
                  </a:lnTo>
                  <a:lnTo>
                    <a:pt x="514121" y="1186281"/>
                  </a:lnTo>
                  <a:lnTo>
                    <a:pt x="543179" y="1134948"/>
                  </a:lnTo>
                  <a:lnTo>
                    <a:pt x="579793" y="1093063"/>
                  </a:lnTo>
                  <a:lnTo>
                    <a:pt x="621626" y="1056132"/>
                  </a:lnTo>
                  <a:lnTo>
                    <a:pt x="629831" y="1048753"/>
                  </a:lnTo>
                  <a:lnTo>
                    <a:pt x="637108" y="1041336"/>
                  </a:lnTo>
                  <a:lnTo>
                    <a:pt x="643750" y="1033538"/>
                  </a:lnTo>
                  <a:lnTo>
                    <a:pt x="650087" y="1024991"/>
                  </a:lnTo>
                  <a:lnTo>
                    <a:pt x="676897" y="1028573"/>
                  </a:lnTo>
                  <a:lnTo>
                    <a:pt x="729564" y="1031824"/>
                  </a:lnTo>
                  <a:lnTo>
                    <a:pt x="781380" y="1065542"/>
                  </a:lnTo>
                  <a:lnTo>
                    <a:pt x="815949" y="1128268"/>
                  </a:lnTo>
                  <a:lnTo>
                    <a:pt x="834263" y="1204810"/>
                  </a:lnTo>
                  <a:lnTo>
                    <a:pt x="834263" y="103009"/>
                  </a:lnTo>
                  <a:lnTo>
                    <a:pt x="764781" y="81254"/>
                  </a:lnTo>
                  <a:lnTo>
                    <a:pt x="719201" y="68554"/>
                  </a:lnTo>
                  <a:lnTo>
                    <a:pt x="673163" y="56896"/>
                  </a:lnTo>
                  <a:lnTo>
                    <a:pt x="626694" y="46266"/>
                  </a:lnTo>
                  <a:lnTo>
                    <a:pt x="579793" y="36703"/>
                  </a:lnTo>
                  <a:lnTo>
                    <a:pt x="532485" y="28219"/>
                  </a:lnTo>
                  <a:lnTo>
                    <a:pt x="484784" y="20815"/>
                  </a:lnTo>
                  <a:lnTo>
                    <a:pt x="436714" y="14516"/>
                  </a:lnTo>
                  <a:lnTo>
                    <a:pt x="388277" y="9321"/>
                  </a:lnTo>
                  <a:lnTo>
                    <a:pt x="339483" y="5257"/>
                  </a:lnTo>
                  <a:lnTo>
                    <a:pt x="290360" y="2349"/>
                  </a:lnTo>
                  <a:lnTo>
                    <a:pt x="240906" y="584"/>
                  </a:lnTo>
                  <a:lnTo>
                    <a:pt x="191160" y="0"/>
                  </a:lnTo>
                  <a:lnTo>
                    <a:pt x="141414" y="584"/>
                  </a:lnTo>
                  <a:lnTo>
                    <a:pt x="91960" y="2349"/>
                  </a:lnTo>
                  <a:lnTo>
                    <a:pt x="42837" y="5257"/>
                  </a:lnTo>
                  <a:lnTo>
                    <a:pt x="0" y="8826"/>
                  </a:lnTo>
                  <a:lnTo>
                    <a:pt x="0" y="3696843"/>
                  </a:lnTo>
                  <a:lnTo>
                    <a:pt x="889939" y="3696843"/>
                  </a:lnTo>
                  <a:lnTo>
                    <a:pt x="892124" y="3696043"/>
                  </a:lnTo>
                  <a:lnTo>
                    <a:pt x="936244" y="3678656"/>
                  </a:lnTo>
                  <a:lnTo>
                    <a:pt x="979932" y="3660305"/>
                  </a:lnTo>
                  <a:lnTo>
                    <a:pt x="1023150" y="3641013"/>
                  </a:lnTo>
                  <a:lnTo>
                    <a:pt x="1065898" y="3620770"/>
                  </a:lnTo>
                  <a:lnTo>
                    <a:pt x="1108151" y="3599586"/>
                  </a:lnTo>
                  <a:lnTo>
                    <a:pt x="1149883" y="3577450"/>
                  </a:lnTo>
                  <a:lnTo>
                    <a:pt x="1191056" y="3554374"/>
                  </a:lnTo>
                  <a:lnTo>
                    <a:pt x="1231684" y="3530358"/>
                  </a:lnTo>
                  <a:lnTo>
                    <a:pt x="1271714" y="3505403"/>
                  </a:lnTo>
                  <a:lnTo>
                    <a:pt x="1311148" y="3479520"/>
                  </a:lnTo>
                  <a:lnTo>
                    <a:pt x="1349946" y="3452698"/>
                  </a:lnTo>
                  <a:lnTo>
                    <a:pt x="1388097" y="3424948"/>
                  </a:lnTo>
                  <a:lnTo>
                    <a:pt x="1425575" y="3396272"/>
                  </a:lnTo>
                  <a:lnTo>
                    <a:pt x="1462354" y="3366668"/>
                  </a:lnTo>
                  <a:lnTo>
                    <a:pt x="1498434" y="3336137"/>
                  </a:lnTo>
                  <a:lnTo>
                    <a:pt x="1533766" y="3304692"/>
                  </a:lnTo>
                  <a:lnTo>
                    <a:pt x="1568348" y="3272320"/>
                  </a:lnTo>
                  <a:lnTo>
                    <a:pt x="1602155" y="3239033"/>
                  </a:lnTo>
                  <a:lnTo>
                    <a:pt x="1635163" y="3204832"/>
                  </a:lnTo>
                  <a:lnTo>
                    <a:pt x="1667357" y="3169716"/>
                  </a:lnTo>
                  <a:lnTo>
                    <a:pt x="1698701" y="3133699"/>
                  </a:lnTo>
                  <a:lnTo>
                    <a:pt x="1729181" y="3096768"/>
                  </a:lnTo>
                  <a:lnTo>
                    <a:pt x="1758772" y="3058934"/>
                  </a:lnTo>
                  <a:lnTo>
                    <a:pt x="1787474" y="3020199"/>
                  </a:lnTo>
                  <a:lnTo>
                    <a:pt x="1815236" y="2980563"/>
                  </a:lnTo>
                  <a:lnTo>
                    <a:pt x="1842046" y="2940024"/>
                  </a:lnTo>
                  <a:lnTo>
                    <a:pt x="1867903" y="2898597"/>
                  </a:lnTo>
                  <a:lnTo>
                    <a:pt x="1892757" y="2856268"/>
                  </a:lnTo>
                  <a:lnTo>
                    <a:pt x="1916595" y="2813050"/>
                  </a:lnTo>
                  <a:lnTo>
                    <a:pt x="1939404" y="2768943"/>
                  </a:lnTo>
                  <a:lnTo>
                    <a:pt x="1959571" y="2726994"/>
                  </a:lnTo>
                  <a:lnTo>
                    <a:pt x="1978609" y="2683941"/>
                  </a:lnTo>
                  <a:lnTo>
                    <a:pt x="1996516" y="2639847"/>
                  </a:lnTo>
                  <a:lnTo>
                    <a:pt x="2013242" y="2594826"/>
                  </a:lnTo>
                  <a:lnTo>
                    <a:pt x="2028786" y="2548915"/>
                  </a:lnTo>
                  <a:lnTo>
                    <a:pt x="2043125" y="2502230"/>
                  </a:lnTo>
                  <a:lnTo>
                    <a:pt x="2056244" y="2454821"/>
                  </a:lnTo>
                  <a:lnTo>
                    <a:pt x="2068093" y="2406777"/>
                  </a:lnTo>
                  <a:lnTo>
                    <a:pt x="2078685" y="2358186"/>
                  </a:lnTo>
                  <a:lnTo>
                    <a:pt x="2091753" y="2310625"/>
                  </a:lnTo>
                  <a:lnTo>
                    <a:pt x="2103513" y="2262606"/>
                  </a:lnTo>
                  <a:lnTo>
                    <a:pt x="2113965" y="2214105"/>
                  </a:lnTo>
                  <a:lnTo>
                    <a:pt x="2123084" y="2165172"/>
                  </a:lnTo>
                  <a:lnTo>
                    <a:pt x="2130856" y="2115807"/>
                  </a:lnTo>
                  <a:lnTo>
                    <a:pt x="2137245" y="2066036"/>
                  </a:lnTo>
                  <a:lnTo>
                    <a:pt x="2141093" y="2027491"/>
                  </a:lnTo>
                  <a:lnTo>
                    <a:pt x="2142261" y="2015858"/>
                  </a:lnTo>
                  <a:lnTo>
                    <a:pt x="2145855" y="1965312"/>
                  </a:lnTo>
                  <a:lnTo>
                    <a:pt x="2148027" y="1914410"/>
                  </a:lnTo>
                  <a:lnTo>
                    <a:pt x="2148763" y="1863153"/>
                  </a:lnTo>
                  <a:close/>
                </a:path>
                <a:path w="5034280" h="3696970">
                  <a:moveTo>
                    <a:pt x="5033683" y="3611816"/>
                  </a:moveTo>
                  <a:lnTo>
                    <a:pt x="5032845" y="3567760"/>
                  </a:lnTo>
                  <a:lnTo>
                    <a:pt x="5030343" y="3509022"/>
                  </a:lnTo>
                  <a:lnTo>
                    <a:pt x="5026215" y="3464966"/>
                  </a:lnTo>
                  <a:lnTo>
                    <a:pt x="5020475" y="3420922"/>
                  </a:lnTo>
                  <a:lnTo>
                    <a:pt x="5013160" y="3376866"/>
                  </a:lnTo>
                  <a:lnTo>
                    <a:pt x="5004295" y="3332810"/>
                  </a:lnTo>
                  <a:lnTo>
                    <a:pt x="4993906" y="3288754"/>
                  </a:lnTo>
                  <a:lnTo>
                    <a:pt x="4989944" y="3274072"/>
                  </a:lnTo>
                  <a:lnTo>
                    <a:pt x="4982019" y="3244697"/>
                  </a:lnTo>
                  <a:lnTo>
                    <a:pt x="4968659" y="3200654"/>
                  </a:lnTo>
                  <a:lnTo>
                    <a:pt x="4953863" y="3156597"/>
                  </a:lnTo>
                  <a:lnTo>
                    <a:pt x="4937645" y="3127222"/>
                  </a:lnTo>
                  <a:lnTo>
                    <a:pt x="4920031" y="3083179"/>
                  </a:lnTo>
                  <a:lnTo>
                    <a:pt x="4901069" y="3039122"/>
                  </a:lnTo>
                  <a:lnTo>
                    <a:pt x="4880762" y="2995066"/>
                  </a:lnTo>
                  <a:lnTo>
                    <a:pt x="4859134" y="2965691"/>
                  </a:lnTo>
                  <a:lnTo>
                    <a:pt x="4836236" y="2921647"/>
                  </a:lnTo>
                  <a:lnTo>
                    <a:pt x="4812081" y="2892272"/>
                  </a:lnTo>
                  <a:lnTo>
                    <a:pt x="4786706" y="2848216"/>
                  </a:lnTo>
                  <a:lnTo>
                    <a:pt x="4760112" y="2818854"/>
                  </a:lnTo>
                  <a:lnTo>
                    <a:pt x="4732363" y="2774797"/>
                  </a:lnTo>
                  <a:lnTo>
                    <a:pt x="4703445" y="2745435"/>
                  </a:lnTo>
                  <a:lnTo>
                    <a:pt x="4673422" y="2716060"/>
                  </a:lnTo>
                  <a:lnTo>
                    <a:pt x="4642294" y="2686697"/>
                  </a:lnTo>
                  <a:lnTo>
                    <a:pt x="4610112" y="2657322"/>
                  </a:lnTo>
                  <a:lnTo>
                    <a:pt x="4576877" y="2613266"/>
                  </a:lnTo>
                  <a:lnTo>
                    <a:pt x="4542637" y="2583904"/>
                  </a:lnTo>
                  <a:lnTo>
                    <a:pt x="4507408" y="2569210"/>
                  </a:lnTo>
                  <a:lnTo>
                    <a:pt x="4471225" y="2539847"/>
                  </a:lnTo>
                  <a:lnTo>
                    <a:pt x="4434103" y="2510472"/>
                  </a:lnTo>
                  <a:lnTo>
                    <a:pt x="4396079" y="2481110"/>
                  </a:lnTo>
                  <a:lnTo>
                    <a:pt x="4357179" y="2466429"/>
                  </a:lnTo>
                  <a:lnTo>
                    <a:pt x="4317416" y="2437053"/>
                  </a:lnTo>
                  <a:lnTo>
                    <a:pt x="4276839" y="2422372"/>
                  </a:lnTo>
                  <a:lnTo>
                    <a:pt x="4253560" y="2405850"/>
                  </a:lnTo>
                  <a:lnTo>
                    <a:pt x="4253560" y="3171279"/>
                  </a:lnTo>
                  <a:lnTo>
                    <a:pt x="4251744" y="3171279"/>
                  </a:lnTo>
                  <a:lnTo>
                    <a:pt x="4246372" y="3185960"/>
                  </a:lnTo>
                  <a:lnTo>
                    <a:pt x="4238256" y="3185960"/>
                  </a:lnTo>
                  <a:lnTo>
                    <a:pt x="4227106" y="3200654"/>
                  </a:lnTo>
                  <a:lnTo>
                    <a:pt x="4201630" y="3215335"/>
                  </a:lnTo>
                  <a:lnTo>
                    <a:pt x="4174566" y="3230016"/>
                  </a:lnTo>
                  <a:lnTo>
                    <a:pt x="4146550" y="3230016"/>
                  </a:lnTo>
                  <a:lnTo>
                    <a:pt x="4118241" y="3244697"/>
                  </a:lnTo>
                  <a:lnTo>
                    <a:pt x="4067365" y="3259391"/>
                  </a:lnTo>
                  <a:lnTo>
                    <a:pt x="4015778" y="3259391"/>
                  </a:lnTo>
                  <a:lnTo>
                    <a:pt x="3963682" y="3274072"/>
                  </a:lnTo>
                  <a:lnTo>
                    <a:pt x="3507511" y="3274072"/>
                  </a:lnTo>
                  <a:lnTo>
                    <a:pt x="3459022" y="3259391"/>
                  </a:lnTo>
                  <a:lnTo>
                    <a:pt x="3362769" y="3259391"/>
                  </a:lnTo>
                  <a:lnTo>
                    <a:pt x="3313201" y="3244697"/>
                  </a:lnTo>
                  <a:lnTo>
                    <a:pt x="3263417" y="3244697"/>
                  </a:lnTo>
                  <a:lnTo>
                    <a:pt x="3213976" y="3230016"/>
                  </a:lnTo>
                  <a:lnTo>
                    <a:pt x="3165424" y="3230016"/>
                  </a:lnTo>
                  <a:lnTo>
                    <a:pt x="3118320" y="3215335"/>
                  </a:lnTo>
                  <a:lnTo>
                    <a:pt x="3073222" y="3185960"/>
                  </a:lnTo>
                  <a:lnTo>
                    <a:pt x="3030690" y="3171279"/>
                  </a:lnTo>
                  <a:lnTo>
                    <a:pt x="3002381" y="3141916"/>
                  </a:lnTo>
                  <a:lnTo>
                    <a:pt x="3001073" y="3112541"/>
                  </a:lnTo>
                  <a:lnTo>
                    <a:pt x="3020580" y="3097860"/>
                  </a:lnTo>
                  <a:lnTo>
                    <a:pt x="3054731" y="3068485"/>
                  </a:lnTo>
                  <a:lnTo>
                    <a:pt x="3101657" y="3053804"/>
                  </a:lnTo>
                  <a:lnTo>
                    <a:pt x="3151441" y="3039122"/>
                  </a:lnTo>
                  <a:lnTo>
                    <a:pt x="3256229" y="3009747"/>
                  </a:lnTo>
                  <a:lnTo>
                    <a:pt x="3362350" y="3009747"/>
                  </a:lnTo>
                  <a:lnTo>
                    <a:pt x="3413810" y="2995066"/>
                  </a:lnTo>
                  <a:lnTo>
                    <a:pt x="3670173" y="2995066"/>
                  </a:lnTo>
                  <a:lnTo>
                    <a:pt x="3721684" y="3009747"/>
                  </a:lnTo>
                  <a:lnTo>
                    <a:pt x="3823919" y="3009747"/>
                  </a:lnTo>
                  <a:lnTo>
                    <a:pt x="3874401" y="3024441"/>
                  </a:lnTo>
                  <a:lnTo>
                    <a:pt x="3923525" y="3024441"/>
                  </a:lnTo>
                  <a:lnTo>
                    <a:pt x="3972903" y="3039122"/>
                  </a:lnTo>
                  <a:lnTo>
                    <a:pt x="4022077" y="3039122"/>
                  </a:lnTo>
                  <a:lnTo>
                    <a:pt x="4117860" y="3068485"/>
                  </a:lnTo>
                  <a:lnTo>
                    <a:pt x="4163517" y="3097860"/>
                  </a:lnTo>
                  <a:lnTo>
                    <a:pt x="4182935" y="3097860"/>
                  </a:lnTo>
                  <a:lnTo>
                    <a:pt x="4201782" y="3112541"/>
                  </a:lnTo>
                  <a:lnTo>
                    <a:pt x="4219676" y="3127222"/>
                  </a:lnTo>
                  <a:lnTo>
                    <a:pt x="4236224" y="3141916"/>
                  </a:lnTo>
                  <a:lnTo>
                    <a:pt x="4245191" y="3141916"/>
                  </a:lnTo>
                  <a:lnTo>
                    <a:pt x="4248670" y="3156597"/>
                  </a:lnTo>
                  <a:lnTo>
                    <a:pt x="4252811" y="3156597"/>
                  </a:lnTo>
                  <a:lnTo>
                    <a:pt x="4253560" y="3171279"/>
                  </a:lnTo>
                  <a:lnTo>
                    <a:pt x="4253560" y="2405850"/>
                  </a:lnTo>
                  <a:lnTo>
                    <a:pt x="4235462" y="2392997"/>
                  </a:lnTo>
                  <a:lnTo>
                    <a:pt x="4193311" y="2378316"/>
                  </a:lnTo>
                  <a:lnTo>
                    <a:pt x="4062501" y="2334260"/>
                  </a:lnTo>
                  <a:lnTo>
                    <a:pt x="3878935" y="2275522"/>
                  </a:lnTo>
                  <a:lnTo>
                    <a:pt x="3831590" y="2275522"/>
                  </a:lnTo>
                  <a:lnTo>
                    <a:pt x="3783711" y="2260841"/>
                  </a:lnTo>
                  <a:lnTo>
                    <a:pt x="3391204" y="2260841"/>
                  </a:lnTo>
                  <a:lnTo>
                    <a:pt x="3343325" y="2275522"/>
                  </a:lnTo>
                  <a:lnTo>
                    <a:pt x="3295980" y="2275522"/>
                  </a:lnTo>
                  <a:lnTo>
                    <a:pt x="3112414" y="2334260"/>
                  </a:lnTo>
                  <a:lnTo>
                    <a:pt x="2981617" y="2378316"/>
                  </a:lnTo>
                  <a:lnTo>
                    <a:pt x="2939465" y="2392997"/>
                  </a:lnTo>
                  <a:lnTo>
                    <a:pt x="2898089" y="2422372"/>
                  </a:lnTo>
                  <a:lnTo>
                    <a:pt x="2857500" y="2437053"/>
                  </a:lnTo>
                  <a:lnTo>
                    <a:pt x="2817749" y="2466429"/>
                  </a:lnTo>
                  <a:lnTo>
                    <a:pt x="2778849" y="2481110"/>
                  </a:lnTo>
                  <a:lnTo>
                    <a:pt x="2740812" y="2510472"/>
                  </a:lnTo>
                  <a:lnTo>
                    <a:pt x="2703703" y="2539847"/>
                  </a:lnTo>
                  <a:lnTo>
                    <a:pt x="2667508" y="2569210"/>
                  </a:lnTo>
                  <a:lnTo>
                    <a:pt x="2632278" y="2583904"/>
                  </a:lnTo>
                  <a:lnTo>
                    <a:pt x="2598039" y="2613266"/>
                  </a:lnTo>
                  <a:lnTo>
                    <a:pt x="2564815" y="2657322"/>
                  </a:lnTo>
                  <a:lnTo>
                    <a:pt x="2532621" y="2686697"/>
                  </a:lnTo>
                  <a:lnTo>
                    <a:pt x="2501493" y="2716060"/>
                  </a:lnTo>
                  <a:lnTo>
                    <a:pt x="2471470" y="2745435"/>
                  </a:lnTo>
                  <a:lnTo>
                    <a:pt x="2442565" y="2774797"/>
                  </a:lnTo>
                  <a:lnTo>
                    <a:pt x="2414803" y="2818854"/>
                  </a:lnTo>
                  <a:lnTo>
                    <a:pt x="2388222" y="2848216"/>
                  </a:lnTo>
                  <a:lnTo>
                    <a:pt x="2362835" y="2892272"/>
                  </a:lnTo>
                  <a:lnTo>
                    <a:pt x="2338679" y="2921647"/>
                  </a:lnTo>
                  <a:lnTo>
                    <a:pt x="2315781" y="2965691"/>
                  </a:lnTo>
                  <a:lnTo>
                    <a:pt x="2294166" y="2995066"/>
                  </a:lnTo>
                  <a:lnTo>
                    <a:pt x="2273858" y="3039122"/>
                  </a:lnTo>
                  <a:lnTo>
                    <a:pt x="2254885" y="3083179"/>
                  </a:lnTo>
                  <a:lnTo>
                    <a:pt x="2237282" y="3127222"/>
                  </a:lnTo>
                  <a:lnTo>
                    <a:pt x="2221052" y="3156597"/>
                  </a:lnTo>
                  <a:lnTo>
                    <a:pt x="2206256" y="3200654"/>
                  </a:lnTo>
                  <a:lnTo>
                    <a:pt x="2192896" y="3244697"/>
                  </a:lnTo>
                  <a:lnTo>
                    <a:pt x="2181009" y="3288754"/>
                  </a:lnTo>
                  <a:lnTo>
                    <a:pt x="2170620" y="3332810"/>
                  </a:lnTo>
                  <a:lnTo>
                    <a:pt x="2161756" y="3376866"/>
                  </a:lnTo>
                  <a:lnTo>
                    <a:pt x="2154440" y="3420922"/>
                  </a:lnTo>
                  <a:lnTo>
                    <a:pt x="2148713" y="3464966"/>
                  </a:lnTo>
                  <a:lnTo>
                    <a:pt x="2144572" y="3509022"/>
                  </a:lnTo>
                  <a:lnTo>
                    <a:pt x="2142083" y="3567760"/>
                  </a:lnTo>
                  <a:lnTo>
                    <a:pt x="2141245" y="3611816"/>
                  </a:lnTo>
                  <a:lnTo>
                    <a:pt x="2142248" y="3655872"/>
                  </a:lnTo>
                  <a:lnTo>
                    <a:pt x="2144357" y="3696843"/>
                  </a:lnTo>
                  <a:lnTo>
                    <a:pt x="5030749" y="3696843"/>
                  </a:lnTo>
                  <a:lnTo>
                    <a:pt x="5032730" y="3655872"/>
                  </a:lnTo>
                  <a:lnTo>
                    <a:pt x="5033683" y="3611816"/>
                  </a:lnTo>
                  <a:close/>
                </a:path>
              </a:pathLst>
            </a:custGeom>
            <a:solidFill>
              <a:srgbClr val="8087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0" y="6557288"/>
              <a:ext cx="2155190" cy="3573779"/>
            </a:xfrm>
            <a:custGeom>
              <a:avLst/>
              <a:gdLst/>
              <a:ahLst/>
              <a:cxnLst/>
              <a:rect l="l" t="t" r="r" b="b"/>
              <a:pathLst>
                <a:path w="2155190" h="3573779">
                  <a:moveTo>
                    <a:pt x="95533" y="3573285"/>
                  </a:moveTo>
                  <a:lnTo>
                    <a:pt x="47295" y="3573025"/>
                  </a:lnTo>
                  <a:lnTo>
                    <a:pt x="0" y="3571814"/>
                  </a:lnTo>
                  <a:lnTo>
                    <a:pt x="0" y="8005"/>
                  </a:lnTo>
                  <a:lnTo>
                    <a:pt x="26702" y="5503"/>
                  </a:lnTo>
                  <a:lnTo>
                    <a:pt x="76916" y="2271"/>
                  </a:lnTo>
                  <a:lnTo>
                    <a:pt x="127162" y="455"/>
                  </a:lnTo>
                  <a:lnTo>
                    <a:pt x="177476" y="0"/>
                  </a:lnTo>
                  <a:lnTo>
                    <a:pt x="227895" y="849"/>
                  </a:lnTo>
                  <a:lnTo>
                    <a:pt x="278657" y="2992"/>
                  </a:lnTo>
                  <a:lnTo>
                    <a:pt x="329618" y="6328"/>
                  </a:lnTo>
                  <a:lnTo>
                    <a:pt x="380813" y="10806"/>
                  </a:lnTo>
                  <a:lnTo>
                    <a:pt x="432276" y="16373"/>
                  </a:lnTo>
                  <a:lnTo>
                    <a:pt x="484041" y="22977"/>
                  </a:lnTo>
                  <a:lnTo>
                    <a:pt x="536142" y="30566"/>
                  </a:lnTo>
                  <a:lnTo>
                    <a:pt x="588612" y="39089"/>
                  </a:lnTo>
                  <a:lnTo>
                    <a:pt x="641486" y="48493"/>
                  </a:lnTo>
                  <a:lnTo>
                    <a:pt x="834962" y="86344"/>
                  </a:lnTo>
                  <a:lnTo>
                    <a:pt x="882746" y="96459"/>
                  </a:lnTo>
                  <a:lnTo>
                    <a:pt x="930621" y="107419"/>
                  </a:lnTo>
                  <a:lnTo>
                    <a:pt x="978321" y="119458"/>
                  </a:lnTo>
                  <a:lnTo>
                    <a:pt x="1025581" y="132808"/>
                  </a:lnTo>
                  <a:lnTo>
                    <a:pt x="1072135" y="147704"/>
                  </a:lnTo>
                  <a:lnTo>
                    <a:pt x="1117720" y="164381"/>
                  </a:lnTo>
                  <a:lnTo>
                    <a:pt x="1162070" y="183070"/>
                  </a:lnTo>
                  <a:lnTo>
                    <a:pt x="1204920" y="204008"/>
                  </a:lnTo>
                  <a:lnTo>
                    <a:pt x="1246004" y="227426"/>
                  </a:lnTo>
                  <a:lnTo>
                    <a:pt x="1288750" y="254780"/>
                  </a:lnTo>
                  <a:lnTo>
                    <a:pt x="1330871" y="283538"/>
                  </a:lnTo>
                  <a:lnTo>
                    <a:pt x="1372339" y="313604"/>
                  </a:lnTo>
                  <a:lnTo>
                    <a:pt x="1413127" y="344881"/>
                  </a:lnTo>
                  <a:lnTo>
                    <a:pt x="1453207" y="377273"/>
                  </a:lnTo>
                  <a:lnTo>
                    <a:pt x="1492552" y="410682"/>
                  </a:lnTo>
                  <a:lnTo>
                    <a:pt x="1531135" y="445013"/>
                  </a:lnTo>
                  <a:lnTo>
                    <a:pt x="1568929" y="480167"/>
                  </a:lnTo>
                  <a:lnTo>
                    <a:pt x="1605906" y="516048"/>
                  </a:lnTo>
                  <a:lnTo>
                    <a:pt x="1642038" y="552560"/>
                  </a:lnTo>
                  <a:lnTo>
                    <a:pt x="1677299" y="589605"/>
                  </a:lnTo>
                  <a:lnTo>
                    <a:pt x="1711661" y="627088"/>
                  </a:lnTo>
                  <a:lnTo>
                    <a:pt x="1745097" y="664910"/>
                  </a:lnTo>
                  <a:lnTo>
                    <a:pt x="1777579" y="702976"/>
                  </a:lnTo>
                  <a:lnTo>
                    <a:pt x="1809079" y="741188"/>
                  </a:lnTo>
                  <a:lnTo>
                    <a:pt x="1839572" y="779450"/>
                  </a:lnTo>
                  <a:lnTo>
                    <a:pt x="1869028" y="817664"/>
                  </a:lnTo>
                  <a:lnTo>
                    <a:pt x="1897422" y="855735"/>
                  </a:lnTo>
                  <a:lnTo>
                    <a:pt x="1924725" y="893565"/>
                  </a:lnTo>
                  <a:lnTo>
                    <a:pt x="1951477" y="932727"/>
                  </a:lnTo>
                  <a:lnTo>
                    <a:pt x="1957717" y="942807"/>
                  </a:lnTo>
                  <a:lnTo>
                    <a:pt x="734916" y="942807"/>
                  </a:lnTo>
                  <a:lnTo>
                    <a:pt x="690606" y="944040"/>
                  </a:lnTo>
                  <a:lnTo>
                    <a:pt x="651109" y="958561"/>
                  </a:lnTo>
                  <a:lnTo>
                    <a:pt x="621917" y="988097"/>
                  </a:lnTo>
                  <a:lnTo>
                    <a:pt x="609026" y="989869"/>
                  </a:lnTo>
                  <a:lnTo>
                    <a:pt x="537263" y="1027879"/>
                  </a:lnTo>
                  <a:lnTo>
                    <a:pt x="499050" y="1059275"/>
                  </a:lnTo>
                  <a:lnTo>
                    <a:pt x="464281" y="1094403"/>
                  </a:lnTo>
                  <a:lnTo>
                    <a:pt x="432997" y="1133623"/>
                  </a:lnTo>
                  <a:lnTo>
                    <a:pt x="409745" y="1174210"/>
                  </a:lnTo>
                  <a:lnTo>
                    <a:pt x="397153" y="1214423"/>
                  </a:lnTo>
                  <a:lnTo>
                    <a:pt x="394246" y="1253770"/>
                  </a:lnTo>
                  <a:lnTo>
                    <a:pt x="400046" y="1291762"/>
                  </a:lnTo>
                  <a:lnTo>
                    <a:pt x="413579" y="1327909"/>
                  </a:lnTo>
                  <a:lnTo>
                    <a:pt x="433865" y="1361721"/>
                  </a:lnTo>
                  <a:lnTo>
                    <a:pt x="459930" y="1392707"/>
                  </a:lnTo>
                  <a:lnTo>
                    <a:pt x="490797" y="1420379"/>
                  </a:lnTo>
                  <a:lnTo>
                    <a:pt x="525489" y="1444246"/>
                  </a:lnTo>
                  <a:lnTo>
                    <a:pt x="563029" y="1463818"/>
                  </a:lnTo>
                  <a:lnTo>
                    <a:pt x="602441" y="1478604"/>
                  </a:lnTo>
                  <a:lnTo>
                    <a:pt x="642748" y="1488116"/>
                  </a:lnTo>
                  <a:lnTo>
                    <a:pt x="689105" y="1492210"/>
                  </a:lnTo>
                  <a:lnTo>
                    <a:pt x="2143279" y="1492210"/>
                  </a:lnTo>
                  <a:lnTo>
                    <a:pt x="2147125" y="1526305"/>
                  </a:lnTo>
                  <a:lnTo>
                    <a:pt x="2151214" y="1575977"/>
                  </a:lnTo>
                  <a:lnTo>
                    <a:pt x="2153844" y="1625867"/>
                  </a:lnTo>
                  <a:lnTo>
                    <a:pt x="2155035" y="1675904"/>
                  </a:lnTo>
                  <a:lnTo>
                    <a:pt x="2154808" y="1726016"/>
                  </a:lnTo>
                  <a:lnTo>
                    <a:pt x="2153185" y="1776134"/>
                  </a:lnTo>
                  <a:lnTo>
                    <a:pt x="2150187" y="1826186"/>
                  </a:lnTo>
                  <a:lnTo>
                    <a:pt x="2145835" y="1876100"/>
                  </a:lnTo>
                  <a:lnTo>
                    <a:pt x="2140150" y="1925806"/>
                  </a:lnTo>
                  <a:lnTo>
                    <a:pt x="2137152" y="1946987"/>
                  </a:lnTo>
                  <a:lnTo>
                    <a:pt x="612785" y="1946987"/>
                  </a:lnTo>
                  <a:lnTo>
                    <a:pt x="570468" y="1960086"/>
                  </a:lnTo>
                  <a:lnTo>
                    <a:pt x="540208" y="1988136"/>
                  </a:lnTo>
                  <a:lnTo>
                    <a:pt x="526998" y="1988136"/>
                  </a:lnTo>
                  <a:lnTo>
                    <a:pt x="478943" y="1992817"/>
                  </a:lnTo>
                  <a:lnTo>
                    <a:pt x="438412" y="2007719"/>
                  </a:lnTo>
                  <a:lnTo>
                    <a:pt x="404975" y="2031344"/>
                  </a:lnTo>
                  <a:lnTo>
                    <a:pt x="378206" y="2062194"/>
                  </a:lnTo>
                  <a:lnTo>
                    <a:pt x="357676" y="2098772"/>
                  </a:lnTo>
                  <a:lnTo>
                    <a:pt x="342959" y="2139580"/>
                  </a:lnTo>
                  <a:lnTo>
                    <a:pt x="333627" y="2183120"/>
                  </a:lnTo>
                  <a:lnTo>
                    <a:pt x="329251" y="2227894"/>
                  </a:lnTo>
                  <a:lnTo>
                    <a:pt x="329369" y="2261952"/>
                  </a:lnTo>
                  <a:lnTo>
                    <a:pt x="329405" y="2272405"/>
                  </a:lnTo>
                  <a:lnTo>
                    <a:pt x="333660" y="2315154"/>
                  </a:lnTo>
                  <a:lnTo>
                    <a:pt x="344980" y="2362943"/>
                  </a:lnTo>
                  <a:lnTo>
                    <a:pt x="363194" y="2404821"/>
                  </a:lnTo>
                  <a:lnTo>
                    <a:pt x="387501" y="2440656"/>
                  </a:lnTo>
                  <a:lnTo>
                    <a:pt x="417100" y="2470321"/>
                  </a:lnTo>
                  <a:lnTo>
                    <a:pt x="451189" y="2493684"/>
                  </a:lnTo>
                  <a:lnTo>
                    <a:pt x="488969" y="2510617"/>
                  </a:lnTo>
                  <a:lnTo>
                    <a:pt x="529638" y="2520991"/>
                  </a:lnTo>
                  <a:lnTo>
                    <a:pt x="572395" y="2524674"/>
                  </a:lnTo>
                  <a:lnTo>
                    <a:pt x="1952680" y="2524674"/>
                  </a:lnTo>
                  <a:lnTo>
                    <a:pt x="1929163" y="2567385"/>
                  </a:lnTo>
                  <a:lnTo>
                    <a:pt x="1904403" y="2609677"/>
                  </a:lnTo>
                  <a:lnTo>
                    <a:pt x="1878670" y="2651093"/>
                  </a:lnTo>
                  <a:lnTo>
                    <a:pt x="1851986" y="2691632"/>
                  </a:lnTo>
                  <a:lnTo>
                    <a:pt x="1824371" y="2731292"/>
                  </a:lnTo>
                  <a:lnTo>
                    <a:pt x="1795844" y="2770069"/>
                  </a:lnTo>
                  <a:lnTo>
                    <a:pt x="1766428" y="2807962"/>
                  </a:lnTo>
                  <a:lnTo>
                    <a:pt x="1736143" y="2844968"/>
                  </a:lnTo>
                  <a:lnTo>
                    <a:pt x="1705008" y="2881086"/>
                  </a:lnTo>
                  <a:lnTo>
                    <a:pt x="1673045" y="2916313"/>
                  </a:lnTo>
                  <a:lnTo>
                    <a:pt x="1640273" y="2950647"/>
                  </a:lnTo>
                  <a:lnTo>
                    <a:pt x="1606714" y="2984086"/>
                  </a:lnTo>
                  <a:lnTo>
                    <a:pt x="1572389" y="3016627"/>
                  </a:lnTo>
                  <a:lnTo>
                    <a:pt x="1537316" y="3048268"/>
                  </a:lnTo>
                  <a:lnTo>
                    <a:pt x="1501518" y="3079008"/>
                  </a:lnTo>
                  <a:lnTo>
                    <a:pt x="1465015" y="3108843"/>
                  </a:lnTo>
                  <a:lnTo>
                    <a:pt x="1427827" y="3137773"/>
                  </a:lnTo>
                  <a:lnTo>
                    <a:pt x="1389974" y="3165793"/>
                  </a:lnTo>
                  <a:lnTo>
                    <a:pt x="1351478" y="3192903"/>
                  </a:lnTo>
                  <a:lnTo>
                    <a:pt x="1312358" y="3219101"/>
                  </a:lnTo>
                  <a:lnTo>
                    <a:pt x="1272635" y="3244383"/>
                  </a:lnTo>
                  <a:lnTo>
                    <a:pt x="1232331" y="3268747"/>
                  </a:lnTo>
                  <a:lnTo>
                    <a:pt x="1191464" y="3292192"/>
                  </a:lnTo>
                  <a:lnTo>
                    <a:pt x="1150057" y="3314716"/>
                  </a:lnTo>
                  <a:lnTo>
                    <a:pt x="1108129" y="3336315"/>
                  </a:lnTo>
                  <a:lnTo>
                    <a:pt x="1065700" y="3356989"/>
                  </a:lnTo>
                  <a:lnTo>
                    <a:pt x="1022792" y="3376734"/>
                  </a:lnTo>
                  <a:lnTo>
                    <a:pt x="979426" y="3395548"/>
                  </a:lnTo>
                  <a:lnTo>
                    <a:pt x="935620" y="3413430"/>
                  </a:lnTo>
                  <a:lnTo>
                    <a:pt x="891397" y="3430377"/>
                  </a:lnTo>
                  <a:lnTo>
                    <a:pt x="846776" y="3446386"/>
                  </a:lnTo>
                  <a:lnTo>
                    <a:pt x="801778" y="3461456"/>
                  </a:lnTo>
                  <a:lnTo>
                    <a:pt x="756423" y="3475585"/>
                  </a:lnTo>
                  <a:lnTo>
                    <a:pt x="710733" y="3488770"/>
                  </a:lnTo>
                  <a:lnTo>
                    <a:pt x="664728" y="3501009"/>
                  </a:lnTo>
                  <a:lnTo>
                    <a:pt x="618427" y="3512299"/>
                  </a:lnTo>
                  <a:lnTo>
                    <a:pt x="571852" y="3522640"/>
                  </a:lnTo>
                  <a:lnTo>
                    <a:pt x="525024" y="3532027"/>
                  </a:lnTo>
                  <a:lnTo>
                    <a:pt x="477962" y="3540460"/>
                  </a:lnTo>
                  <a:lnTo>
                    <a:pt x="430687" y="3547936"/>
                  </a:lnTo>
                  <a:lnTo>
                    <a:pt x="383221" y="3554453"/>
                  </a:lnTo>
                  <a:lnTo>
                    <a:pt x="335582" y="3560008"/>
                  </a:lnTo>
                  <a:lnTo>
                    <a:pt x="287792" y="3564599"/>
                  </a:lnTo>
                  <a:lnTo>
                    <a:pt x="239872" y="3568225"/>
                  </a:lnTo>
                  <a:lnTo>
                    <a:pt x="191842" y="3570883"/>
                  </a:lnTo>
                  <a:lnTo>
                    <a:pt x="143722" y="3572570"/>
                  </a:lnTo>
                  <a:lnTo>
                    <a:pt x="95533" y="3573285"/>
                  </a:lnTo>
                  <a:close/>
                </a:path>
                <a:path w="2155190" h="3573779">
                  <a:moveTo>
                    <a:pt x="2143279" y="1492210"/>
                  </a:moveTo>
                  <a:lnTo>
                    <a:pt x="689105" y="1492210"/>
                  </a:lnTo>
                  <a:lnTo>
                    <a:pt x="734568" y="1489049"/>
                  </a:lnTo>
                  <a:lnTo>
                    <a:pt x="778434" y="1478788"/>
                  </a:lnTo>
                  <a:lnTo>
                    <a:pt x="819999" y="1461581"/>
                  </a:lnTo>
                  <a:lnTo>
                    <a:pt x="858561" y="1437584"/>
                  </a:lnTo>
                  <a:lnTo>
                    <a:pt x="893416" y="1406950"/>
                  </a:lnTo>
                  <a:lnTo>
                    <a:pt x="924170" y="1366357"/>
                  </a:lnTo>
                  <a:lnTo>
                    <a:pt x="943281" y="1322091"/>
                  </a:lnTo>
                  <a:lnTo>
                    <a:pt x="952271" y="1275091"/>
                  </a:lnTo>
                  <a:lnTo>
                    <a:pt x="952579" y="1236829"/>
                  </a:lnTo>
                  <a:lnTo>
                    <a:pt x="952664" y="1226295"/>
                  </a:lnTo>
                  <a:lnTo>
                    <a:pt x="945983" y="1176644"/>
                  </a:lnTo>
                  <a:lnTo>
                    <a:pt x="932685" y="1129064"/>
                  </a:lnTo>
                  <a:lnTo>
                    <a:pt x="912212" y="1084127"/>
                  </a:lnTo>
                  <a:lnTo>
                    <a:pt x="885389" y="1042645"/>
                  </a:lnTo>
                  <a:lnTo>
                    <a:pt x="853043" y="1005431"/>
                  </a:lnTo>
                  <a:lnTo>
                    <a:pt x="816001" y="973297"/>
                  </a:lnTo>
                  <a:lnTo>
                    <a:pt x="778545" y="953135"/>
                  </a:lnTo>
                  <a:lnTo>
                    <a:pt x="734916" y="942807"/>
                  </a:lnTo>
                  <a:lnTo>
                    <a:pt x="1957717" y="942807"/>
                  </a:lnTo>
                  <a:lnTo>
                    <a:pt x="1999732" y="1014616"/>
                  </a:lnTo>
                  <a:lnTo>
                    <a:pt x="2021278" y="1057202"/>
                  </a:lnTo>
                  <a:lnTo>
                    <a:pt x="2041131" y="1100787"/>
                  </a:lnTo>
                  <a:lnTo>
                    <a:pt x="2059313" y="1145301"/>
                  </a:lnTo>
                  <a:lnTo>
                    <a:pt x="2075844" y="1190672"/>
                  </a:lnTo>
                  <a:lnTo>
                    <a:pt x="2090745" y="1236829"/>
                  </a:lnTo>
                  <a:lnTo>
                    <a:pt x="2104039" y="1283701"/>
                  </a:lnTo>
                  <a:lnTo>
                    <a:pt x="2115745" y="1331218"/>
                  </a:lnTo>
                  <a:lnTo>
                    <a:pt x="2125886" y="1379307"/>
                  </a:lnTo>
                  <a:lnTo>
                    <a:pt x="2134482" y="1427899"/>
                  </a:lnTo>
                  <a:lnTo>
                    <a:pt x="2141555" y="1476922"/>
                  </a:lnTo>
                  <a:lnTo>
                    <a:pt x="2143279" y="1492210"/>
                  </a:lnTo>
                  <a:close/>
                </a:path>
                <a:path w="2155190" h="3573779">
                  <a:moveTo>
                    <a:pt x="1952680" y="2524674"/>
                  </a:moveTo>
                  <a:lnTo>
                    <a:pt x="572395" y="2524674"/>
                  </a:lnTo>
                  <a:lnTo>
                    <a:pt x="616439" y="2521539"/>
                  </a:lnTo>
                  <a:lnTo>
                    <a:pt x="660970" y="2511456"/>
                  </a:lnTo>
                  <a:lnTo>
                    <a:pt x="705186" y="2494294"/>
                  </a:lnTo>
                  <a:lnTo>
                    <a:pt x="746956" y="2468152"/>
                  </a:lnTo>
                  <a:lnTo>
                    <a:pt x="780237" y="2434470"/>
                  </a:lnTo>
                  <a:lnTo>
                    <a:pt x="805518" y="2394740"/>
                  </a:lnTo>
                  <a:lnTo>
                    <a:pt x="823287" y="2350455"/>
                  </a:lnTo>
                  <a:lnTo>
                    <a:pt x="834035" y="2303108"/>
                  </a:lnTo>
                  <a:lnTo>
                    <a:pt x="838248" y="2254192"/>
                  </a:lnTo>
                  <a:lnTo>
                    <a:pt x="836416" y="2205199"/>
                  </a:lnTo>
                  <a:lnTo>
                    <a:pt x="829029" y="2157622"/>
                  </a:lnTo>
                  <a:lnTo>
                    <a:pt x="816575" y="2112955"/>
                  </a:lnTo>
                  <a:lnTo>
                    <a:pt x="797448" y="2068362"/>
                  </a:lnTo>
                  <a:lnTo>
                    <a:pt x="771719" y="2027070"/>
                  </a:lnTo>
                  <a:lnTo>
                    <a:pt x="739223" y="1991264"/>
                  </a:lnTo>
                  <a:lnTo>
                    <a:pt x="699791" y="1963127"/>
                  </a:lnTo>
                  <a:lnTo>
                    <a:pt x="658276" y="1948612"/>
                  </a:lnTo>
                  <a:lnTo>
                    <a:pt x="612785" y="1946987"/>
                  </a:lnTo>
                  <a:lnTo>
                    <a:pt x="2137152" y="1946987"/>
                  </a:lnTo>
                  <a:lnTo>
                    <a:pt x="2124866" y="2024310"/>
                  </a:lnTo>
                  <a:lnTo>
                    <a:pt x="2115310" y="2072965"/>
                  </a:lnTo>
                  <a:lnTo>
                    <a:pt x="2104506" y="2121128"/>
                  </a:lnTo>
                  <a:lnTo>
                    <a:pt x="2092475" y="2168727"/>
                  </a:lnTo>
                  <a:lnTo>
                    <a:pt x="2079238" y="2215693"/>
                  </a:lnTo>
                  <a:lnTo>
                    <a:pt x="2064817" y="2261952"/>
                  </a:lnTo>
                  <a:lnTo>
                    <a:pt x="2049232" y="2307436"/>
                  </a:lnTo>
                  <a:lnTo>
                    <a:pt x="2032506" y="2352071"/>
                  </a:lnTo>
                  <a:lnTo>
                    <a:pt x="2014658" y="2395788"/>
                  </a:lnTo>
                  <a:lnTo>
                    <a:pt x="1995711" y="2438516"/>
                  </a:lnTo>
                  <a:lnTo>
                    <a:pt x="1975685" y="2480183"/>
                  </a:lnTo>
                  <a:lnTo>
                    <a:pt x="1952930" y="2524219"/>
                  </a:lnTo>
                  <a:lnTo>
                    <a:pt x="1952680" y="2524674"/>
                  </a:lnTo>
                  <a:close/>
                </a:path>
                <a:path w="2155190" h="3573779">
                  <a:moveTo>
                    <a:pt x="538475" y="1989742"/>
                  </a:moveTo>
                  <a:lnTo>
                    <a:pt x="534917" y="1988825"/>
                  </a:lnTo>
                  <a:lnTo>
                    <a:pt x="531245" y="1988136"/>
                  </a:lnTo>
                  <a:lnTo>
                    <a:pt x="540208" y="1988136"/>
                  </a:lnTo>
                  <a:lnTo>
                    <a:pt x="538475" y="1989742"/>
                  </a:lnTo>
                  <a:close/>
                </a:path>
              </a:pathLst>
            </a:custGeom>
            <a:solidFill>
              <a:srgbClr val="8BAB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046983" y="8781035"/>
              <a:ext cx="3081020" cy="1498600"/>
            </a:xfrm>
            <a:custGeom>
              <a:avLst/>
              <a:gdLst/>
              <a:ahLst/>
              <a:cxnLst/>
              <a:rect l="l" t="t" r="r" b="b"/>
              <a:pathLst>
                <a:path w="3081020" h="1498600">
                  <a:moveTo>
                    <a:pt x="279403" y="1498600"/>
                  </a:moveTo>
                  <a:lnTo>
                    <a:pt x="0" y="1498600"/>
                  </a:lnTo>
                  <a:lnTo>
                    <a:pt x="1319" y="1447800"/>
                  </a:lnTo>
                  <a:lnTo>
                    <a:pt x="4485" y="1397000"/>
                  </a:lnTo>
                  <a:lnTo>
                    <a:pt x="9470" y="1346200"/>
                  </a:lnTo>
                  <a:lnTo>
                    <a:pt x="16275" y="1295400"/>
                  </a:lnTo>
                  <a:lnTo>
                    <a:pt x="25234" y="1257300"/>
                  </a:lnTo>
                  <a:lnTo>
                    <a:pt x="35816" y="1206500"/>
                  </a:lnTo>
                  <a:lnTo>
                    <a:pt x="47986" y="1168400"/>
                  </a:lnTo>
                  <a:lnTo>
                    <a:pt x="61711" y="1117600"/>
                  </a:lnTo>
                  <a:lnTo>
                    <a:pt x="76954" y="1066800"/>
                  </a:lnTo>
                  <a:lnTo>
                    <a:pt x="93681" y="1028700"/>
                  </a:lnTo>
                  <a:lnTo>
                    <a:pt x="111859" y="977900"/>
                  </a:lnTo>
                  <a:lnTo>
                    <a:pt x="131451" y="939800"/>
                  </a:lnTo>
                  <a:lnTo>
                    <a:pt x="152423" y="901700"/>
                  </a:lnTo>
                  <a:lnTo>
                    <a:pt x="174741" y="850900"/>
                  </a:lnTo>
                  <a:lnTo>
                    <a:pt x="198369" y="812800"/>
                  </a:lnTo>
                  <a:lnTo>
                    <a:pt x="223274" y="774700"/>
                  </a:lnTo>
                  <a:lnTo>
                    <a:pt x="249420" y="736600"/>
                  </a:lnTo>
                  <a:lnTo>
                    <a:pt x="276773" y="685800"/>
                  </a:lnTo>
                  <a:lnTo>
                    <a:pt x="305298" y="647700"/>
                  </a:lnTo>
                  <a:lnTo>
                    <a:pt x="334960" y="609600"/>
                  </a:lnTo>
                  <a:lnTo>
                    <a:pt x="365724" y="571500"/>
                  </a:lnTo>
                  <a:lnTo>
                    <a:pt x="397557" y="546100"/>
                  </a:lnTo>
                  <a:lnTo>
                    <a:pt x="430423" y="508000"/>
                  </a:lnTo>
                  <a:lnTo>
                    <a:pt x="464287" y="469900"/>
                  </a:lnTo>
                  <a:lnTo>
                    <a:pt x="499115" y="431800"/>
                  </a:lnTo>
                  <a:lnTo>
                    <a:pt x="534872" y="406400"/>
                  </a:lnTo>
                  <a:lnTo>
                    <a:pt x="571524" y="368300"/>
                  </a:lnTo>
                  <a:lnTo>
                    <a:pt x="609035" y="342900"/>
                  </a:lnTo>
                  <a:lnTo>
                    <a:pt x="647371" y="304800"/>
                  </a:lnTo>
                  <a:lnTo>
                    <a:pt x="686497" y="279400"/>
                  </a:lnTo>
                  <a:lnTo>
                    <a:pt x="726379" y="254000"/>
                  </a:lnTo>
                  <a:lnTo>
                    <a:pt x="766982" y="228600"/>
                  </a:lnTo>
                  <a:lnTo>
                    <a:pt x="808271" y="203200"/>
                  </a:lnTo>
                  <a:lnTo>
                    <a:pt x="892769" y="152400"/>
                  </a:lnTo>
                  <a:lnTo>
                    <a:pt x="935909" y="139700"/>
                  </a:lnTo>
                  <a:lnTo>
                    <a:pt x="1023795" y="88900"/>
                  </a:lnTo>
                  <a:lnTo>
                    <a:pt x="1068472" y="76200"/>
                  </a:lnTo>
                  <a:lnTo>
                    <a:pt x="1120572" y="63500"/>
                  </a:lnTo>
                  <a:lnTo>
                    <a:pt x="1172306" y="38100"/>
                  </a:lnTo>
                  <a:lnTo>
                    <a:pt x="1274925" y="12700"/>
                  </a:lnTo>
                  <a:lnTo>
                    <a:pt x="1325933" y="12700"/>
                  </a:lnTo>
                  <a:lnTo>
                    <a:pt x="1376823" y="0"/>
                  </a:lnTo>
                  <a:lnTo>
                    <a:pt x="1733853" y="0"/>
                  </a:lnTo>
                  <a:lnTo>
                    <a:pt x="1837930" y="25400"/>
                  </a:lnTo>
                  <a:lnTo>
                    <a:pt x="1890696" y="25400"/>
                  </a:lnTo>
                  <a:lnTo>
                    <a:pt x="1944031" y="38100"/>
                  </a:lnTo>
                  <a:lnTo>
                    <a:pt x="2040804" y="63500"/>
                  </a:lnTo>
                  <a:lnTo>
                    <a:pt x="2090361" y="63500"/>
                  </a:lnTo>
                  <a:lnTo>
                    <a:pt x="2189362" y="88900"/>
                  </a:lnTo>
                  <a:lnTo>
                    <a:pt x="2237825" y="114300"/>
                  </a:lnTo>
                  <a:lnTo>
                    <a:pt x="2284942" y="127000"/>
                  </a:lnTo>
                  <a:lnTo>
                    <a:pt x="2330222" y="152400"/>
                  </a:lnTo>
                  <a:lnTo>
                    <a:pt x="2373174" y="165100"/>
                  </a:lnTo>
                  <a:lnTo>
                    <a:pt x="2415248" y="203200"/>
                  </a:lnTo>
                  <a:lnTo>
                    <a:pt x="2456530" y="228600"/>
                  </a:lnTo>
                  <a:lnTo>
                    <a:pt x="2496978" y="254000"/>
                  </a:lnTo>
                  <a:lnTo>
                    <a:pt x="1429906" y="254000"/>
                  </a:lnTo>
                  <a:lnTo>
                    <a:pt x="1383004" y="266700"/>
                  </a:lnTo>
                  <a:lnTo>
                    <a:pt x="1336446" y="266700"/>
                  </a:lnTo>
                  <a:lnTo>
                    <a:pt x="1154580" y="317500"/>
                  </a:lnTo>
                  <a:lnTo>
                    <a:pt x="1110436" y="342900"/>
                  </a:lnTo>
                  <a:lnTo>
                    <a:pt x="1066913" y="355600"/>
                  </a:lnTo>
                  <a:lnTo>
                    <a:pt x="1024057" y="381000"/>
                  </a:lnTo>
                  <a:lnTo>
                    <a:pt x="981915" y="393700"/>
                  </a:lnTo>
                  <a:lnTo>
                    <a:pt x="940532" y="419100"/>
                  </a:lnTo>
                  <a:lnTo>
                    <a:pt x="899955" y="444500"/>
                  </a:lnTo>
                  <a:lnTo>
                    <a:pt x="860230" y="469900"/>
                  </a:lnTo>
                  <a:lnTo>
                    <a:pt x="821403" y="495300"/>
                  </a:lnTo>
                  <a:lnTo>
                    <a:pt x="783520" y="520700"/>
                  </a:lnTo>
                  <a:lnTo>
                    <a:pt x="746627" y="558800"/>
                  </a:lnTo>
                  <a:lnTo>
                    <a:pt x="710771" y="584200"/>
                  </a:lnTo>
                  <a:lnTo>
                    <a:pt x="675997" y="622300"/>
                  </a:lnTo>
                  <a:lnTo>
                    <a:pt x="642352" y="647700"/>
                  </a:lnTo>
                  <a:lnTo>
                    <a:pt x="609882" y="685800"/>
                  </a:lnTo>
                  <a:lnTo>
                    <a:pt x="578632" y="723900"/>
                  </a:lnTo>
                  <a:lnTo>
                    <a:pt x="548650" y="762000"/>
                  </a:lnTo>
                  <a:lnTo>
                    <a:pt x="519981" y="800100"/>
                  </a:lnTo>
                  <a:lnTo>
                    <a:pt x="492671" y="838200"/>
                  </a:lnTo>
                  <a:lnTo>
                    <a:pt x="466766" y="876300"/>
                  </a:lnTo>
                  <a:lnTo>
                    <a:pt x="442314" y="914400"/>
                  </a:lnTo>
                  <a:lnTo>
                    <a:pt x="419359" y="952500"/>
                  </a:lnTo>
                  <a:lnTo>
                    <a:pt x="397948" y="990600"/>
                  </a:lnTo>
                  <a:lnTo>
                    <a:pt x="378126" y="1041400"/>
                  </a:lnTo>
                  <a:lnTo>
                    <a:pt x="359941" y="1079500"/>
                  </a:lnTo>
                  <a:lnTo>
                    <a:pt x="343439" y="1130300"/>
                  </a:lnTo>
                  <a:lnTo>
                    <a:pt x="328664" y="1168400"/>
                  </a:lnTo>
                  <a:lnTo>
                    <a:pt x="315665" y="1219200"/>
                  </a:lnTo>
                  <a:lnTo>
                    <a:pt x="304486" y="1257300"/>
                  </a:lnTo>
                  <a:lnTo>
                    <a:pt x="295174" y="1308100"/>
                  </a:lnTo>
                  <a:lnTo>
                    <a:pt x="287774" y="1358900"/>
                  </a:lnTo>
                  <a:lnTo>
                    <a:pt x="282357" y="1409700"/>
                  </a:lnTo>
                  <a:lnTo>
                    <a:pt x="279573" y="1460500"/>
                  </a:lnTo>
                  <a:lnTo>
                    <a:pt x="279460" y="1485900"/>
                  </a:lnTo>
                  <a:lnTo>
                    <a:pt x="279403" y="1498600"/>
                  </a:lnTo>
                  <a:close/>
                </a:path>
                <a:path w="3081020" h="1498600">
                  <a:moveTo>
                    <a:pt x="2675884" y="1498600"/>
                  </a:moveTo>
                  <a:lnTo>
                    <a:pt x="383615" y="1498600"/>
                  </a:lnTo>
                  <a:lnTo>
                    <a:pt x="383053" y="1485900"/>
                  </a:lnTo>
                  <a:lnTo>
                    <a:pt x="383962" y="1435100"/>
                  </a:lnTo>
                  <a:lnTo>
                    <a:pt x="387269" y="1384300"/>
                  </a:lnTo>
                  <a:lnTo>
                    <a:pt x="392969" y="1333500"/>
                  </a:lnTo>
                  <a:lnTo>
                    <a:pt x="401057" y="1282700"/>
                  </a:lnTo>
                  <a:lnTo>
                    <a:pt x="411024" y="1244600"/>
                  </a:lnTo>
                  <a:lnTo>
                    <a:pt x="423028" y="1193800"/>
                  </a:lnTo>
                  <a:lnTo>
                    <a:pt x="437011" y="1155700"/>
                  </a:lnTo>
                  <a:lnTo>
                    <a:pt x="452912" y="1104900"/>
                  </a:lnTo>
                  <a:lnTo>
                    <a:pt x="470672" y="1066800"/>
                  </a:lnTo>
                  <a:lnTo>
                    <a:pt x="490232" y="1016000"/>
                  </a:lnTo>
                  <a:lnTo>
                    <a:pt x="511531" y="977900"/>
                  </a:lnTo>
                  <a:lnTo>
                    <a:pt x="534510" y="939800"/>
                  </a:lnTo>
                  <a:lnTo>
                    <a:pt x="559110" y="901700"/>
                  </a:lnTo>
                  <a:lnTo>
                    <a:pt x="585271" y="863600"/>
                  </a:lnTo>
                  <a:lnTo>
                    <a:pt x="612933" y="825500"/>
                  </a:lnTo>
                  <a:lnTo>
                    <a:pt x="642037" y="787400"/>
                  </a:lnTo>
                  <a:lnTo>
                    <a:pt x="672523" y="749300"/>
                  </a:lnTo>
                  <a:lnTo>
                    <a:pt x="704331" y="723900"/>
                  </a:lnTo>
                  <a:lnTo>
                    <a:pt x="737403" y="685800"/>
                  </a:lnTo>
                  <a:lnTo>
                    <a:pt x="771677" y="647700"/>
                  </a:lnTo>
                  <a:lnTo>
                    <a:pt x="807095" y="622300"/>
                  </a:lnTo>
                  <a:lnTo>
                    <a:pt x="843597" y="596900"/>
                  </a:lnTo>
                  <a:lnTo>
                    <a:pt x="881123" y="558800"/>
                  </a:lnTo>
                  <a:lnTo>
                    <a:pt x="919615" y="533400"/>
                  </a:lnTo>
                  <a:lnTo>
                    <a:pt x="959011" y="508000"/>
                  </a:lnTo>
                  <a:lnTo>
                    <a:pt x="999253" y="482600"/>
                  </a:lnTo>
                  <a:lnTo>
                    <a:pt x="1040281" y="469900"/>
                  </a:lnTo>
                  <a:lnTo>
                    <a:pt x="1124456" y="419100"/>
                  </a:lnTo>
                  <a:lnTo>
                    <a:pt x="1211059" y="393700"/>
                  </a:lnTo>
                  <a:lnTo>
                    <a:pt x="1255122" y="368300"/>
                  </a:lnTo>
                  <a:lnTo>
                    <a:pt x="1344474" y="342900"/>
                  </a:lnTo>
                  <a:lnTo>
                    <a:pt x="1389644" y="342900"/>
                  </a:lnTo>
                  <a:lnTo>
                    <a:pt x="1480671" y="317500"/>
                  </a:lnTo>
                  <a:lnTo>
                    <a:pt x="1572219" y="317500"/>
                  </a:lnTo>
                  <a:lnTo>
                    <a:pt x="1596397" y="304800"/>
                  </a:lnTo>
                  <a:lnTo>
                    <a:pt x="1604542" y="279400"/>
                  </a:lnTo>
                  <a:lnTo>
                    <a:pt x="1596526" y="254000"/>
                  </a:lnTo>
                  <a:lnTo>
                    <a:pt x="1830964" y="254000"/>
                  </a:lnTo>
                  <a:lnTo>
                    <a:pt x="1697667" y="292100"/>
                  </a:lnTo>
                  <a:lnTo>
                    <a:pt x="1672014" y="317500"/>
                  </a:lnTo>
                  <a:lnTo>
                    <a:pt x="1665208" y="342900"/>
                  </a:lnTo>
                  <a:lnTo>
                    <a:pt x="1677758" y="368300"/>
                  </a:lnTo>
                  <a:lnTo>
                    <a:pt x="1710178" y="381000"/>
                  </a:lnTo>
                  <a:lnTo>
                    <a:pt x="1816619" y="381000"/>
                  </a:lnTo>
                  <a:lnTo>
                    <a:pt x="1867115" y="393700"/>
                  </a:lnTo>
                  <a:lnTo>
                    <a:pt x="1915935" y="393700"/>
                  </a:lnTo>
                  <a:lnTo>
                    <a:pt x="2008970" y="419100"/>
                  </a:lnTo>
                  <a:lnTo>
                    <a:pt x="2053395" y="431800"/>
                  </a:lnTo>
                  <a:lnTo>
                    <a:pt x="2096566" y="457200"/>
                  </a:lnTo>
                  <a:lnTo>
                    <a:pt x="2138588" y="469900"/>
                  </a:lnTo>
                  <a:lnTo>
                    <a:pt x="2179567" y="495300"/>
                  </a:lnTo>
                  <a:lnTo>
                    <a:pt x="2219607" y="520700"/>
                  </a:lnTo>
                  <a:lnTo>
                    <a:pt x="2258816" y="558800"/>
                  </a:lnTo>
                  <a:lnTo>
                    <a:pt x="2297296" y="584200"/>
                  </a:lnTo>
                  <a:lnTo>
                    <a:pt x="2335155" y="622300"/>
                  </a:lnTo>
                  <a:lnTo>
                    <a:pt x="2372498" y="647700"/>
                  </a:lnTo>
                  <a:lnTo>
                    <a:pt x="2433847" y="711200"/>
                  </a:lnTo>
                  <a:lnTo>
                    <a:pt x="1302208" y="711200"/>
                  </a:lnTo>
                  <a:lnTo>
                    <a:pt x="1252675" y="723900"/>
                  </a:lnTo>
                  <a:lnTo>
                    <a:pt x="1203386" y="723900"/>
                  </a:lnTo>
                  <a:lnTo>
                    <a:pt x="1055278" y="762000"/>
                  </a:lnTo>
                  <a:lnTo>
                    <a:pt x="1003789" y="774700"/>
                  </a:lnTo>
                  <a:lnTo>
                    <a:pt x="954426" y="800100"/>
                  </a:lnTo>
                  <a:lnTo>
                    <a:pt x="910195" y="825500"/>
                  </a:lnTo>
                  <a:lnTo>
                    <a:pt x="874101" y="863600"/>
                  </a:lnTo>
                  <a:lnTo>
                    <a:pt x="853140" y="914400"/>
                  </a:lnTo>
                  <a:lnTo>
                    <a:pt x="852430" y="952500"/>
                  </a:lnTo>
                  <a:lnTo>
                    <a:pt x="868135" y="1003300"/>
                  </a:lnTo>
                  <a:lnTo>
                    <a:pt x="896417" y="1028700"/>
                  </a:lnTo>
                  <a:lnTo>
                    <a:pt x="933440" y="1066800"/>
                  </a:lnTo>
                  <a:lnTo>
                    <a:pt x="975039" y="1092200"/>
                  </a:lnTo>
                  <a:lnTo>
                    <a:pt x="1019598" y="1104900"/>
                  </a:lnTo>
                  <a:lnTo>
                    <a:pt x="1066527" y="1130300"/>
                  </a:lnTo>
                  <a:lnTo>
                    <a:pt x="1115240" y="1143000"/>
                  </a:lnTo>
                  <a:lnTo>
                    <a:pt x="1165148" y="1143000"/>
                  </a:lnTo>
                  <a:lnTo>
                    <a:pt x="1215664" y="1155700"/>
                  </a:lnTo>
                  <a:lnTo>
                    <a:pt x="1266200" y="1155700"/>
                  </a:lnTo>
                  <a:lnTo>
                    <a:pt x="1316168" y="1168400"/>
                  </a:lnTo>
                  <a:lnTo>
                    <a:pt x="1412050" y="1168400"/>
                  </a:lnTo>
                  <a:lnTo>
                    <a:pt x="1464412" y="1181100"/>
                  </a:lnTo>
                  <a:lnTo>
                    <a:pt x="2674218" y="1181100"/>
                  </a:lnTo>
                  <a:lnTo>
                    <a:pt x="2680081" y="1219200"/>
                  </a:lnTo>
                  <a:lnTo>
                    <a:pt x="2685284" y="1270000"/>
                  </a:lnTo>
                  <a:lnTo>
                    <a:pt x="2687890" y="1320800"/>
                  </a:lnTo>
                  <a:lnTo>
                    <a:pt x="2687920" y="1371600"/>
                  </a:lnTo>
                  <a:lnTo>
                    <a:pt x="2685391" y="1422400"/>
                  </a:lnTo>
                  <a:lnTo>
                    <a:pt x="2680324" y="1473200"/>
                  </a:lnTo>
                  <a:lnTo>
                    <a:pt x="2675884" y="1498600"/>
                  </a:lnTo>
                  <a:close/>
                </a:path>
                <a:path w="3081020" h="1498600">
                  <a:moveTo>
                    <a:pt x="3068310" y="1498600"/>
                  </a:moveTo>
                  <a:lnTo>
                    <a:pt x="2796455" y="1498600"/>
                  </a:lnTo>
                  <a:lnTo>
                    <a:pt x="2798070" y="1485900"/>
                  </a:lnTo>
                  <a:lnTo>
                    <a:pt x="2803537" y="1435100"/>
                  </a:lnTo>
                  <a:lnTo>
                    <a:pt x="2806772" y="1384300"/>
                  </a:lnTo>
                  <a:lnTo>
                    <a:pt x="2807786" y="1333500"/>
                  </a:lnTo>
                  <a:lnTo>
                    <a:pt x="2806591" y="1282700"/>
                  </a:lnTo>
                  <a:lnTo>
                    <a:pt x="2803198" y="1244600"/>
                  </a:lnTo>
                  <a:lnTo>
                    <a:pt x="2797620" y="1193800"/>
                  </a:lnTo>
                  <a:lnTo>
                    <a:pt x="2789868" y="1143000"/>
                  </a:lnTo>
                  <a:lnTo>
                    <a:pt x="2779954" y="1104900"/>
                  </a:lnTo>
                  <a:lnTo>
                    <a:pt x="2767890" y="1054100"/>
                  </a:lnTo>
                  <a:lnTo>
                    <a:pt x="2753687" y="1016000"/>
                  </a:lnTo>
                  <a:lnTo>
                    <a:pt x="2737358" y="965200"/>
                  </a:lnTo>
                  <a:lnTo>
                    <a:pt x="2718913" y="927100"/>
                  </a:lnTo>
                  <a:lnTo>
                    <a:pt x="2698365" y="889000"/>
                  </a:lnTo>
                  <a:lnTo>
                    <a:pt x="2675725" y="838200"/>
                  </a:lnTo>
                  <a:lnTo>
                    <a:pt x="2651005" y="800100"/>
                  </a:lnTo>
                  <a:lnTo>
                    <a:pt x="2624217" y="762000"/>
                  </a:lnTo>
                  <a:lnTo>
                    <a:pt x="2595373" y="723900"/>
                  </a:lnTo>
                  <a:lnTo>
                    <a:pt x="2564485" y="685800"/>
                  </a:lnTo>
                  <a:lnTo>
                    <a:pt x="2531563" y="647700"/>
                  </a:lnTo>
                  <a:lnTo>
                    <a:pt x="2503285" y="609600"/>
                  </a:lnTo>
                  <a:lnTo>
                    <a:pt x="2473173" y="584200"/>
                  </a:lnTo>
                  <a:lnTo>
                    <a:pt x="2441335" y="546100"/>
                  </a:lnTo>
                  <a:lnTo>
                    <a:pt x="2407882" y="520700"/>
                  </a:lnTo>
                  <a:lnTo>
                    <a:pt x="2372922" y="482600"/>
                  </a:lnTo>
                  <a:lnTo>
                    <a:pt x="2336564" y="457200"/>
                  </a:lnTo>
                  <a:lnTo>
                    <a:pt x="2298917" y="431800"/>
                  </a:lnTo>
                  <a:lnTo>
                    <a:pt x="2260091" y="393700"/>
                  </a:lnTo>
                  <a:lnTo>
                    <a:pt x="2220194" y="368300"/>
                  </a:lnTo>
                  <a:lnTo>
                    <a:pt x="2179336" y="342900"/>
                  </a:lnTo>
                  <a:lnTo>
                    <a:pt x="2137627" y="330200"/>
                  </a:lnTo>
                  <a:lnTo>
                    <a:pt x="2095174" y="304800"/>
                  </a:lnTo>
                  <a:lnTo>
                    <a:pt x="1964448" y="266700"/>
                  </a:lnTo>
                  <a:lnTo>
                    <a:pt x="1920114" y="266700"/>
                  </a:lnTo>
                  <a:lnTo>
                    <a:pt x="1875583" y="254000"/>
                  </a:lnTo>
                  <a:lnTo>
                    <a:pt x="2496978" y="254000"/>
                  </a:lnTo>
                  <a:lnTo>
                    <a:pt x="2536549" y="292100"/>
                  </a:lnTo>
                  <a:lnTo>
                    <a:pt x="2575199" y="317500"/>
                  </a:lnTo>
                  <a:lnTo>
                    <a:pt x="2612885" y="355600"/>
                  </a:lnTo>
                  <a:lnTo>
                    <a:pt x="2649565" y="393700"/>
                  </a:lnTo>
                  <a:lnTo>
                    <a:pt x="2685195" y="431800"/>
                  </a:lnTo>
                  <a:lnTo>
                    <a:pt x="2719732" y="469900"/>
                  </a:lnTo>
                  <a:lnTo>
                    <a:pt x="2753134" y="495300"/>
                  </a:lnTo>
                  <a:lnTo>
                    <a:pt x="2785356" y="533400"/>
                  </a:lnTo>
                  <a:lnTo>
                    <a:pt x="2816357" y="571500"/>
                  </a:lnTo>
                  <a:lnTo>
                    <a:pt x="2846093" y="609600"/>
                  </a:lnTo>
                  <a:lnTo>
                    <a:pt x="2874520" y="647700"/>
                  </a:lnTo>
                  <a:lnTo>
                    <a:pt x="2901597" y="685800"/>
                  </a:lnTo>
                  <a:lnTo>
                    <a:pt x="2927605" y="723900"/>
                  </a:lnTo>
                  <a:lnTo>
                    <a:pt x="2951450" y="762000"/>
                  </a:lnTo>
                  <a:lnTo>
                    <a:pt x="2973167" y="812800"/>
                  </a:lnTo>
                  <a:lnTo>
                    <a:pt x="2992788" y="850900"/>
                  </a:lnTo>
                  <a:lnTo>
                    <a:pt x="3010345" y="901700"/>
                  </a:lnTo>
                  <a:lnTo>
                    <a:pt x="3025872" y="939800"/>
                  </a:lnTo>
                  <a:lnTo>
                    <a:pt x="3039402" y="990600"/>
                  </a:lnTo>
                  <a:lnTo>
                    <a:pt x="3050968" y="1028700"/>
                  </a:lnTo>
                  <a:lnTo>
                    <a:pt x="3060603" y="1079500"/>
                  </a:lnTo>
                  <a:lnTo>
                    <a:pt x="3068338" y="1130300"/>
                  </a:lnTo>
                  <a:lnTo>
                    <a:pt x="3074209" y="1181100"/>
                  </a:lnTo>
                  <a:lnTo>
                    <a:pt x="3078247" y="1219200"/>
                  </a:lnTo>
                  <a:lnTo>
                    <a:pt x="3080485" y="1270000"/>
                  </a:lnTo>
                  <a:lnTo>
                    <a:pt x="3080864" y="1308100"/>
                  </a:lnTo>
                  <a:lnTo>
                    <a:pt x="3080990" y="1320800"/>
                  </a:lnTo>
                  <a:lnTo>
                    <a:pt x="3079695" y="1371600"/>
                  </a:lnTo>
                  <a:lnTo>
                    <a:pt x="3076732" y="1422400"/>
                  </a:lnTo>
                  <a:lnTo>
                    <a:pt x="3072101" y="1473200"/>
                  </a:lnTo>
                  <a:lnTo>
                    <a:pt x="3068310" y="1498600"/>
                  </a:lnTo>
                  <a:close/>
                </a:path>
                <a:path w="3081020" h="1498600">
                  <a:moveTo>
                    <a:pt x="2674218" y="1181100"/>
                  </a:moveTo>
                  <a:lnTo>
                    <a:pt x="1936686" y="1181100"/>
                  </a:lnTo>
                  <a:lnTo>
                    <a:pt x="1984701" y="1168400"/>
                  </a:lnTo>
                  <a:lnTo>
                    <a:pt x="2032916" y="1168400"/>
                  </a:lnTo>
                  <a:lnTo>
                    <a:pt x="2173670" y="1130300"/>
                  </a:lnTo>
                  <a:lnTo>
                    <a:pt x="2217597" y="1104900"/>
                  </a:lnTo>
                  <a:lnTo>
                    <a:pt x="2259176" y="1079500"/>
                  </a:lnTo>
                  <a:lnTo>
                    <a:pt x="2286242" y="1041400"/>
                  </a:lnTo>
                  <a:lnTo>
                    <a:pt x="2299873" y="1003300"/>
                  </a:lnTo>
                  <a:lnTo>
                    <a:pt x="2301146" y="965200"/>
                  </a:lnTo>
                  <a:lnTo>
                    <a:pt x="2291140" y="927100"/>
                  </a:lnTo>
                  <a:lnTo>
                    <a:pt x="2270932" y="901700"/>
                  </a:lnTo>
                  <a:lnTo>
                    <a:pt x="2241602" y="863600"/>
                  </a:lnTo>
                  <a:lnTo>
                    <a:pt x="2204226" y="838200"/>
                  </a:lnTo>
                  <a:lnTo>
                    <a:pt x="2162497" y="812800"/>
                  </a:lnTo>
                  <a:lnTo>
                    <a:pt x="2119218" y="787400"/>
                  </a:lnTo>
                  <a:lnTo>
                    <a:pt x="2074586" y="774700"/>
                  </a:lnTo>
                  <a:lnTo>
                    <a:pt x="1934532" y="736600"/>
                  </a:lnTo>
                  <a:lnTo>
                    <a:pt x="1837996" y="736600"/>
                  </a:lnTo>
                  <a:lnTo>
                    <a:pt x="1789368" y="723900"/>
                  </a:lnTo>
                  <a:lnTo>
                    <a:pt x="1644394" y="723900"/>
                  </a:lnTo>
                  <a:lnTo>
                    <a:pt x="1597028" y="711200"/>
                  </a:lnTo>
                  <a:lnTo>
                    <a:pt x="2433847" y="711200"/>
                  </a:lnTo>
                  <a:lnTo>
                    <a:pt x="2446056" y="723900"/>
                  </a:lnTo>
                  <a:lnTo>
                    <a:pt x="2481074" y="762000"/>
                  </a:lnTo>
                  <a:lnTo>
                    <a:pt x="2513287" y="812800"/>
                  </a:lnTo>
                  <a:lnTo>
                    <a:pt x="2542712" y="850900"/>
                  </a:lnTo>
                  <a:lnTo>
                    <a:pt x="2569370" y="889000"/>
                  </a:lnTo>
                  <a:lnTo>
                    <a:pt x="2593279" y="939800"/>
                  </a:lnTo>
                  <a:lnTo>
                    <a:pt x="2614459" y="977900"/>
                  </a:lnTo>
                  <a:lnTo>
                    <a:pt x="2632928" y="1028700"/>
                  </a:lnTo>
                  <a:lnTo>
                    <a:pt x="2648706" y="1079500"/>
                  </a:lnTo>
                  <a:lnTo>
                    <a:pt x="2661812" y="1117600"/>
                  </a:lnTo>
                  <a:lnTo>
                    <a:pt x="2672264" y="1168400"/>
                  </a:lnTo>
                  <a:lnTo>
                    <a:pt x="2674218" y="1181100"/>
                  </a:lnTo>
                  <a:close/>
                </a:path>
              </a:pathLst>
            </a:custGeom>
            <a:solidFill>
              <a:srgbClr val="E38B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8872" y="7344104"/>
              <a:ext cx="4417695" cy="2943225"/>
            </a:xfrm>
            <a:custGeom>
              <a:avLst/>
              <a:gdLst/>
              <a:ahLst/>
              <a:cxnLst/>
              <a:rect l="l" t="t" r="r" b="b"/>
              <a:pathLst>
                <a:path w="4417695" h="2943225">
                  <a:moveTo>
                    <a:pt x="26390" y="865365"/>
                  </a:moveTo>
                  <a:lnTo>
                    <a:pt x="24955" y="862203"/>
                  </a:lnTo>
                  <a:lnTo>
                    <a:pt x="17614" y="854811"/>
                  </a:lnTo>
                  <a:lnTo>
                    <a:pt x="8839" y="854811"/>
                  </a:lnTo>
                  <a:lnTo>
                    <a:pt x="1435" y="862203"/>
                  </a:lnTo>
                  <a:lnTo>
                    <a:pt x="0" y="865365"/>
                  </a:lnTo>
                  <a:lnTo>
                    <a:pt x="0" y="872756"/>
                  </a:lnTo>
                  <a:lnTo>
                    <a:pt x="1435" y="875919"/>
                  </a:lnTo>
                  <a:lnTo>
                    <a:pt x="6362" y="880846"/>
                  </a:lnTo>
                  <a:lnTo>
                    <a:pt x="9525" y="882281"/>
                  </a:lnTo>
                  <a:lnTo>
                    <a:pt x="13017" y="882281"/>
                  </a:lnTo>
                  <a:lnTo>
                    <a:pt x="16586" y="882281"/>
                  </a:lnTo>
                  <a:lnTo>
                    <a:pt x="20078" y="880846"/>
                  </a:lnTo>
                  <a:lnTo>
                    <a:pt x="24955" y="875969"/>
                  </a:lnTo>
                  <a:lnTo>
                    <a:pt x="26390" y="872820"/>
                  </a:lnTo>
                  <a:lnTo>
                    <a:pt x="26390" y="865365"/>
                  </a:lnTo>
                  <a:close/>
                </a:path>
                <a:path w="4417695" h="2943225">
                  <a:moveTo>
                    <a:pt x="94170" y="2073160"/>
                  </a:moveTo>
                  <a:lnTo>
                    <a:pt x="92786" y="2070011"/>
                  </a:lnTo>
                  <a:lnTo>
                    <a:pt x="85509" y="2062721"/>
                  </a:lnTo>
                  <a:lnTo>
                    <a:pt x="76835" y="2062721"/>
                  </a:lnTo>
                  <a:lnTo>
                    <a:pt x="69545" y="2070061"/>
                  </a:lnTo>
                  <a:lnTo>
                    <a:pt x="68173" y="2073160"/>
                  </a:lnTo>
                  <a:lnTo>
                    <a:pt x="68173" y="2080450"/>
                  </a:lnTo>
                  <a:lnTo>
                    <a:pt x="69545" y="2083549"/>
                  </a:lnTo>
                  <a:lnTo>
                    <a:pt x="72021" y="2085949"/>
                  </a:lnTo>
                  <a:lnTo>
                    <a:pt x="74422" y="2088426"/>
                  </a:lnTo>
                  <a:lnTo>
                    <a:pt x="77584" y="2089797"/>
                  </a:lnTo>
                  <a:lnTo>
                    <a:pt x="81026" y="2089797"/>
                  </a:lnTo>
                  <a:lnTo>
                    <a:pt x="84467" y="2089797"/>
                  </a:lnTo>
                  <a:lnTo>
                    <a:pt x="87972" y="2088426"/>
                  </a:lnTo>
                  <a:lnTo>
                    <a:pt x="92786" y="2083549"/>
                  </a:lnTo>
                  <a:lnTo>
                    <a:pt x="94170" y="2080450"/>
                  </a:lnTo>
                  <a:lnTo>
                    <a:pt x="94170" y="2073160"/>
                  </a:lnTo>
                  <a:close/>
                </a:path>
                <a:path w="4417695" h="2943225">
                  <a:moveTo>
                    <a:pt x="115404" y="2626296"/>
                  </a:moveTo>
                  <a:lnTo>
                    <a:pt x="112699" y="2620276"/>
                  </a:lnTo>
                  <a:lnTo>
                    <a:pt x="108115" y="2615628"/>
                  </a:lnTo>
                  <a:lnTo>
                    <a:pt x="99923" y="2610370"/>
                  </a:lnTo>
                  <a:lnTo>
                    <a:pt x="90398" y="2608618"/>
                  </a:lnTo>
                  <a:lnTo>
                    <a:pt x="80886" y="2610370"/>
                  </a:lnTo>
                  <a:lnTo>
                    <a:pt x="72758" y="2615628"/>
                  </a:lnTo>
                  <a:lnTo>
                    <a:pt x="68059" y="2620276"/>
                  </a:lnTo>
                  <a:lnTo>
                    <a:pt x="65366" y="2626296"/>
                  </a:lnTo>
                  <a:lnTo>
                    <a:pt x="65366" y="2640355"/>
                  </a:lnTo>
                  <a:lnTo>
                    <a:pt x="68059" y="2646324"/>
                  </a:lnTo>
                  <a:lnTo>
                    <a:pt x="72758" y="2650909"/>
                  </a:lnTo>
                  <a:lnTo>
                    <a:pt x="77406" y="2655671"/>
                  </a:lnTo>
                  <a:lnTo>
                    <a:pt x="83439" y="2658313"/>
                  </a:lnTo>
                  <a:lnTo>
                    <a:pt x="90043" y="2658313"/>
                  </a:lnTo>
                  <a:lnTo>
                    <a:pt x="96748" y="2658313"/>
                  </a:lnTo>
                  <a:lnTo>
                    <a:pt x="103403" y="2655671"/>
                  </a:lnTo>
                  <a:lnTo>
                    <a:pt x="112699" y="2646324"/>
                  </a:lnTo>
                  <a:lnTo>
                    <a:pt x="115404" y="2640355"/>
                  </a:lnTo>
                  <a:lnTo>
                    <a:pt x="115404" y="2626296"/>
                  </a:lnTo>
                  <a:close/>
                </a:path>
                <a:path w="4417695" h="2943225">
                  <a:moveTo>
                    <a:pt x="366356" y="2164372"/>
                  </a:moveTo>
                  <a:lnTo>
                    <a:pt x="364756" y="2160867"/>
                  </a:lnTo>
                  <a:lnTo>
                    <a:pt x="362051" y="2158111"/>
                  </a:lnTo>
                  <a:lnTo>
                    <a:pt x="356489" y="2152612"/>
                  </a:lnTo>
                  <a:lnTo>
                    <a:pt x="346671" y="2152612"/>
                  </a:lnTo>
                  <a:lnTo>
                    <a:pt x="341223" y="2158111"/>
                  </a:lnTo>
                  <a:lnTo>
                    <a:pt x="338467" y="2160867"/>
                  </a:lnTo>
                  <a:lnTo>
                    <a:pt x="336918" y="2164423"/>
                  </a:lnTo>
                  <a:lnTo>
                    <a:pt x="336918" y="2172690"/>
                  </a:lnTo>
                  <a:lnTo>
                    <a:pt x="338467" y="2176183"/>
                  </a:lnTo>
                  <a:lnTo>
                    <a:pt x="341223" y="2178875"/>
                  </a:lnTo>
                  <a:lnTo>
                    <a:pt x="343979" y="2181695"/>
                  </a:lnTo>
                  <a:lnTo>
                    <a:pt x="347472" y="2183244"/>
                  </a:lnTo>
                  <a:lnTo>
                    <a:pt x="355396" y="2183244"/>
                  </a:lnTo>
                  <a:lnTo>
                    <a:pt x="359295" y="2181695"/>
                  </a:lnTo>
                  <a:lnTo>
                    <a:pt x="364756" y="2176183"/>
                  </a:lnTo>
                  <a:lnTo>
                    <a:pt x="366356" y="2172690"/>
                  </a:lnTo>
                  <a:lnTo>
                    <a:pt x="366356" y="2164372"/>
                  </a:lnTo>
                  <a:close/>
                </a:path>
                <a:path w="4417695" h="2943225">
                  <a:moveTo>
                    <a:pt x="486791" y="150533"/>
                  </a:moveTo>
                  <a:lnTo>
                    <a:pt x="481114" y="120573"/>
                  </a:lnTo>
                  <a:lnTo>
                    <a:pt x="457365" y="100291"/>
                  </a:lnTo>
                  <a:lnTo>
                    <a:pt x="423570" y="103314"/>
                  </a:lnTo>
                  <a:lnTo>
                    <a:pt x="384683" y="126961"/>
                  </a:lnTo>
                  <a:lnTo>
                    <a:pt x="346062" y="156260"/>
                  </a:lnTo>
                  <a:lnTo>
                    <a:pt x="308902" y="190411"/>
                  </a:lnTo>
                  <a:lnTo>
                    <a:pt x="274370" y="228625"/>
                  </a:lnTo>
                  <a:lnTo>
                    <a:pt x="243674" y="270090"/>
                  </a:lnTo>
                  <a:lnTo>
                    <a:pt x="217982" y="314020"/>
                  </a:lnTo>
                  <a:lnTo>
                    <a:pt x="198501" y="359613"/>
                  </a:lnTo>
                  <a:lnTo>
                    <a:pt x="186410" y="406069"/>
                  </a:lnTo>
                  <a:lnTo>
                    <a:pt x="182892" y="452589"/>
                  </a:lnTo>
                  <a:lnTo>
                    <a:pt x="190042" y="472681"/>
                  </a:lnTo>
                  <a:lnTo>
                    <a:pt x="206273" y="482650"/>
                  </a:lnTo>
                  <a:lnTo>
                    <a:pt x="225666" y="481596"/>
                  </a:lnTo>
                  <a:lnTo>
                    <a:pt x="242341" y="468655"/>
                  </a:lnTo>
                  <a:lnTo>
                    <a:pt x="265341" y="430187"/>
                  </a:lnTo>
                  <a:lnTo>
                    <a:pt x="285026" y="389534"/>
                  </a:lnTo>
                  <a:lnTo>
                    <a:pt x="304203" y="348500"/>
                  </a:lnTo>
                  <a:lnTo>
                    <a:pt x="325729" y="308838"/>
                  </a:lnTo>
                  <a:lnTo>
                    <a:pt x="354164" y="268846"/>
                  </a:lnTo>
                  <a:lnTo>
                    <a:pt x="387337" y="233299"/>
                  </a:lnTo>
                  <a:lnTo>
                    <a:pt x="424865" y="202425"/>
                  </a:lnTo>
                  <a:lnTo>
                    <a:pt x="466382" y="176504"/>
                  </a:lnTo>
                  <a:lnTo>
                    <a:pt x="486791" y="150533"/>
                  </a:lnTo>
                  <a:close/>
                </a:path>
                <a:path w="4417695" h="2943225">
                  <a:moveTo>
                    <a:pt x="496239" y="1044155"/>
                  </a:moveTo>
                  <a:lnTo>
                    <a:pt x="490283" y="1013269"/>
                  </a:lnTo>
                  <a:lnTo>
                    <a:pt x="467563" y="994079"/>
                  </a:lnTo>
                  <a:lnTo>
                    <a:pt x="435394" y="1000099"/>
                  </a:lnTo>
                  <a:lnTo>
                    <a:pt x="399910" y="1025258"/>
                  </a:lnTo>
                  <a:lnTo>
                    <a:pt x="364642" y="1053084"/>
                  </a:lnTo>
                  <a:lnTo>
                    <a:pt x="330047" y="1083360"/>
                  </a:lnTo>
                  <a:lnTo>
                    <a:pt x="296595" y="1115910"/>
                  </a:lnTo>
                  <a:lnTo>
                    <a:pt x="264744" y="1150531"/>
                  </a:lnTo>
                  <a:lnTo>
                    <a:pt x="234937" y="1187056"/>
                  </a:lnTo>
                  <a:lnTo>
                    <a:pt x="207632" y="1225270"/>
                  </a:lnTo>
                  <a:lnTo>
                    <a:pt x="183311" y="1264996"/>
                  </a:lnTo>
                  <a:lnTo>
                    <a:pt x="162407" y="1306029"/>
                  </a:lnTo>
                  <a:lnTo>
                    <a:pt x="145376" y="1348181"/>
                  </a:lnTo>
                  <a:lnTo>
                    <a:pt x="132702" y="1391272"/>
                  </a:lnTo>
                  <a:lnTo>
                    <a:pt x="124828" y="1435100"/>
                  </a:lnTo>
                  <a:lnTo>
                    <a:pt x="122199" y="1479473"/>
                  </a:lnTo>
                  <a:lnTo>
                    <a:pt x="125298" y="1524215"/>
                  </a:lnTo>
                  <a:lnTo>
                    <a:pt x="134569" y="1569110"/>
                  </a:lnTo>
                  <a:lnTo>
                    <a:pt x="150469" y="1613979"/>
                  </a:lnTo>
                  <a:lnTo>
                    <a:pt x="166039" y="1629054"/>
                  </a:lnTo>
                  <a:lnTo>
                    <a:pt x="186944" y="1629079"/>
                  </a:lnTo>
                  <a:lnTo>
                    <a:pt x="205193" y="1617357"/>
                  </a:lnTo>
                  <a:lnTo>
                    <a:pt x="212788" y="1597126"/>
                  </a:lnTo>
                  <a:lnTo>
                    <a:pt x="213588" y="1546326"/>
                  </a:lnTo>
                  <a:lnTo>
                    <a:pt x="217576" y="1497533"/>
                  </a:lnTo>
                  <a:lnTo>
                    <a:pt x="224777" y="1450657"/>
                  </a:lnTo>
                  <a:lnTo>
                    <a:pt x="235216" y="1405636"/>
                  </a:lnTo>
                  <a:lnTo>
                    <a:pt x="248907" y="1362417"/>
                  </a:lnTo>
                  <a:lnTo>
                    <a:pt x="265874" y="1320927"/>
                  </a:lnTo>
                  <a:lnTo>
                    <a:pt x="286143" y="1281087"/>
                  </a:lnTo>
                  <a:lnTo>
                    <a:pt x="309727" y="1242847"/>
                  </a:lnTo>
                  <a:lnTo>
                    <a:pt x="336651" y="1206144"/>
                  </a:lnTo>
                  <a:lnTo>
                    <a:pt x="366928" y="1170889"/>
                  </a:lnTo>
                  <a:lnTo>
                    <a:pt x="400596" y="1137031"/>
                  </a:lnTo>
                  <a:lnTo>
                    <a:pt x="437654" y="1104506"/>
                  </a:lnTo>
                  <a:lnTo>
                    <a:pt x="478142" y="1073238"/>
                  </a:lnTo>
                  <a:lnTo>
                    <a:pt x="496239" y="1044155"/>
                  </a:lnTo>
                  <a:close/>
                </a:path>
                <a:path w="4417695" h="2943225">
                  <a:moveTo>
                    <a:pt x="617372" y="2117039"/>
                  </a:moveTo>
                  <a:lnTo>
                    <a:pt x="614959" y="2111591"/>
                  </a:lnTo>
                  <a:lnTo>
                    <a:pt x="610768" y="2107349"/>
                  </a:lnTo>
                  <a:lnTo>
                    <a:pt x="603338" y="2102612"/>
                  </a:lnTo>
                  <a:lnTo>
                    <a:pt x="594690" y="2101024"/>
                  </a:lnTo>
                  <a:lnTo>
                    <a:pt x="586054" y="2102612"/>
                  </a:lnTo>
                  <a:lnTo>
                    <a:pt x="578688" y="2107349"/>
                  </a:lnTo>
                  <a:lnTo>
                    <a:pt x="574446" y="2111591"/>
                  </a:lnTo>
                  <a:lnTo>
                    <a:pt x="572033" y="2117039"/>
                  </a:lnTo>
                  <a:lnTo>
                    <a:pt x="572033" y="2129777"/>
                  </a:lnTo>
                  <a:lnTo>
                    <a:pt x="574446" y="2135225"/>
                  </a:lnTo>
                  <a:lnTo>
                    <a:pt x="578688" y="2139353"/>
                  </a:lnTo>
                  <a:lnTo>
                    <a:pt x="582942" y="2143658"/>
                  </a:lnTo>
                  <a:lnTo>
                    <a:pt x="588327" y="2146071"/>
                  </a:lnTo>
                  <a:lnTo>
                    <a:pt x="594360" y="2146071"/>
                  </a:lnTo>
                  <a:lnTo>
                    <a:pt x="600443" y="2146071"/>
                  </a:lnTo>
                  <a:lnTo>
                    <a:pt x="606463" y="2143658"/>
                  </a:lnTo>
                  <a:lnTo>
                    <a:pt x="614959" y="2135225"/>
                  </a:lnTo>
                  <a:lnTo>
                    <a:pt x="617372" y="2129777"/>
                  </a:lnTo>
                  <a:lnTo>
                    <a:pt x="617372" y="2117039"/>
                  </a:lnTo>
                  <a:close/>
                </a:path>
                <a:path w="4417695" h="2943225">
                  <a:moveTo>
                    <a:pt x="869302" y="2025383"/>
                  </a:moveTo>
                  <a:lnTo>
                    <a:pt x="867232" y="2020735"/>
                  </a:lnTo>
                  <a:lnTo>
                    <a:pt x="863625" y="2017064"/>
                  </a:lnTo>
                  <a:lnTo>
                    <a:pt x="857237" y="2012962"/>
                  </a:lnTo>
                  <a:lnTo>
                    <a:pt x="849807" y="2011603"/>
                  </a:lnTo>
                  <a:lnTo>
                    <a:pt x="842391" y="2012962"/>
                  </a:lnTo>
                  <a:lnTo>
                    <a:pt x="836079" y="2017064"/>
                  </a:lnTo>
                  <a:lnTo>
                    <a:pt x="832396" y="2020735"/>
                  </a:lnTo>
                  <a:lnTo>
                    <a:pt x="830338" y="2025383"/>
                  </a:lnTo>
                  <a:lnTo>
                    <a:pt x="830338" y="2036343"/>
                  </a:lnTo>
                  <a:lnTo>
                    <a:pt x="832396" y="2040978"/>
                  </a:lnTo>
                  <a:lnTo>
                    <a:pt x="836079" y="2044534"/>
                  </a:lnTo>
                  <a:lnTo>
                    <a:pt x="839685" y="2048268"/>
                  </a:lnTo>
                  <a:lnTo>
                    <a:pt x="844397" y="2050275"/>
                  </a:lnTo>
                  <a:lnTo>
                    <a:pt x="849553" y="2050275"/>
                  </a:lnTo>
                  <a:lnTo>
                    <a:pt x="854786" y="2050275"/>
                  </a:lnTo>
                  <a:lnTo>
                    <a:pt x="859942" y="2048268"/>
                  </a:lnTo>
                  <a:lnTo>
                    <a:pt x="863625" y="2044534"/>
                  </a:lnTo>
                  <a:lnTo>
                    <a:pt x="867232" y="2040978"/>
                  </a:lnTo>
                  <a:lnTo>
                    <a:pt x="869302" y="2036343"/>
                  </a:lnTo>
                  <a:lnTo>
                    <a:pt x="869302" y="2025383"/>
                  </a:lnTo>
                  <a:close/>
                </a:path>
                <a:path w="4417695" h="2943225">
                  <a:moveTo>
                    <a:pt x="999286" y="1789506"/>
                  </a:moveTo>
                  <a:lnTo>
                    <a:pt x="998131" y="1786928"/>
                  </a:lnTo>
                  <a:lnTo>
                    <a:pt x="996124" y="1784870"/>
                  </a:lnTo>
                  <a:lnTo>
                    <a:pt x="992047" y="1780844"/>
                  </a:lnTo>
                  <a:lnTo>
                    <a:pt x="984821" y="1780844"/>
                  </a:lnTo>
                  <a:lnTo>
                    <a:pt x="978738" y="1786928"/>
                  </a:lnTo>
                  <a:lnTo>
                    <a:pt x="977595" y="1789506"/>
                  </a:lnTo>
                  <a:lnTo>
                    <a:pt x="977595" y="1795589"/>
                  </a:lnTo>
                  <a:lnTo>
                    <a:pt x="978738" y="1798167"/>
                  </a:lnTo>
                  <a:lnTo>
                    <a:pt x="980808" y="1800186"/>
                  </a:lnTo>
                  <a:lnTo>
                    <a:pt x="982814" y="1802244"/>
                  </a:lnTo>
                  <a:lnTo>
                    <a:pt x="985393" y="1803387"/>
                  </a:lnTo>
                  <a:lnTo>
                    <a:pt x="988326" y="1803387"/>
                  </a:lnTo>
                  <a:lnTo>
                    <a:pt x="991196" y="1803387"/>
                  </a:lnTo>
                  <a:lnTo>
                    <a:pt x="994067" y="1802244"/>
                  </a:lnTo>
                  <a:lnTo>
                    <a:pt x="998131" y="1798167"/>
                  </a:lnTo>
                  <a:lnTo>
                    <a:pt x="999286" y="1795589"/>
                  </a:lnTo>
                  <a:lnTo>
                    <a:pt x="999286" y="1789506"/>
                  </a:lnTo>
                  <a:close/>
                </a:path>
                <a:path w="4417695" h="2943225">
                  <a:moveTo>
                    <a:pt x="1006170" y="9245"/>
                  </a:moveTo>
                  <a:lnTo>
                    <a:pt x="1004912" y="6489"/>
                  </a:lnTo>
                  <a:lnTo>
                    <a:pt x="998423" y="0"/>
                  </a:lnTo>
                  <a:lnTo>
                    <a:pt x="990727" y="0"/>
                  </a:lnTo>
                  <a:lnTo>
                    <a:pt x="986434" y="4368"/>
                  </a:lnTo>
                  <a:lnTo>
                    <a:pt x="984250" y="6489"/>
                  </a:lnTo>
                  <a:lnTo>
                    <a:pt x="982980" y="9245"/>
                  </a:lnTo>
                  <a:lnTo>
                    <a:pt x="982980" y="15786"/>
                  </a:lnTo>
                  <a:lnTo>
                    <a:pt x="984250" y="18529"/>
                  </a:lnTo>
                  <a:lnTo>
                    <a:pt x="986434" y="20650"/>
                  </a:lnTo>
                  <a:lnTo>
                    <a:pt x="988555" y="22834"/>
                  </a:lnTo>
                  <a:lnTo>
                    <a:pt x="991311" y="24091"/>
                  </a:lnTo>
                  <a:lnTo>
                    <a:pt x="994410" y="24091"/>
                  </a:lnTo>
                  <a:lnTo>
                    <a:pt x="997508" y="24091"/>
                  </a:lnTo>
                  <a:lnTo>
                    <a:pt x="1000607" y="22898"/>
                  </a:lnTo>
                  <a:lnTo>
                    <a:pt x="1004912" y="18529"/>
                  </a:lnTo>
                  <a:lnTo>
                    <a:pt x="1006170" y="15786"/>
                  </a:lnTo>
                  <a:lnTo>
                    <a:pt x="1006170" y="9245"/>
                  </a:lnTo>
                  <a:close/>
                </a:path>
                <a:path w="4417695" h="2943225">
                  <a:moveTo>
                    <a:pt x="1026769" y="283654"/>
                  </a:moveTo>
                  <a:lnTo>
                    <a:pt x="1025334" y="280555"/>
                  </a:lnTo>
                  <a:lnTo>
                    <a:pt x="1018044" y="273164"/>
                  </a:lnTo>
                  <a:lnTo>
                    <a:pt x="1009269" y="273164"/>
                  </a:lnTo>
                  <a:lnTo>
                    <a:pt x="1001928" y="280555"/>
                  </a:lnTo>
                  <a:lnTo>
                    <a:pt x="1000544" y="283654"/>
                  </a:lnTo>
                  <a:lnTo>
                    <a:pt x="1000544" y="287159"/>
                  </a:lnTo>
                  <a:lnTo>
                    <a:pt x="1000544" y="291058"/>
                  </a:lnTo>
                  <a:lnTo>
                    <a:pt x="1001928" y="294208"/>
                  </a:lnTo>
                  <a:lnTo>
                    <a:pt x="1004392" y="296570"/>
                  </a:lnTo>
                  <a:lnTo>
                    <a:pt x="1006856" y="299085"/>
                  </a:lnTo>
                  <a:lnTo>
                    <a:pt x="1010018" y="300469"/>
                  </a:lnTo>
                  <a:lnTo>
                    <a:pt x="1017016" y="300469"/>
                  </a:lnTo>
                  <a:lnTo>
                    <a:pt x="1020457" y="299085"/>
                  </a:lnTo>
                  <a:lnTo>
                    <a:pt x="1022921" y="296570"/>
                  </a:lnTo>
                  <a:lnTo>
                    <a:pt x="1025398" y="294208"/>
                  </a:lnTo>
                  <a:lnTo>
                    <a:pt x="1026769" y="291058"/>
                  </a:lnTo>
                  <a:lnTo>
                    <a:pt x="1026769" y="283654"/>
                  </a:lnTo>
                  <a:close/>
                </a:path>
                <a:path w="4417695" h="2943225">
                  <a:moveTo>
                    <a:pt x="1163129" y="1612442"/>
                  </a:moveTo>
                  <a:lnTo>
                    <a:pt x="1160653" y="1606931"/>
                  </a:lnTo>
                  <a:lnTo>
                    <a:pt x="1156411" y="1602625"/>
                  </a:lnTo>
                  <a:lnTo>
                    <a:pt x="1148905" y="1597825"/>
                  </a:lnTo>
                  <a:lnTo>
                    <a:pt x="1140142" y="1596212"/>
                  </a:lnTo>
                  <a:lnTo>
                    <a:pt x="1131404" y="1597825"/>
                  </a:lnTo>
                  <a:lnTo>
                    <a:pt x="1123924" y="1602625"/>
                  </a:lnTo>
                  <a:lnTo>
                    <a:pt x="1119619" y="1606931"/>
                  </a:lnTo>
                  <a:lnTo>
                    <a:pt x="1117155" y="1612442"/>
                  </a:lnTo>
                  <a:lnTo>
                    <a:pt x="1117155" y="1625346"/>
                  </a:lnTo>
                  <a:lnTo>
                    <a:pt x="1119619" y="1630845"/>
                  </a:lnTo>
                  <a:lnTo>
                    <a:pt x="1128229" y="1639455"/>
                  </a:lnTo>
                  <a:lnTo>
                    <a:pt x="1133741" y="1641868"/>
                  </a:lnTo>
                  <a:lnTo>
                    <a:pt x="1146022" y="1641868"/>
                  </a:lnTo>
                  <a:lnTo>
                    <a:pt x="1152105" y="1639455"/>
                  </a:lnTo>
                  <a:lnTo>
                    <a:pt x="1156411" y="1635099"/>
                  </a:lnTo>
                  <a:lnTo>
                    <a:pt x="1160653" y="1630845"/>
                  </a:lnTo>
                  <a:lnTo>
                    <a:pt x="1163129" y="1625346"/>
                  </a:lnTo>
                  <a:lnTo>
                    <a:pt x="1163129" y="1612442"/>
                  </a:lnTo>
                  <a:close/>
                </a:path>
                <a:path w="4417695" h="2943225">
                  <a:moveTo>
                    <a:pt x="1286903" y="416737"/>
                  </a:moveTo>
                  <a:lnTo>
                    <a:pt x="1284503" y="411289"/>
                  </a:lnTo>
                  <a:lnTo>
                    <a:pt x="1280312" y="407047"/>
                  </a:lnTo>
                  <a:lnTo>
                    <a:pt x="1272895" y="402272"/>
                  </a:lnTo>
                  <a:lnTo>
                    <a:pt x="1264246" y="400672"/>
                  </a:lnTo>
                  <a:lnTo>
                    <a:pt x="1255610" y="402272"/>
                  </a:lnTo>
                  <a:lnTo>
                    <a:pt x="1248232" y="407047"/>
                  </a:lnTo>
                  <a:lnTo>
                    <a:pt x="1243977" y="411289"/>
                  </a:lnTo>
                  <a:lnTo>
                    <a:pt x="1241513" y="416737"/>
                  </a:lnTo>
                  <a:lnTo>
                    <a:pt x="1241513" y="429475"/>
                  </a:lnTo>
                  <a:lnTo>
                    <a:pt x="1243977" y="434860"/>
                  </a:lnTo>
                  <a:lnTo>
                    <a:pt x="1252474" y="443357"/>
                  </a:lnTo>
                  <a:lnTo>
                    <a:pt x="1257922" y="445757"/>
                  </a:lnTo>
                  <a:lnTo>
                    <a:pt x="1263954" y="445757"/>
                  </a:lnTo>
                  <a:lnTo>
                    <a:pt x="1270038" y="445757"/>
                  </a:lnTo>
                  <a:lnTo>
                    <a:pt x="1276057" y="443357"/>
                  </a:lnTo>
                  <a:lnTo>
                    <a:pt x="1284503" y="434860"/>
                  </a:lnTo>
                  <a:lnTo>
                    <a:pt x="1286903" y="429475"/>
                  </a:lnTo>
                  <a:lnTo>
                    <a:pt x="1286903" y="416737"/>
                  </a:lnTo>
                  <a:close/>
                </a:path>
                <a:path w="4417695" h="2943225">
                  <a:moveTo>
                    <a:pt x="1304010" y="1410068"/>
                  </a:moveTo>
                  <a:lnTo>
                    <a:pt x="1301597" y="1404620"/>
                  </a:lnTo>
                  <a:lnTo>
                    <a:pt x="1297406" y="1400365"/>
                  </a:lnTo>
                  <a:lnTo>
                    <a:pt x="1289964" y="1395590"/>
                  </a:lnTo>
                  <a:lnTo>
                    <a:pt x="1281303" y="1394002"/>
                  </a:lnTo>
                  <a:lnTo>
                    <a:pt x="1272654" y="1395590"/>
                  </a:lnTo>
                  <a:lnTo>
                    <a:pt x="1265275" y="1400365"/>
                  </a:lnTo>
                  <a:lnTo>
                    <a:pt x="1261021" y="1404620"/>
                  </a:lnTo>
                  <a:lnTo>
                    <a:pt x="1258557" y="1410068"/>
                  </a:lnTo>
                  <a:lnTo>
                    <a:pt x="1258557" y="1422857"/>
                  </a:lnTo>
                  <a:lnTo>
                    <a:pt x="1260970" y="1428305"/>
                  </a:lnTo>
                  <a:lnTo>
                    <a:pt x="1265275" y="1432496"/>
                  </a:lnTo>
                  <a:lnTo>
                    <a:pt x="1269517" y="1436801"/>
                  </a:lnTo>
                  <a:lnTo>
                    <a:pt x="1274965" y="1439151"/>
                  </a:lnTo>
                  <a:lnTo>
                    <a:pt x="1287081" y="1439151"/>
                  </a:lnTo>
                  <a:lnTo>
                    <a:pt x="1293164" y="1436738"/>
                  </a:lnTo>
                  <a:lnTo>
                    <a:pt x="1301597" y="1428305"/>
                  </a:lnTo>
                  <a:lnTo>
                    <a:pt x="1304010" y="1422857"/>
                  </a:lnTo>
                  <a:lnTo>
                    <a:pt x="1304010" y="1410068"/>
                  </a:lnTo>
                  <a:close/>
                </a:path>
                <a:path w="4417695" h="2943225">
                  <a:moveTo>
                    <a:pt x="1362024" y="674116"/>
                  </a:moveTo>
                  <a:lnTo>
                    <a:pt x="1359560" y="668667"/>
                  </a:lnTo>
                  <a:lnTo>
                    <a:pt x="1355369" y="664425"/>
                  </a:lnTo>
                  <a:lnTo>
                    <a:pt x="1347965" y="659650"/>
                  </a:lnTo>
                  <a:lnTo>
                    <a:pt x="1339303" y="658050"/>
                  </a:lnTo>
                  <a:lnTo>
                    <a:pt x="1330642" y="659650"/>
                  </a:lnTo>
                  <a:lnTo>
                    <a:pt x="1323238" y="664425"/>
                  </a:lnTo>
                  <a:lnTo>
                    <a:pt x="1318983" y="668667"/>
                  </a:lnTo>
                  <a:lnTo>
                    <a:pt x="1316583" y="674116"/>
                  </a:lnTo>
                  <a:lnTo>
                    <a:pt x="1316583" y="686854"/>
                  </a:lnTo>
                  <a:lnTo>
                    <a:pt x="1318983" y="692302"/>
                  </a:lnTo>
                  <a:lnTo>
                    <a:pt x="1327480" y="700786"/>
                  </a:lnTo>
                  <a:lnTo>
                    <a:pt x="1332928" y="703199"/>
                  </a:lnTo>
                  <a:lnTo>
                    <a:pt x="1339011" y="703199"/>
                  </a:lnTo>
                  <a:lnTo>
                    <a:pt x="1345095" y="703199"/>
                  </a:lnTo>
                  <a:lnTo>
                    <a:pt x="1351127" y="700786"/>
                  </a:lnTo>
                  <a:lnTo>
                    <a:pt x="1359560" y="692302"/>
                  </a:lnTo>
                  <a:lnTo>
                    <a:pt x="1362024" y="686904"/>
                  </a:lnTo>
                  <a:lnTo>
                    <a:pt x="1362024" y="674116"/>
                  </a:lnTo>
                  <a:close/>
                </a:path>
                <a:path w="4417695" h="2943225">
                  <a:moveTo>
                    <a:pt x="1386014" y="1164958"/>
                  </a:moveTo>
                  <a:lnTo>
                    <a:pt x="1383372" y="1159052"/>
                  </a:lnTo>
                  <a:lnTo>
                    <a:pt x="1378788" y="1154404"/>
                  </a:lnTo>
                  <a:lnTo>
                    <a:pt x="1370685" y="1149210"/>
                  </a:lnTo>
                  <a:lnTo>
                    <a:pt x="1361236" y="1147483"/>
                  </a:lnTo>
                  <a:lnTo>
                    <a:pt x="1351788" y="1149210"/>
                  </a:lnTo>
                  <a:lnTo>
                    <a:pt x="1343723" y="1154404"/>
                  </a:lnTo>
                  <a:lnTo>
                    <a:pt x="1339075" y="1159052"/>
                  </a:lnTo>
                  <a:lnTo>
                    <a:pt x="1336370" y="1164958"/>
                  </a:lnTo>
                  <a:lnTo>
                    <a:pt x="1336370" y="1178902"/>
                  </a:lnTo>
                  <a:lnTo>
                    <a:pt x="1339075" y="1184859"/>
                  </a:lnTo>
                  <a:lnTo>
                    <a:pt x="1348308" y="1194104"/>
                  </a:lnTo>
                  <a:lnTo>
                    <a:pt x="1354277" y="1196733"/>
                  </a:lnTo>
                  <a:lnTo>
                    <a:pt x="1360881" y="1196733"/>
                  </a:lnTo>
                  <a:lnTo>
                    <a:pt x="1367536" y="1196733"/>
                  </a:lnTo>
                  <a:lnTo>
                    <a:pt x="1374140" y="1194104"/>
                  </a:lnTo>
                  <a:lnTo>
                    <a:pt x="1383372" y="1184859"/>
                  </a:lnTo>
                  <a:lnTo>
                    <a:pt x="1386014" y="1178953"/>
                  </a:lnTo>
                  <a:lnTo>
                    <a:pt x="1386014" y="1164958"/>
                  </a:lnTo>
                  <a:close/>
                </a:path>
                <a:path w="4417695" h="2943225">
                  <a:moveTo>
                    <a:pt x="1414653" y="920940"/>
                  </a:moveTo>
                  <a:lnTo>
                    <a:pt x="1412240" y="915555"/>
                  </a:lnTo>
                  <a:lnTo>
                    <a:pt x="1408112" y="911313"/>
                  </a:lnTo>
                  <a:lnTo>
                    <a:pt x="1400759" y="906602"/>
                  </a:lnTo>
                  <a:lnTo>
                    <a:pt x="1392161" y="905027"/>
                  </a:lnTo>
                  <a:lnTo>
                    <a:pt x="1383588" y="906602"/>
                  </a:lnTo>
                  <a:lnTo>
                    <a:pt x="1376260" y="911313"/>
                  </a:lnTo>
                  <a:lnTo>
                    <a:pt x="1372019" y="915555"/>
                  </a:lnTo>
                  <a:lnTo>
                    <a:pt x="1369656" y="920940"/>
                  </a:lnTo>
                  <a:lnTo>
                    <a:pt x="1369656" y="933564"/>
                  </a:lnTo>
                  <a:lnTo>
                    <a:pt x="1372069" y="938961"/>
                  </a:lnTo>
                  <a:lnTo>
                    <a:pt x="1376260" y="943089"/>
                  </a:lnTo>
                  <a:lnTo>
                    <a:pt x="1380451" y="947381"/>
                  </a:lnTo>
                  <a:lnTo>
                    <a:pt x="1385849" y="949744"/>
                  </a:lnTo>
                  <a:lnTo>
                    <a:pt x="1391869" y="949744"/>
                  </a:lnTo>
                  <a:lnTo>
                    <a:pt x="1397901" y="949744"/>
                  </a:lnTo>
                  <a:lnTo>
                    <a:pt x="1403858" y="947381"/>
                  </a:lnTo>
                  <a:lnTo>
                    <a:pt x="1412240" y="938961"/>
                  </a:lnTo>
                  <a:lnTo>
                    <a:pt x="1414653" y="933564"/>
                  </a:lnTo>
                  <a:lnTo>
                    <a:pt x="1414653" y="920940"/>
                  </a:lnTo>
                  <a:close/>
                </a:path>
                <a:path w="4417695" h="2943225">
                  <a:moveTo>
                    <a:pt x="2583916" y="2865437"/>
                  </a:moveTo>
                  <a:lnTo>
                    <a:pt x="2581859" y="2860789"/>
                  </a:lnTo>
                  <a:lnTo>
                    <a:pt x="2578290" y="2857182"/>
                  </a:lnTo>
                  <a:lnTo>
                    <a:pt x="2571991" y="2853118"/>
                  </a:lnTo>
                  <a:lnTo>
                    <a:pt x="2564612" y="2851759"/>
                  </a:lnTo>
                  <a:lnTo>
                    <a:pt x="2557259" y="2853118"/>
                  </a:lnTo>
                  <a:lnTo>
                    <a:pt x="2550985" y="2857182"/>
                  </a:lnTo>
                  <a:lnTo>
                    <a:pt x="2547366" y="2860789"/>
                  </a:lnTo>
                  <a:lnTo>
                    <a:pt x="2545296" y="2865437"/>
                  </a:lnTo>
                  <a:lnTo>
                    <a:pt x="2545296" y="2876283"/>
                  </a:lnTo>
                  <a:lnTo>
                    <a:pt x="2547366" y="2880931"/>
                  </a:lnTo>
                  <a:lnTo>
                    <a:pt x="2550985" y="2884487"/>
                  </a:lnTo>
                  <a:lnTo>
                    <a:pt x="2554592" y="2888157"/>
                  </a:lnTo>
                  <a:lnTo>
                    <a:pt x="2559240" y="2890164"/>
                  </a:lnTo>
                  <a:lnTo>
                    <a:pt x="2569578" y="2890164"/>
                  </a:lnTo>
                  <a:lnTo>
                    <a:pt x="2574683" y="2888157"/>
                  </a:lnTo>
                  <a:lnTo>
                    <a:pt x="2581859" y="2880931"/>
                  </a:lnTo>
                  <a:lnTo>
                    <a:pt x="2583916" y="2876283"/>
                  </a:lnTo>
                  <a:lnTo>
                    <a:pt x="2583916" y="2865437"/>
                  </a:lnTo>
                  <a:close/>
                </a:path>
                <a:path w="4417695" h="2943225">
                  <a:moveTo>
                    <a:pt x="2591803" y="1914982"/>
                  </a:moveTo>
                  <a:lnTo>
                    <a:pt x="2580754" y="1891842"/>
                  </a:lnTo>
                  <a:lnTo>
                    <a:pt x="2556383" y="1880285"/>
                  </a:lnTo>
                  <a:lnTo>
                    <a:pt x="2528252" y="1889150"/>
                  </a:lnTo>
                  <a:lnTo>
                    <a:pt x="2491308" y="1920430"/>
                  </a:lnTo>
                  <a:lnTo>
                    <a:pt x="2455456" y="1952713"/>
                  </a:lnTo>
                  <a:lnTo>
                    <a:pt x="2420759" y="1985962"/>
                  </a:lnTo>
                  <a:lnTo>
                    <a:pt x="2387231" y="2020150"/>
                  </a:lnTo>
                  <a:lnTo>
                    <a:pt x="2354910" y="2055253"/>
                  </a:lnTo>
                  <a:lnTo>
                    <a:pt x="2323833" y="2091207"/>
                  </a:lnTo>
                  <a:lnTo>
                    <a:pt x="2294039" y="2128012"/>
                  </a:lnTo>
                  <a:lnTo>
                    <a:pt x="2265553" y="2165616"/>
                  </a:lnTo>
                  <a:lnTo>
                    <a:pt x="2238425" y="2203996"/>
                  </a:lnTo>
                  <a:lnTo>
                    <a:pt x="2212670" y="2243112"/>
                  </a:lnTo>
                  <a:lnTo>
                    <a:pt x="2188337" y="2282926"/>
                  </a:lnTo>
                  <a:lnTo>
                    <a:pt x="2165451" y="2323414"/>
                  </a:lnTo>
                  <a:lnTo>
                    <a:pt x="2144052" y="2364549"/>
                  </a:lnTo>
                  <a:lnTo>
                    <a:pt x="2124176" y="2406281"/>
                  </a:lnTo>
                  <a:lnTo>
                    <a:pt x="2105850" y="2448598"/>
                  </a:lnTo>
                  <a:lnTo>
                    <a:pt x="2089124" y="2491448"/>
                  </a:lnTo>
                  <a:lnTo>
                    <a:pt x="2074011" y="2534793"/>
                  </a:lnTo>
                  <a:lnTo>
                    <a:pt x="2060562" y="2578633"/>
                  </a:lnTo>
                  <a:lnTo>
                    <a:pt x="2048802" y="2622893"/>
                  </a:lnTo>
                  <a:lnTo>
                    <a:pt x="2038769" y="2667571"/>
                  </a:lnTo>
                  <a:lnTo>
                    <a:pt x="2030501" y="2712631"/>
                  </a:lnTo>
                  <a:lnTo>
                    <a:pt x="2024024" y="2758021"/>
                  </a:lnTo>
                  <a:lnTo>
                    <a:pt x="2019376" y="2803728"/>
                  </a:lnTo>
                  <a:lnTo>
                    <a:pt x="2016607" y="2849702"/>
                  </a:lnTo>
                  <a:lnTo>
                    <a:pt x="2015731" y="2895930"/>
                  </a:lnTo>
                  <a:lnTo>
                    <a:pt x="2016823" y="2942894"/>
                  </a:lnTo>
                  <a:lnTo>
                    <a:pt x="2137283" y="2942894"/>
                  </a:lnTo>
                  <a:lnTo>
                    <a:pt x="2133447" y="2901556"/>
                  </a:lnTo>
                  <a:lnTo>
                    <a:pt x="2130374" y="2853334"/>
                  </a:lnTo>
                  <a:lnTo>
                    <a:pt x="2128951" y="2804972"/>
                  </a:lnTo>
                  <a:lnTo>
                    <a:pt x="2129421" y="2756382"/>
                  </a:lnTo>
                  <a:lnTo>
                    <a:pt x="2132012" y="2707462"/>
                  </a:lnTo>
                  <a:lnTo>
                    <a:pt x="2136965" y="2658135"/>
                  </a:lnTo>
                  <a:lnTo>
                    <a:pt x="2144547" y="2608313"/>
                  </a:lnTo>
                  <a:lnTo>
                    <a:pt x="2154974" y="2557907"/>
                  </a:lnTo>
                  <a:lnTo>
                    <a:pt x="2168499" y="2506815"/>
                  </a:lnTo>
                  <a:lnTo>
                    <a:pt x="2184552" y="2458351"/>
                  </a:lnTo>
                  <a:lnTo>
                    <a:pt x="2203564" y="2411387"/>
                  </a:lnTo>
                  <a:lnTo>
                    <a:pt x="2225306" y="2365857"/>
                  </a:lnTo>
                  <a:lnTo>
                    <a:pt x="2249563" y="2321699"/>
                  </a:lnTo>
                  <a:lnTo>
                    <a:pt x="2276094" y="2278850"/>
                  </a:lnTo>
                  <a:lnTo>
                    <a:pt x="2304669" y="2237232"/>
                  </a:lnTo>
                  <a:lnTo>
                    <a:pt x="2335085" y="2196782"/>
                  </a:lnTo>
                  <a:lnTo>
                    <a:pt x="2367089" y="2157438"/>
                  </a:lnTo>
                  <a:lnTo>
                    <a:pt x="2400465" y="2119134"/>
                  </a:lnTo>
                  <a:lnTo>
                    <a:pt x="2434983" y="2081796"/>
                  </a:lnTo>
                  <a:lnTo>
                    <a:pt x="2470416" y="2045373"/>
                  </a:lnTo>
                  <a:lnTo>
                    <a:pt x="2506548" y="2009775"/>
                  </a:lnTo>
                  <a:lnTo>
                    <a:pt x="2543137" y="1974951"/>
                  </a:lnTo>
                  <a:lnTo>
                    <a:pt x="2579967" y="1940826"/>
                  </a:lnTo>
                  <a:lnTo>
                    <a:pt x="2591803" y="1914982"/>
                  </a:lnTo>
                  <a:close/>
                </a:path>
                <a:path w="4417695" h="2943225">
                  <a:moveTo>
                    <a:pt x="2615311" y="2622232"/>
                  </a:moveTo>
                  <a:lnTo>
                    <a:pt x="2613304" y="2617698"/>
                  </a:lnTo>
                  <a:lnTo>
                    <a:pt x="2609799" y="2614142"/>
                  </a:lnTo>
                  <a:lnTo>
                    <a:pt x="2603639" y="2610167"/>
                  </a:lnTo>
                  <a:lnTo>
                    <a:pt x="2596426" y="2608846"/>
                  </a:lnTo>
                  <a:lnTo>
                    <a:pt x="2589225" y="2610167"/>
                  </a:lnTo>
                  <a:lnTo>
                    <a:pt x="2583065" y="2614142"/>
                  </a:lnTo>
                  <a:lnTo>
                    <a:pt x="2579560" y="2617698"/>
                  </a:lnTo>
                  <a:lnTo>
                    <a:pt x="2577490" y="2622232"/>
                  </a:lnTo>
                  <a:lnTo>
                    <a:pt x="2577490" y="2627223"/>
                  </a:lnTo>
                  <a:lnTo>
                    <a:pt x="2577490" y="2632837"/>
                  </a:lnTo>
                  <a:lnTo>
                    <a:pt x="2579560" y="2637371"/>
                  </a:lnTo>
                  <a:lnTo>
                    <a:pt x="2586621" y="2644432"/>
                  </a:lnTo>
                  <a:lnTo>
                    <a:pt x="2591155" y="2646438"/>
                  </a:lnTo>
                  <a:lnTo>
                    <a:pt x="2601252" y="2646438"/>
                  </a:lnTo>
                  <a:lnTo>
                    <a:pt x="2606306" y="2644432"/>
                  </a:lnTo>
                  <a:lnTo>
                    <a:pt x="2613304" y="2637371"/>
                  </a:lnTo>
                  <a:lnTo>
                    <a:pt x="2615311" y="2632837"/>
                  </a:lnTo>
                  <a:lnTo>
                    <a:pt x="2615311" y="2622232"/>
                  </a:lnTo>
                  <a:close/>
                </a:path>
                <a:path w="4417695" h="2943225">
                  <a:moveTo>
                    <a:pt x="3224682" y="2076145"/>
                  </a:moveTo>
                  <a:lnTo>
                    <a:pt x="3223691" y="2062302"/>
                  </a:lnTo>
                  <a:lnTo>
                    <a:pt x="3216046" y="2049919"/>
                  </a:lnTo>
                  <a:lnTo>
                    <a:pt x="3204222" y="2041842"/>
                  </a:lnTo>
                  <a:lnTo>
                    <a:pt x="3163544" y="2033320"/>
                  </a:lnTo>
                  <a:lnTo>
                    <a:pt x="3117824" y="2034552"/>
                  </a:lnTo>
                  <a:lnTo>
                    <a:pt x="3069247" y="2043201"/>
                  </a:lnTo>
                  <a:lnTo>
                    <a:pt x="3020009" y="2056955"/>
                  </a:lnTo>
                  <a:lnTo>
                    <a:pt x="2972282" y="2073440"/>
                  </a:lnTo>
                  <a:lnTo>
                    <a:pt x="2928264" y="2090356"/>
                  </a:lnTo>
                  <a:lnTo>
                    <a:pt x="2890139" y="2105342"/>
                  </a:lnTo>
                  <a:lnTo>
                    <a:pt x="2845955" y="2123770"/>
                  </a:lnTo>
                  <a:lnTo>
                    <a:pt x="2802788" y="2146109"/>
                  </a:lnTo>
                  <a:lnTo>
                    <a:pt x="2763824" y="2173401"/>
                  </a:lnTo>
                  <a:lnTo>
                    <a:pt x="2732240" y="2206663"/>
                  </a:lnTo>
                  <a:lnTo>
                    <a:pt x="2711208" y="2246947"/>
                  </a:lnTo>
                  <a:lnTo>
                    <a:pt x="2703919" y="2295271"/>
                  </a:lnTo>
                  <a:lnTo>
                    <a:pt x="2711335" y="2312543"/>
                  </a:lnTo>
                  <a:lnTo>
                    <a:pt x="2727668" y="2320544"/>
                  </a:lnTo>
                  <a:lnTo>
                    <a:pt x="2744914" y="2317623"/>
                  </a:lnTo>
                  <a:lnTo>
                    <a:pt x="2755112" y="2302154"/>
                  </a:lnTo>
                  <a:lnTo>
                    <a:pt x="2773108" y="2265273"/>
                  </a:lnTo>
                  <a:lnTo>
                    <a:pt x="2808300" y="2234374"/>
                  </a:lnTo>
                  <a:lnTo>
                    <a:pt x="2854147" y="2208974"/>
                  </a:lnTo>
                  <a:lnTo>
                    <a:pt x="2904045" y="2188591"/>
                  </a:lnTo>
                  <a:lnTo>
                    <a:pt x="2951442" y="2172741"/>
                  </a:lnTo>
                  <a:lnTo>
                    <a:pt x="2989770" y="2160930"/>
                  </a:lnTo>
                  <a:lnTo>
                    <a:pt x="3034715" y="2149462"/>
                  </a:lnTo>
                  <a:lnTo>
                    <a:pt x="3083052" y="2139543"/>
                  </a:lnTo>
                  <a:lnTo>
                    <a:pt x="3131616" y="2128126"/>
                  </a:lnTo>
                  <a:lnTo>
                    <a:pt x="3177171" y="2112175"/>
                  </a:lnTo>
                  <a:lnTo>
                    <a:pt x="3216554" y="2088654"/>
                  </a:lnTo>
                  <a:lnTo>
                    <a:pt x="3224682" y="2076145"/>
                  </a:lnTo>
                  <a:close/>
                </a:path>
                <a:path w="4417695" h="2943225">
                  <a:moveTo>
                    <a:pt x="3272942" y="2942894"/>
                  </a:moveTo>
                  <a:lnTo>
                    <a:pt x="3268611" y="2938805"/>
                  </a:lnTo>
                  <a:lnTo>
                    <a:pt x="3227451" y="2926092"/>
                  </a:lnTo>
                  <a:lnTo>
                    <a:pt x="3180181" y="2922676"/>
                  </a:lnTo>
                  <a:lnTo>
                    <a:pt x="3128899" y="2926689"/>
                  </a:lnTo>
                  <a:lnTo>
                    <a:pt x="3075698" y="2936329"/>
                  </a:lnTo>
                  <a:lnTo>
                    <a:pt x="3049740" y="2942894"/>
                  </a:lnTo>
                  <a:lnTo>
                    <a:pt x="3272942" y="2942894"/>
                  </a:lnTo>
                  <a:close/>
                </a:path>
                <a:path w="4417695" h="2943225">
                  <a:moveTo>
                    <a:pt x="3374085" y="1873948"/>
                  </a:moveTo>
                  <a:lnTo>
                    <a:pt x="3371672" y="1868551"/>
                  </a:lnTo>
                  <a:lnTo>
                    <a:pt x="3367608" y="1864423"/>
                  </a:lnTo>
                  <a:lnTo>
                    <a:pt x="3360305" y="1859749"/>
                  </a:lnTo>
                  <a:lnTo>
                    <a:pt x="3351796" y="1858187"/>
                  </a:lnTo>
                  <a:lnTo>
                    <a:pt x="3343300" y="1859749"/>
                  </a:lnTo>
                  <a:lnTo>
                    <a:pt x="3336036" y="1864423"/>
                  </a:lnTo>
                  <a:lnTo>
                    <a:pt x="3331845" y="1868551"/>
                  </a:lnTo>
                  <a:lnTo>
                    <a:pt x="3329495" y="1873885"/>
                  </a:lnTo>
                  <a:lnTo>
                    <a:pt x="3329495" y="1886458"/>
                  </a:lnTo>
                  <a:lnTo>
                    <a:pt x="3331845" y="1891792"/>
                  </a:lnTo>
                  <a:lnTo>
                    <a:pt x="3336036" y="1895856"/>
                  </a:lnTo>
                  <a:lnTo>
                    <a:pt x="3340227" y="1900110"/>
                  </a:lnTo>
                  <a:lnTo>
                    <a:pt x="3345561" y="1902460"/>
                  </a:lnTo>
                  <a:lnTo>
                    <a:pt x="3351479" y="1902460"/>
                  </a:lnTo>
                  <a:lnTo>
                    <a:pt x="3357448" y="1902460"/>
                  </a:lnTo>
                  <a:lnTo>
                    <a:pt x="3363417" y="1900110"/>
                  </a:lnTo>
                  <a:lnTo>
                    <a:pt x="3371672" y="1891792"/>
                  </a:lnTo>
                  <a:lnTo>
                    <a:pt x="3374085" y="1886458"/>
                  </a:lnTo>
                  <a:lnTo>
                    <a:pt x="3374085" y="1873948"/>
                  </a:lnTo>
                  <a:close/>
                </a:path>
                <a:path w="4417695" h="2943225">
                  <a:moveTo>
                    <a:pt x="3622751" y="1855939"/>
                  </a:moveTo>
                  <a:lnTo>
                    <a:pt x="3620160" y="1850148"/>
                  </a:lnTo>
                  <a:lnTo>
                    <a:pt x="3615690" y="1845614"/>
                  </a:lnTo>
                  <a:lnTo>
                    <a:pt x="3607790" y="1840509"/>
                  </a:lnTo>
                  <a:lnTo>
                    <a:pt x="3598570" y="1838807"/>
                  </a:lnTo>
                  <a:lnTo>
                    <a:pt x="3589350" y="1840509"/>
                  </a:lnTo>
                  <a:lnTo>
                    <a:pt x="3581489" y="1845614"/>
                  </a:lnTo>
                  <a:lnTo>
                    <a:pt x="3576955" y="1850148"/>
                  </a:lnTo>
                  <a:lnTo>
                    <a:pt x="3574313" y="1855939"/>
                  </a:lnTo>
                  <a:lnTo>
                    <a:pt x="3574313" y="1869528"/>
                  </a:lnTo>
                  <a:lnTo>
                    <a:pt x="3576955" y="1875320"/>
                  </a:lnTo>
                  <a:lnTo>
                    <a:pt x="3585959" y="1884324"/>
                  </a:lnTo>
                  <a:lnTo>
                    <a:pt x="3591814" y="1886915"/>
                  </a:lnTo>
                  <a:lnTo>
                    <a:pt x="3598240" y="1886915"/>
                  </a:lnTo>
                  <a:lnTo>
                    <a:pt x="3604730" y="1886915"/>
                  </a:lnTo>
                  <a:lnTo>
                    <a:pt x="3611156" y="1884387"/>
                  </a:lnTo>
                  <a:lnTo>
                    <a:pt x="3620160" y="1875320"/>
                  </a:lnTo>
                  <a:lnTo>
                    <a:pt x="3622751" y="1869528"/>
                  </a:lnTo>
                  <a:lnTo>
                    <a:pt x="3622751" y="1855939"/>
                  </a:lnTo>
                  <a:close/>
                </a:path>
                <a:path w="4417695" h="2943225">
                  <a:moveTo>
                    <a:pt x="3693388" y="2876918"/>
                  </a:moveTo>
                  <a:lnTo>
                    <a:pt x="3690582" y="2870606"/>
                  </a:lnTo>
                  <a:lnTo>
                    <a:pt x="3685705" y="2865666"/>
                  </a:lnTo>
                  <a:lnTo>
                    <a:pt x="3677069" y="2860116"/>
                  </a:lnTo>
                  <a:lnTo>
                    <a:pt x="3667010" y="2858274"/>
                  </a:lnTo>
                  <a:lnTo>
                    <a:pt x="3656965" y="2860116"/>
                  </a:lnTo>
                  <a:lnTo>
                    <a:pt x="3648405" y="2865666"/>
                  </a:lnTo>
                  <a:lnTo>
                    <a:pt x="3643401" y="2870606"/>
                  </a:lnTo>
                  <a:lnTo>
                    <a:pt x="3640594" y="2876918"/>
                  </a:lnTo>
                  <a:lnTo>
                    <a:pt x="3640594" y="2891764"/>
                  </a:lnTo>
                  <a:lnTo>
                    <a:pt x="3643401" y="2898076"/>
                  </a:lnTo>
                  <a:lnTo>
                    <a:pt x="3648405" y="2902953"/>
                  </a:lnTo>
                  <a:lnTo>
                    <a:pt x="3653332" y="2907944"/>
                  </a:lnTo>
                  <a:lnTo>
                    <a:pt x="3659644" y="2910700"/>
                  </a:lnTo>
                  <a:lnTo>
                    <a:pt x="3673767" y="2910700"/>
                  </a:lnTo>
                  <a:lnTo>
                    <a:pt x="3680764" y="2907944"/>
                  </a:lnTo>
                  <a:lnTo>
                    <a:pt x="3690582" y="2898076"/>
                  </a:lnTo>
                  <a:lnTo>
                    <a:pt x="3693388" y="2891764"/>
                  </a:lnTo>
                  <a:lnTo>
                    <a:pt x="3693388" y="2876918"/>
                  </a:lnTo>
                  <a:close/>
                </a:path>
                <a:path w="4417695" h="2943225">
                  <a:moveTo>
                    <a:pt x="3928795" y="2844558"/>
                  </a:moveTo>
                  <a:lnTo>
                    <a:pt x="3927589" y="2841917"/>
                  </a:lnTo>
                  <a:lnTo>
                    <a:pt x="3921442" y="2835783"/>
                  </a:lnTo>
                  <a:lnTo>
                    <a:pt x="3914165" y="2835783"/>
                  </a:lnTo>
                  <a:lnTo>
                    <a:pt x="3910088" y="2839910"/>
                  </a:lnTo>
                  <a:lnTo>
                    <a:pt x="3908018" y="2841917"/>
                  </a:lnTo>
                  <a:lnTo>
                    <a:pt x="3906875" y="2844558"/>
                  </a:lnTo>
                  <a:lnTo>
                    <a:pt x="3906875" y="2850756"/>
                  </a:lnTo>
                  <a:lnTo>
                    <a:pt x="3908018" y="2853398"/>
                  </a:lnTo>
                  <a:lnTo>
                    <a:pt x="3912146" y="2857462"/>
                  </a:lnTo>
                  <a:lnTo>
                    <a:pt x="3914737" y="2858668"/>
                  </a:lnTo>
                  <a:lnTo>
                    <a:pt x="3920642" y="2858668"/>
                  </a:lnTo>
                  <a:lnTo>
                    <a:pt x="3923512" y="2857462"/>
                  </a:lnTo>
                  <a:lnTo>
                    <a:pt x="3927589" y="2853398"/>
                  </a:lnTo>
                  <a:lnTo>
                    <a:pt x="3928795" y="2850756"/>
                  </a:lnTo>
                  <a:lnTo>
                    <a:pt x="3928795" y="2844558"/>
                  </a:lnTo>
                  <a:close/>
                </a:path>
                <a:path w="4417695" h="2943225">
                  <a:moveTo>
                    <a:pt x="4182326" y="2874099"/>
                  </a:moveTo>
                  <a:lnTo>
                    <a:pt x="4180548" y="2870085"/>
                  </a:lnTo>
                  <a:lnTo>
                    <a:pt x="4177449" y="2866936"/>
                  </a:lnTo>
                  <a:lnTo>
                    <a:pt x="4171962" y="2863418"/>
                  </a:lnTo>
                  <a:lnTo>
                    <a:pt x="4165562" y="2862237"/>
                  </a:lnTo>
                  <a:lnTo>
                    <a:pt x="4159186" y="2863418"/>
                  </a:lnTo>
                  <a:lnTo>
                    <a:pt x="4153751" y="2866936"/>
                  </a:lnTo>
                  <a:lnTo>
                    <a:pt x="4150601" y="2870085"/>
                  </a:lnTo>
                  <a:lnTo>
                    <a:pt x="4148823" y="2874099"/>
                  </a:lnTo>
                  <a:lnTo>
                    <a:pt x="4148823" y="2883509"/>
                  </a:lnTo>
                  <a:lnTo>
                    <a:pt x="4150601" y="2887522"/>
                  </a:lnTo>
                  <a:lnTo>
                    <a:pt x="4153751" y="2890621"/>
                  </a:lnTo>
                  <a:lnTo>
                    <a:pt x="4156849" y="2893771"/>
                  </a:lnTo>
                  <a:lnTo>
                    <a:pt x="4160863" y="2895549"/>
                  </a:lnTo>
                  <a:lnTo>
                    <a:pt x="4169816" y="2895549"/>
                  </a:lnTo>
                  <a:lnTo>
                    <a:pt x="4174299" y="2893771"/>
                  </a:lnTo>
                  <a:lnTo>
                    <a:pt x="4180548" y="2887522"/>
                  </a:lnTo>
                  <a:lnTo>
                    <a:pt x="4182326" y="2883509"/>
                  </a:lnTo>
                  <a:lnTo>
                    <a:pt x="4182326" y="2874099"/>
                  </a:lnTo>
                  <a:close/>
                </a:path>
                <a:path w="4417695" h="2943225">
                  <a:moveTo>
                    <a:pt x="4417504" y="2749346"/>
                  </a:moveTo>
                  <a:lnTo>
                    <a:pt x="4415269" y="2744292"/>
                  </a:lnTo>
                  <a:lnTo>
                    <a:pt x="4411370" y="2740393"/>
                  </a:lnTo>
                  <a:lnTo>
                    <a:pt x="4404512" y="2735973"/>
                  </a:lnTo>
                  <a:lnTo>
                    <a:pt x="4396537" y="2734500"/>
                  </a:lnTo>
                  <a:lnTo>
                    <a:pt x="4388561" y="2735973"/>
                  </a:lnTo>
                  <a:lnTo>
                    <a:pt x="4381754" y="2740393"/>
                  </a:lnTo>
                  <a:lnTo>
                    <a:pt x="4377791" y="2744292"/>
                  </a:lnTo>
                  <a:lnTo>
                    <a:pt x="4375556" y="2749346"/>
                  </a:lnTo>
                  <a:lnTo>
                    <a:pt x="4375556" y="2761094"/>
                  </a:lnTo>
                  <a:lnTo>
                    <a:pt x="4377791" y="2766149"/>
                  </a:lnTo>
                  <a:lnTo>
                    <a:pt x="4381754" y="2769997"/>
                  </a:lnTo>
                  <a:lnTo>
                    <a:pt x="4385653" y="2773946"/>
                  </a:lnTo>
                  <a:lnTo>
                    <a:pt x="4390707" y="2776182"/>
                  </a:lnTo>
                  <a:lnTo>
                    <a:pt x="4401896" y="2776182"/>
                  </a:lnTo>
                  <a:lnTo>
                    <a:pt x="4407459" y="2773946"/>
                  </a:lnTo>
                  <a:lnTo>
                    <a:pt x="4415269" y="2766085"/>
                  </a:lnTo>
                  <a:lnTo>
                    <a:pt x="4417504" y="2761094"/>
                  </a:lnTo>
                  <a:lnTo>
                    <a:pt x="4417504" y="2749346"/>
                  </a:lnTo>
                  <a:close/>
                </a:path>
              </a:pathLst>
            </a:custGeom>
            <a:solidFill>
              <a:srgbClr val="F5BD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/>
          <p:nvPr/>
        </p:nvSpPr>
        <p:spPr>
          <a:xfrm>
            <a:off x="4037085" y="3122849"/>
            <a:ext cx="3790950" cy="1552575"/>
          </a:xfrm>
          <a:custGeom>
            <a:avLst/>
            <a:gdLst/>
            <a:ahLst/>
            <a:cxnLst/>
            <a:rect l="l" t="t" r="r" b="b"/>
            <a:pathLst>
              <a:path w="3790950" h="1552575">
                <a:moveTo>
                  <a:pt x="3571099" y="1552574"/>
                </a:moveTo>
                <a:lnTo>
                  <a:pt x="219848" y="1552574"/>
                </a:lnTo>
                <a:lnTo>
                  <a:pt x="216906" y="1552027"/>
                </a:lnTo>
                <a:lnTo>
                  <a:pt x="178695" y="1541464"/>
                </a:lnTo>
                <a:lnTo>
                  <a:pt x="142447" y="1525413"/>
                </a:lnTo>
                <a:lnTo>
                  <a:pt x="108950" y="1504224"/>
                </a:lnTo>
                <a:lnTo>
                  <a:pt x="78928" y="1478353"/>
                </a:lnTo>
                <a:lnTo>
                  <a:pt x="53031" y="1448363"/>
                </a:lnTo>
                <a:lnTo>
                  <a:pt x="31819" y="1414900"/>
                </a:lnTo>
                <a:lnTo>
                  <a:pt x="15752" y="1378692"/>
                </a:lnTo>
                <a:lnTo>
                  <a:pt x="5177" y="1340519"/>
                </a:lnTo>
                <a:lnTo>
                  <a:pt x="324" y="1301210"/>
                </a:lnTo>
                <a:lnTo>
                  <a:pt x="0" y="1294610"/>
                </a:lnTo>
                <a:lnTo>
                  <a:pt x="0" y="259256"/>
                </a:lnTo>
                <a:lnTo>
                  <a:pt x="3966" y="219844"/>
                </a:lnTo>
                <a:lnTo>
                  <a:pt x="13601" y="181420"/>
                </a:lnTo>
                <a:lnTo>
                  <a:pt x="28772" y="144831"/>
                </a:lnTo>
                <a:lnTo>
                  <a:pt x="49158" y="110856"/>
                </a:lnTo>
                <a:lnTo>
                  <a:pt x="74308" y="80242"/>
                </a:lnTo>
                <a:lnTo>
                  <a:pt x="103689" y="53641"/>
                </a:lnTo>
                <a:lnTo>
                  <a:pt x="136652" y="31639"/>
                </a:lnTo>
                <a:lnTo>
                  <a:pt x="172497" y="14703"/>
                </a:lnTo>
                <a:lnTo>
                  <a:pt x="210435" y="3207"/>
                </a:lnTo>
                <a:lnTo>
                  <a:pt x="227323" y="0"/>
                </a:lnTo>
                <a:lnTo>
                  <a:pt x="3563625" y="0"/>
                </a:lnTo>
                <a:lnTo>
                  <a:pt x="3606001" y="10253"/>
                </a:lnTo>
                <a:lnTo>
                  <a:pt x="3642627" y="25408"/>
                </a:lnTo>
                <a:lnTo>
                  <a:pt x="3676638" y="45772"/>
                </a:lnTo>
                <a:lnTo>
                  <a:pt x="3707284" y="70896"/>
                </a:lnTo>
                <a:lnTo>
                  <a:pt x="3733913" y="100246"/>
                </a:lnTo>
                <a:lnTo>
                  <a:pt x="3755939" y="133175"/>
                </a:lnTo>
                <a:lnTo>
                  <a:pt x="3772893" y="168983"/>
                </a:lnTo>
                <a:lnTo>
                  <a:pt x="3784401" y="206880"/>
                </a:lnTo>
                <a:lnTo>
                  <a:pt x="3790219" y="246063"/>
                </a:lnTo>
                <a:lnTo>
                  <a:pt x="3790949" y="259256"/>
                </a:lnTo>
                <a:lnTo>
                  <a:pt x="3790949" y="1294610"/>
                </a:lnTo>
                <a:lnTo>
                  <a:pt x="3786982" y="1334022"/>
                </a:lnTo>
                <a:lnTo>
                  <a:pt x="3777347" y="1372446"/>
                </a:lnTo>
                <a:lnTo>
                  <a:pt x="3762176" y="1409034"/>
                </a:lnTo>
                <a:lnTo>
                  <a:pt x="3741790" y="1443010"/>
                </a:lnTo>
                <a:lnTo>
                  <a:pt x="3716640" y="1473623"/>
                </a:lnTo>
                <a:lnTo>
                  <a:pt x="3687260" y="1500224"/>
                </a:lnTo>
                <a:lnTo>
                  <a:pt x="3654296" y="1522226"/>
                </a:lnTo>
                <a:lnTo>
                  <a:pt x="3618450" y="1539162"/>
                </a:lnTo>
                <a:lnTo>
                  <a:pt x="3580513" y="1550658"/>
                </a:lnTo>
                <a:lnTo>
                  <a:pt x="3571099" y="1552574"/>
                </a:lnTo>
                <a:close/>
              </a:path>
            </a:pathLst>
          </a:custGeom>
          <a:solidFill>
            <a:srgbClr val="86B4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741394" y="3745976"/>
            <a:ext cx="223202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75">
                <a:latin typeface="Arial Black"/>
                <a:cs typeface="Arial Black"/>
              </a:rPr>
              <a:t>Prototipo</a:t>
            </a:r>
            <a:r>
              <a:rPr dirty="0" sz="1700" spc="-125">
                <a:latin typeface="Arial Black"/>
                <a:cs typeface="Arial Black"/>
              </a:rPr>
              <a:t> </a:t>
            </a:r>
            <a:r>
              <a:rPr dirty="0" sz="1700" spc="-100">
                <a:latin typeface="Arial Black"/>
                <a:cs typeface="Arial Black"/>
              </a:rPr>
              <a:t>de</a:t>
            </a:r>
            <a:r>
              <a:rPr dirty="0" sz="1700" spc="-125">
                <a:latin typeface="Arial Black"/>
                <a:cs typeface="Arial Black"/>
              </a:rPr>
              <a:t> </a:t>
            </a:r>
            <a:r>
              <a:rPr dirty="0" sz="1700" spc="-75">
                <a:latin typeface="Arial Black"/>
                <a:cs typeface="Arial Black"/>
              </a:rPr>
              <a:t>interfaz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97575" y="3122848"/>
            <a:ext cx="4799330" cy="1555750"/>
          </a:xfrm>
          <a:prstGeom prst="rect">
            <a:avLst/>
          </a:prstGeom>
          <a:solidFill>
            <a:srgbClr val="F5BDBD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1700">
              <a:latin typeface="Times New Roman"/>
              <a:cs typeface="Times New Roman"/>
            </a:endParaRPr>
          </a:p>
          <a:p>
            <a:pPr marL="250190">
              <a:lnSpc>
                <a:spcPct val="100000"/>
              </a:lnSpc>
            </a:pPr>
            <a:r>
              <a:rPr dirty="0" sz="1700" spc="-170">
                <a:latin typeface="Arial Black"/>
                <a:cs typeface="Arial Black"/>
              </a:rPr>
              <a:t>VERSIONES</a:t>
            </a:r>
            <a:r>
              <a:rPr dirty="0" sz="1700" spc="-120">
                <a:latin typeface="Arial Black"/>
                <a:cs typeface="Arial Black"/>
              </a:rPr>
              <a:t> </a:t>
            </a:r>
            <a:r>
              <a:rPr dirty="0" sz="1700" spc="-145">
                <a:latin typeface="Arial Black"/>
                <a:cs typeface="Arial Black"/>
              </a:rPr>
              <a:t>FUNCIONALES</a:t>
            </a:r>
            <a:r>
              <a:rPr dirty="0" sz="1700" spc="-114">
                <a:latin typeface="Arial Black"/>
                <a:cs typeface="Arial Black"/>
              </a:rPr>
              <a:t> </a:t>
            </a:r>
            <a:r>
              <a:rPr dirty="0" sz="1700" spc="-140">
                <a:latin typeface="Arial Black"/>
                <a:cs typeface="Arial Black"/>
              </a:rPr>
              <a:t>DEL</a:t>
            </a:r>
            <a:r>
              <a:rPr dirty="0" sz="1700" spc="-114">
                <a:latin typeface="Arial Black"/>
                <a:cs typeface="Arial Black"/>
              </a:rPr>
              <a:t> </a:t>
            </a:r>
            <a:r>
              <a:rPr dirty="0" sz="1700" spc="-10">
                <a:latin typeface="Arial Black"/>
                <a:cs typeface="Arial Black"/>
              </a:rPr>
              <a:t>SISTEMA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003272" y="3122848"/>
            <a:ext cx="4909185" cy="1555750"/>
          </a:xfrm>
          <a:prstGeom prst="rect">
            <a:avLst/>
          </a:prstGeom>
          <a:solidFill>
            <a:srgbClr val="F5BDBD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1700">
              <a:latin typeface="Times New Roman"/>
              <a:cs typeface="Times New Roman"/>
            </a:endParaRPr>
          </a:p>
          <a:p>
            <a:pPr algn="ctr" marL="1270">
              <a:lnSpc>
                <a:spcPct val="100000"/>
              </a:lnSpc>
            </a:pPr>
            <a:r>
              <a:rPr dirty="0" sz="1700" spc="-190">
                <a:latin typeface="Arial Black"/>
                <a:cs typeface="Arial Black"/>
              </a:rPr>
              <a:t>MATRIZ</a:t>
            </a:r>
            <a:r>
              <a:rPr dirty="0" sz="1700" spc="-145">
                <a:latin typeface="Arial Black"/>
                <a:cs typeface="Arial Black"/>
              </a:rPr>
              <a:t> </a:t>
            </a:r>
            <a:r>
              <a:rPr dirty="0" sz="1700" spc="-120">
                <a:latin typeface="Arial Black"/>
                <a:cs typeface="Arial Black"/>
              </a:rPr>
              <a:t>DE</a:t>
            </a:r>
            <a:r>
              <a:rPr dirty="0" sz="1700" spc="-145">
                <a:latin typeface="Arial Black"/>
                <a:cs typeface="Arial Black"/>
              </a:rPr>
              <a:t> </a:t>
            </a:r>
            <a:r>
              <a:rPr dirty="0" sz="1700" spc="-65">
                <a:latin typeface="Arial Black"/>
                <a:cs typeface="Arial Black"/>
              </a:rPr>
              <a:t>TRAZABILIDAD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37085" y="5850150"/>
            <a:ext cx="3790315" cy="1862455"/>
          </a:xfrm>
          <a:prstGeom prst="rect">
            <a:avLst/>
          </a:prstGeom>
          <a:solidFill>
            <a:srgbClr val="B65D66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700">
              <a:latin typeface="Times New Roman"/>
              <a:cs typeface="Times New Roman"/>
            </a:endParaRPr>
          </a:p>
          <a:p>
            <a:pPr marL="375920">
              <a:lnSpc>
                <a:spcPct val="100000"/>
              </a:lnSpc>
            </a:pPr>
            <a:r>
              <a:rPr dirty="0" sz="1700" spc="-120">
                <a:latin typeface="Arial Black"/>
                <a:cs typeface="Arial Black"/>
              </a:rPr>
              <a:t>MODELO</a:t>
            </a:r>
            <a:r>
              <a:rPr dirty="0" sz="1700" spc="-150">
                <a:latin typeface="Arial Black"/>
                <a:cs typeface="Arial Black"/>
              </a:rPr>
              <a:t> </a:t>
            </a:r>
            <a:r>
              <a:rPr dirty="0" sz="1700" spc="-120">
                <a:latin typeface="Arial Black"/>
                <a:cs typeface="Arial Black"/>
              </a:rPr>
              <a:t>DE</a:t>
            </a:r>
            <a:r>
              <a:rPr dirty="0" sz="1700" spc="-150">
                <a:latin typeface="Arial Black"/>
                <a:cs typeface="Arial Black"/>
              </a:rPr>
              <a:t> </a:t>
            </a:r>
            <a:r>
              <a:rPr dirty="0" sz="1700" spc="-175">
                <a:latin typeface="Arial Black"/>
                <a:cs typeface="Arial Black"/>
              </a:rPr>
              <a:t>BASE</a:t>
            </a:r>
            <a:r>
              <a:rPr dirty="0" sz="1700" spc="-150">
                <a:latin typeface="Arial Black"/>
                <a:cs typeface="Arial Black"/>
              </a:rPr>
              <a:t> </a:t>
            </a:r>
            <a:r>
              <a:rPr dirty="0" sz="1700" spc="-120">
                <a:latin typeface="Arial Black"/>
                <a:cs typeface="Arial Black"/>
              </a:rPr>
              <a:t>DE</a:t>
            </a:r>
            <a:r>
              <a:rPr dirty="0" sz="1700" spc="-145">
                <a:latin typeface="Arial Black"/>
                <a:cs typeface="Arial Black"/>
              </a:rPr>
              <a:t> </a:t>
            </a:r>
            <a:r>
              <a:rPr dirty="0" sz="1700" spc="-20">
                <a:latin typeface="Arial Black"/>
                <a:cs typeface="Arial Black"/>
              </a:rPr>
              <a:t>DATOS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141734" y="5850150"/>
            <a:ext cx="4485640" cy="1805939"/>
          </a:xfrm>
          <a:prstGeom prst="rect">
            <a:avLst/>
          </a:prstGeom>
          <a:solidFill>
            <a:srgbClr val="B65D66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700" spc="-145">
                <a:latin typeface="Arial Black"/>
                <a:cs typeface="Arial Black"/>
              </a:rPr>
              <a:t>VALIDACIÓN</a:t>
            </a:r>
            <a:r>
              <a:rPr dirty="0" sz="1700" spc="-130">
                <a:latin typeface="Arial Black"/>
                <a:cs typeface="Arial Black"/>
              </a:rPr>
              <a:t> </a:t>
            </a:r>
            <a:r>
              <a:rPr dirty="0" sz="1700" spc="-140">
                <a:latin typeface="Arial Black"/>
                <a:cs typeface="Arial Black"/>
              </a:rPr>
              <a:t>DEL</a:t>
            </a:r>
            <a:r>
              <a:rPr dirty="0" sz="1700" spc="-130">
                <a:latin typeface="Arial Black"/>
                <a:cs typeface="Arial Black"/>
              </a:rPr>
              <a:t> </a:t>
            </a:r>
            <a:r>
              <a:rPr dirty="0" sz="1700" spc="-10">
                <a:latin typeface="Arial Black"/>
                <a:cs typeface="Arial Black"/>
              </a:rPr>
              <a:t>USUARIO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5868" rIns="0" bIns="0" rtlCol="0" vert="horz">
            <a:spAutoFit/>
          </a:bodyPr>
          <a:lstStyle/>
          <a:p>
            <a:pPr marL="4167504">
              <a:lnSpc>
                <a:spcPct val="100000"/>
              </a:lnSpc>
              <a:spcBef>
                <a:spcPts val="100"/>
              </a:spcBef>
            </a:pPr>
            <a:r>
              <a:rPr dirty="0" spc="-110"/>
              <a:t>EVIDENCIAS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619499"/>
            <a:ext cx="7333615" cy="6667500"/>
            <a:chOff x="0" y="3619499"/>
            <a:chExt cx="7333615" cy="6667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714310"/>
              <a:ext cx="4979120" cy="557268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286250" y="3619499"/>
              <a:ext cx="3047365" cy="1333500"/>
            </a:xfrm>
            <a:custGeom>
              <a:avLst/>
              <a:gdLst/>
              <a:ahLst/>
              <a:cxnLst/>
              <a:rect l="l" t="t" r="r" b="b"/>
              <a:pathLst>
                <a:path w="3047365" h="1333500">
                  <a:moveTo>
                    <a:pt x="2914650" y="1333500"/>
                  </a:moveTo>
                  <a:lnTo>
                    <a:pt x="133350" y="1333500"/>
                  </a:lnTo>
                  <a:lnTo>
                    <a:pt x="91201" y="1326701"/>
                  </a:lnTo>
                  <a:lnTo>
                    <a:pt x="54595" y="1307771"/>
                  </a:lnTo>
                  <a:lnTo>
                    <a:pt x="25728" y="1278904"/>
                  </a:lnTo>
                  <a:lnTo>
                    <a:pt x="6798" y="1242299"/>
                  </a:lnTo>
                  <a:lnTo>
                    <a:pt x="0" y="1200150"/>
                  </a:lnTo>
                  <a:lnTo>
                    <a:pt x="0" y="133350"/>
                  </a:lnTo>
                  <a:lnTo>
                    <a:pt x="6798" y="91201"/>
                  </a:lnTo>
                  <a:lnTo>
                    <a:pt x="25728" y="54595"/>
                  </a:lnTo>
                  <a:lnTo>
                    <a:pt x="54595" y="25728"/>
                  </a:lnTo>
                  <a:lnTo>
                    <a:pt x="91201" y="6798"/>
                  </a:lnTo>
                  <a:lnTo>
                    <a:pt x="133350" y="0"/>
                  </a:lnTo>
                  <a:lnTo>
                    <a:pt x="2914650" y="0"/>
                  </a:lnTo>
                  <a:lnTo>
                    <a:pt x="2956799" y="6798"/>
                  </a:lnTo>
                  <a:lnTo>
                    <a:pt x="2993404" y="25728"/>
                  </a:lnTo>
                  <a:lnTo>
                    <a:pt x="3022271" y="54595"/>
                  </a:lnTo>
                  <a:lnTo>
                    <a:pt x="3041201" y="91201"/>
                  </a:lnTo>
                  <a:lnTo>
                    <a:pt x="3047256" y="128736"/>
                  </a:lnTo>
                  <a:lnTo>
                    <a:pt x="3047256" y="1204763"/>
                  </a:lnTo>
                  <a:lnTo>
                    <a:pt x="3022271" y="1278904"/>
                  </a:lnTo>
                  <a:lnTo>
                    <a:pt x="2993404" y="1307771"/>
                  </a:lnTo>
                  <a:lnTo>
                    <a:pt x="2956799" y="1326701"/>
                  </a:lnTo>
                  <a:lnTo>
                    <a:pt x="2914650" y="1333500"/>
                  </a:lnTo>
                  <a:close/>
                </a:path>
              </a:pathLst>
            </a:custGeom>
            <a:solidFill>
              <a:srgbClr val="B65D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4613473" y="4105338"/>
            <a:ext cx="23939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  <a:latin typeface="Georgia"/>
                <a:cs typeface="Georgia"/>
              </a:rPr>
              <a:t>Historias</a:t>
            </a:r>
            <a:r>
              <a:rPr dirty="0" sz="2000" spc="12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000" spc="75">
                <a:solidFill>
                  <a:srgbClr val="FFFFFF"/>
                </a:solidFill>
                <a:latin typeface="Georgia"/>
                <a:cs typeface="Georgia"/>
              </a:rPr>
              <a:t>de</a:t>
            </a:r>
            <a:r>
              <a:rPr dirty="0" sz="2000" spc="13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Georgia"/>
                <a:cs typeface="Georgia"/>
              </a:rPr>
              <a:t>usuario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15250" y="3619499"/>
            <a:ext cx="3047365" cy="1333500"/>
          </a:xfrm>
          <a:custGeom>
            <a:avLst/>
            <a:gdLst/>
            <a:ahLst/>
            <a:cxnLst/>
            <a:rect l="l" t="t" r="r" b="b"/>
            <a:pathLst>
              <a:path w="3047365" h="1333500">
                <a:moveTo>
                  <a:pt x="2914650" y="1333500"/>
                </a:moveTo>
                <a:lnTo>
                  <a:pt x="133350" y="1333500"/>
                </a:lnTo>
                <a:lnTo>
                  <a:pt x="91201" y="1326701"/>
                </a:lnTo>
                <a:lnTo>
                  <a:pt x="54595" y="1307771"/>
                </a:lnTo>
                <a:lnTo>
                  <a:pt x="25729" y="1278904"/>
                </a:lnTo>
                <a:lnTo>
                  <a:pt x="6798" y="1242299"/>
                </a:lnTo>
                <a:lnTo>
                  <a:pt x="0" y="1200150"/>
                </a:lnTo>
                <a:lnTo>
                  <a:pt x="0" y="133350"/>
                </a:lnTo>
                <a:lnTo>
                  <a:pt x="6798" y="91201"/>
                </a:lnTo>
                <a:lnTo>
                  <a:pt x="25729" y="54595"/>
                </a:lnTo>
                <a:lnTo>
                  <a:pt x="54595" y="25728"/>
                </a:lnTo>
                <a:lnTo>
                  <a:pt x="91201" y="6798"/>
                </a:lnTo>
                <a:lnTo>
                  <a:pt x="133350" y="0"/>
                </a:lnTo>
                <a:lnTo>
                  <a:pt x="2914650" y="0"/>
                </a:lnTo>
                <a:lnTo>
                  <a:pt x="2956799" y="6798"/>
                </a:lnTo>
                <a:lnTo>
                  <a:pt x="2993405" y="25728"/>
                </a:lnTo>
                <a:lnTo>
                  <a:pt x="3022271" y="54595"/>
                </a:lnTo>
                <a:lnTo>
                  <a:pt x="3041202" y="91201"/>
                </a:lnTo>
                <a:lnTo>
                  <a:pt x="3047256" y="128735"/>
                </a:lnTo>
                <a:lnTo>
                  <a:pt x="3047256" y="1204764"/>
                </a:lnTo>
                <a:lnTo>
                  <a:pt x="3022271" y="1278904"/>
                </a:lnTo>
                <a:lnTo>
                  <a:pt x="2993405" y="1307771"/>
                </a:lnTo>
                <a:lnTo>
                  <a:pt x="2956799" y="1326701"/>
                </a:lnTo>
                <a:lnTo>
                  <a:pt x="2914650" y="1333500"/>
                </a:lnTo>
                <a:close/>
              </a:path>
            </a:pathLst>
          </a:custGeom>
          <a:solidFill>
            <a:srgbClr val="B65D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242944" y="4105338"/>
            <a:ext cx="19926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  <a:latin typeface="Georgia"/>
                <a:cs typeface="Georgia"/>
              </a:rPr>
              <a:t>Burndown</a:t>
            </a:r>
            <a:r>
              <a:rPr dirty="0" sz="2000" spc="29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Georgia"/>
                <a:cs typeface="Georgia"/>
              </a:rPr>
              <a:t>Chart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144250" y="3619499"/>
            <a:ext cx="3047365" cy="1333500"/>
          </a:xfrm>
          <a:custGeom>
            <a:avLst/>
            <a:gdLst/>
            <a:ahLst/>
            <a:cxnLst/>
            <a:rect l="l" t="t" r="r" b="b"/>
            <a:pathLst>
              <a:path w="3047365" h="1333500">
                <a:moveTo>
                  <a:pt x="2914650" y="1333500"/>
                </a:moveTo>
                <a:lnTo>
                  <a:pt x="133350" y="1333500"/>
                </a:lnTo>
                <a:lnTo>
                  <a:pt x="91201" y="1326701"/>
                </a:lnTo>
                <a:lnTo>
                  <a:pt x="54595" y="1307771"/>
                </a:lnTo>
                <a:lnTo>
                  <a:pt x="25729" y="1278904"/>
                </a:lnTo>
                <a:lnTo>
                  <a:pt x="6798" y="1242299"/>
                </a:lnTo>
                <a:lnTo>
                  <a:pt x="0" y="1200150"/>
                </a:lnTo>
                <a:lnTo>
                  <a:pt x="0" y="133350"/>
                </a:lnTo>
                <a:lnTo>
                  <a:pt x="6798" y="91201"/>
                </a:lnTo>
                <a:lnTo>
                  <a:pt x="25729" y="54595"/>
                </a:lnTo>
                <a:lnTo>
                  <a:pt x="54595" y="25728"/>
                </a:lnTo>
                <a:lnTo>
                  <a:pt x="91201" y="6798"/>
                </a:lnTo>
                <a:lnTo>
                  <a:pt x="133350" y="0"/>
                </a:lnTo>
                <a:lnTo>
                  <a:pt x="2914650" y="0"/>
                </a:lnTo>
                <a:lnTo>
                  <a:pt x="2956799" y="6798"/>
                </a:lnTo>
                <a:lnTo>
                  <a:pt x="2993405" y="25728"/>
                </a:lnTo>
                <a:lnTo>
                  <a:pt x="3022271" y="54595"/>
                </a:lnTo>
                <a:lnTo>
                  <a:pt x="3041202" y="91201"/>
                </a:lnTo>
                <a:lnTo>
                  <a:pt x="3047256" y="128735"/>
                </a:lnTo>
                <a:lnTo>
                  <a:pt x="3047256" y="1204764"/>
                </a:lnTo>
                <a:lnTo>
                  <a:pt x="3022271" y="1278904"/>
                </a:lnTo>
                <a:lnTo>
                  <a:pt x="2993405" y="1307771"/>
                </a:lnTo>
                <a:lnTo>
                  <a:pt x="2956799" y="1326701"/>
                </a:lnTo>
                <a:lnTo>
                  <a:pt x="2914650" y="1333500"/>
                </a:lnTo>
                <a:close/>
              </a:path>
            </a:pathLst>
          </a:custGeom>
          <a:solidFill>
            <a:srgbClr val="B65D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941025" y="4105338"/>
            <a:ext cx="14547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  <a:latin typeface="Georgia"/>
                <a:cs typeface="Georgia"/>
              </a:rPr>
              <a:t>Daily</a:t>
            </a:r>
            <a:r>
              <a:rPr dirty="0" sz="2000" spc="1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Georgia"/>
                <a:cs typeface="Georgia"/>
              </a:rPr>
              <a:t>Scrum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286250" y="5333999"/>
            <a:ext cx="3047365" cy="1333500"/>
          </a:xfrm>
          <a:custGeom>
            <a:avLst/>
            <a:gdLst/>
            <a:ahLst/>
            <a:cxnLst/>
            <a:rect l="l" t="t" r="r" b="b"/>
            <a:pathLst>
              <a:path w="3047365" h="1333500">
                <a:moveTo>
                  <a:pt x="2914650" y="1333500"/>
                </a:moveTo>
                <a:lnTo>
                  <a:pt x="133350" y="1333500"/>
                </a:lnTo>
                <a:lnTo>
                  <a:pt x="91201" y="1326701"/>
                </a:lnTo>
                <a:lnTo>
                  <a:pt x="54595" y="1307771"/>
                </a:lnTo>
                <a:lnTo>
                  <a:pt x="25728" y="1278904"/>
                </a:lnTo>
                <a:lnTo>
                  <a:pt x="6798" y="1242299"/>
                </a:lnTo>
                <a:lnTo>
                  <a:pt x="0" y="1200150"/>
                </a:lnTo>
                <a:lnTo>
                  <a:pt x="0" y="133350"/>
                </a:lnTo>
                <a:lnTo>
                  <a:pt x="6798" y="91201"/>
                </a:lnTo>
                <a:lnTo>
                  <a:pt x="25728" y="54595"/>
                </a:lnTo>
                <a:lnTo>
                  <a:pt x="54595" y="25728"/>
                </a:lnTo>
                <a:lnTo>
                  <a:pt x="91201" y="6798"/>
                </a:lnTo>
                <a:lnTo>
                  <a:pt x="133350" y="0"/>
                </a:lnTo>
                <a:lnTo>
                  <a:pt x="2914650" y="0"/>
                </a:lnTo>
                <a:lnTo>
                  <a:pt x="2956799" y="6798"/>
                </a:lnTo>
                <a:lnTo>
                  <a:pt x="2993404" y="25728"/>
                </a:lnTo>
                <a:lnTo>
                  <a:pt x="3022271" y="54595"/>
                </a:lnTo>
                <a:lnTo>
                  <a:pt x="3041201" y="91201"/>
                </a:lnTo>
                <a:lnTo>
                  <a:pt x="3047256" y="128736"/>
                </a:lnTo>
                <a:lnTo>
                  <a:pt x="3047256" y="1204763"/>
                </a:lnTo>
                <a:lnTo>
                  <a:pt x="3022271" y="1278904"/>
                </a:lnTo>
                <a:lnTo>
                  <a:pt x="2993404" y="1307771"/>
                </a:lnTo>
                <a:lnTo>
                  <a:pt x="2956799" y="1326701"/>
                </a:lnTo>
                <a:lnTo>
                  <a:pt x="2914650" y="1333500"/>
                </a:lnTo>
                <a:close/>
              </a:path>
            </a:pathLst>
          </a:custGeom>
          <a:solidFill>
            <a:srgbClr val="B65D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980632" y="5819838"/>
            <a:ext cx="165925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  <a:latin typeface="Georgia"/>
                <a:cs typeface="Georgia"/>
              </a:rPr>
              <a:t>Sprint</a:t>
            </a:r>
            <a:r>
              <a:rPr dirty="0" sz="2000" spc="17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Georgia"/>
                <a:cs typeface="Georgia"/>
              </a:rPr>
              <a:t>Review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15250" y="5333999"/>
            <a:ext cx="3047365" cy="1333500"/>
          </a:xfrm>
          <a:custGeom>
            <a:avLst/>
            <a:gdLst/>
            <a:ahLst/>
            <a:cxnLst/>
            <a:rect l="l" t="t" r="r" b="b"/>
            <a:pathLst>
              <a:path w="3047365" h="1333500">
                <a:moveTo>
                  <a:pt x="2914650" y="1333500"/>
                </a:moveTo>
                <a:lnTo>
                  <a:pt x="133350" y="1333500"/>
                </a:lnTo>
                <a:lnTo>
                  <a:pt x="91201" y="1326701"/>
                </a:lnTo>
                <a:lnTo>
                  <a:pt x="54595" y="1307771"/>
                </a:lnTo>
                <a:lnTo>
                  <a:pt x="25729" y="1278904"/>
                </a:lnTo>
                <a:lnTo>
                  <a:pt x="6798" y="1242299"/>
                </a:lnTo>
                <a:lnTo>
                  <a:pt x="0" y="1200150"/>
                </a:lnTo>
                <a:lnTo>
                  <a:pt x="0" y="133350"/>
                </a:lnTo>
                <a:lnTo>
                  <a:pt x="6798" y="91201"/>
                </a:lnTo>
                <a:lnTo>
                  <a:pt x="25729" y="54595"/>
                </a:lnTo>
                <a:lnTo>
                  <a:pt x="54595" y="25728"/>
                </a:lnTo>
                <a:lnTo>
                  <a:pt x="91201" y="6798"/>
                </a:lnTo>
                <a:lnTo>
                  <a:pt x="133350" y="0"/>
                </a:lnTo>
                <a:lnTo>
                  <a:pt x="2914650" y="0"/>
                </a:lnTo>
                <a:lnTo>
                  <a:pt x="2956799" y="6798"/>
                </a:lnTo>
                <a:lnTo>
                  <a:pt x="2993405" y="25728"/>
                </a:lnTo>
                <a:lnTo>
                  <a:pt x="3022271" y="54595"/>
                </a:lnTo>
                <a:lnTo>
                  <a:pt x="3041202" y="91201"/>
                </a:lnTo>
                <a:lnTo>
                  <a:pt x="3047256" y="128735"/>
                </a:lnTo>
                <a:lnTo>
                  <a:pt x="3047256" y="1204764"/>
                </a:lnTo>
                <a:lnTo>
                  <a:pt x="3022271" y="1278904"/>
                </a:lnTo>
                <a:lnTo>
                  <a:pt x="2993405" y="1307771"/>
                </a:lnTo>
                <a:lnTo>
                  <a:pt x="2956799" y="1326701"/>
                </a:lnTo>
                <a:lnTo>
                  <a:pt x="2914650" y="1333500"/>
                </a:lnTo>
                <a:close/>
              </a:path>
            </a:pathLst>
          </a:custGeom>
          <a:solidFill>
            <a:srgbClr val="B65D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981453" y="5819838"/>
            <a:ext cx="251587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  <a:latin typeface="Georgia"/>
                <a:cs typeface="Georgia"/>
              </a:rPr>
              <a:t>Feedback</a:t>
            </a:r>
            <a:r>
              <a:rPr dirty="0" sz="2000" spc="254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000">
                <a:solidFill>
                  <a:srgbClr val="FFFFFF"/>
                </a:solidFill>
                <a:latin typeface="Georgia"/>
                <a:cs typeface="Georgia"/>
              </a:rPr>
              <a:t>del</a:t>
            </a:r>
            <a:r>
              <a:rPr dirty="0" sz="2000" spc="254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Georgia"/>
                <a:cs typeface="Georgia"/>
              </a:rPr>
              <a:t>usuario</a:t>
            </a:r>
            <a:endParaRPr sz="2000">
              <a:latin typeface="Georgia"/>
              <a:cs typeface="Georgi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1144250" y="5333999"/>
            <a:ext cx="7143750" cy="4953000"/>
            <a:chOff x="11144250" y="5333999"/>
            <a:chExt cx="7143750" cy="495300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08664" y="5341427"/>
              <a:ext cx="4979335" cy="494557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1144250" y="5333999"/>
              <a:ext cx="3047365" cy="1333500"/>
            </a:xfrm>
            <a:custGeom>
              <a:avLst/>
              <a:gdLst/>
              <a:ahLst/>
              <a:cxnLst/>
              <a:rect l="l" t="t" r="r" b="b"/>
              <a:pathLst>
                <a:path w="3047365" h="1333500">
                  <a:moveTo>
                    <a:pt x="2914650" y="1333500"/>
                  </a:moveTo>
                  <a:lnTo>
                    <a:pt x="133350" y="1333500"/>
                  </a:lnTo>
                  <a:lnTo>
                    <a:pt x="91201" y="1326701"/>
                  </a:lnTo>
                  <a:lnTo>
                    <a:pt x="54595" y="1307771"/>
                  </a:lnTo>
                  <a:lnTo>
                    <a:pt x="25729" y="1278904"/>
                  </a:lnTo>
                  <a:lnTo>
                    <a:pt x="6798" y="1242299"/>
                  </a:lnTo>
                  <a:lnTo>
                    <a:pt x="0" y="1200150"/>
                  </a:lnTo>
                  <a:lnTo>
                    <a:pt x="0" y="133350"/>
                  </a:lnTo>
                  <a:lnTo>
                    <a:pt x="6798" y="91201"/>
                  </a:lnTo>
                  <a:lnTo>
                    <a:pt x="25729" y="54595"/>
                  </a:lnTo>
                  <a:lnTo>
                    <a:pt x="54595" y="25728"/>
                  </a:lnTo>
                  <a:lnTo>
                    <a:pt x="91201" y="6798"/>
                  </a:lnTo>
                  <a:lnTo>
                    <a:pt x="133350" y="0"/>
                  </a:lnTo>
                  <a:lnTo>
                    <a:pt x="2914650" y="0"/>
                  </a:lnTo>
                  <a:lnTo>
                    <a:pt x="2956799" y="6798"/>
                  </a:lnTo>
                  <a:lnTo>
                    <a:pt x="2993405" y="25728"/>
                  </a:lnTo>
                  <a:lnTo>
                    <a:pt x="3022271" y="54595"/>
                  </a:lnTo>
                  <a:lnTo>
                    <a:pt x="3041202" y="91201"/>
                  </a:lnTo>
                  <a:lnTo>
                    <a:pt x="3047256" y="128735"/>
                  </a:lnTo>
                  <a:lnTo>
                    <a:pt x="3047256" y="1204764"/>
                  </a:lnTo>
                  <a:lnTo>
                    <a:pt x="3022271" y="1278904"/>
                  </a:lnTo>
                  <a:lnTo>
                    <a:pt x="2993405" y="1307771"/>
                  </a:lnTo>
                  <a:lnTo>
                    <a:pt x="2956799" y="1326701"/>
                  </a:lnTo>
                  <a:lnTo>
                    <a:pt x="2914650" y="1333500"/>
                  </a:lnTo>
                  <a:close/>
                </a:path>
              </a:pathLst>
            </a:custGeom>
            <a:solidFill>
              <a:srgbClr val="B65D6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2428440" cy="2485757"/>
          </a:xfrm>
          <a:prstGeom prst="rect">
            <a:avLst/>
          </a:prstGeom>
        </p:spPr>
      </p:pic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5121274" y="1568450"/>
            <a:ext cx="6317615" cy="1778000"/>
          </a:xfrm>
          <a:prstGeom prst="rect"/>
        </p:spPr>
        <p:txBody>
          <a:bodyPr wrap="square" lIns="0" tIns="101600" rIns="0" bIns="0" rtlCol="0" vert="horz">
            <a:spAutoFit/>
          </a:bodyPr>
          <a:lstStyle/>
          <a:p>
            <a:pPr marL="12700" marR="5080">
              <a:lnSpc>
                <a:spcPts val="6600"/>
              </a:lnSpc>
              <a:spcBef>
                <a:spcPts val="800"/>
              </a:spcBef>
            </a:pPr>
            <a:r>
              <a:rPr dirty="0" spc="-85"/>
              <a:t>EVIDENCIAS</a:t>
            </a:r>
            <a:r>
              <a:rPr dirty="0" spc="-265"/>
              <a:t> </a:t>
            </a:r>
            <a:r>
              <a:rPr dirty="0" spc="-25"/>
              <a:t>POR </a:t>
            </a:r>
            <a:r>
              <a:rPr dirty="0" spc="-10"/>
              <a:t>SPRINT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1536361" y="5819838"/>
            <a:ext cx="23304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0">
                <a:solidFill>
                  <a:srgbClr val="FFFFFF"/>
                </a:solidFill>
                <a:latin typeface="Georgia"/>
                <a:cs typeface="Georgia"/>
              </a:rPr>
              <a:t>Software</a:t>
            </a:r>
            <a:r>
              <a:rPr dirty="0" sz="2000" spc="6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000" spc="50">
                <a:solidFill>
                  <a:srgbClr val="FFFFFF"/>
                </a:solidFill>
                <a:latin typeface="Georgia"/>
                <a:cs typeface="Georgia"/>
              </a:rPr>
              <a:t>por</a:t>
            </a:r>
            <a:r>
              <a:rPr dirty="0" sz="2000" spc="6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Georgia"/>
                <a:cs typeface="Georgia"/>
              </a:rPr>
              <a:t>sprint</a:t>
            </a:r>
            <a:endParaRPr sz="2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59250" y="5722062"/>
            <a:ext cx="3105150" cy="909955"/>
          </a:xfrm>
          <a:custGeom>
            <a:avLst/>
            <a:gdLst/>
            <a:ahLst/>
            <a:cxnLst/>
            <a:rect l="l" t="t" r="r" b="b"/>
            <a:pathLst>
              <a:path w="3105150" h="909954">
                <a:moveTo>
                  <a:pt x="2329787" y="909381"/>
                </a:moveTo>
                <a:lnTo>
                  <a:pt x="0" y="909381"/>
                </a:lnTo>
                <a:lnTo>
                  <a:pt x="0" y="0"/>
                </a:lnTo>
                <a:lnTo>
                  <a:pt x="2329787" y="0"/>
                </a:lnTo>
                <a:lnTo>
                  <a:pt x="3104683" y="453695"/>
                </a:lnTo>
                <a:lnTo>
                  <a:pt x="3104683" y="455685"/>
                </a:lnTo>
                <a:lnTo>
                  <a:pt x="2329787" y="909381"/>
                </a:lnTo>
                <a:close/>
              </a:path>
            </a:pathLst>
          </a:custGeom>
          <a:solidFill>
            <a:srgbClr val="7BA2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724748" y="5903101"/>
            <a:ext cx="153860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90" b="1">
                <a:solidFill>
                  <a:srgbClr val="FFFFFF"/>
                </a:solidFill>
                <a:latin typeface="Cambria"/>
                <a:cs typeface="Cambria"/>
              </a:rPr>
              <a:t>Sprint</a:t>
            </a:r>
            <a:r>
              <a:rPr dirty="0" sz="3200" spc="1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3200" spc="-660" b="1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86972" y="5722062"/>
            <a:ext cx="3105150" cy="909955"/>
          </a:xfrm>
          <a:custGeom>
            <a:avLst/>
            <a:gdLst/>
            <a:ahLst/>
            <a:cxnLst/>
            <a:rect l="l" t="t" r="r" b="b"/>
            <a:pathLst>
              <a:path w="3105150" h="909954">
                <a:moveTo>
                  <a:pt x="2329787" y="909381"/>
                </a:moveTo>
                <a:lnTo>
                  <a:pt x="0" y="909381"/>
                </a:lnTo>
                <a:lnTo>
                  <a:pt x="0" y="0"/>
                </a:lnTo>
                <a:lnTo>
                  <a:pt x="2329787" y="0"/>
                </a:lnTo>
                <a:lnTo>
                  <a:pt x="3104683" y="453695"/>
                </a:lnTo>
                <a:lnTo>
                  <a:pt x="3104683" y="455685"/>
                </a:lnTo>
                <a:lnTo>
                  <a:pt x="2329787" y="909381"/>
                </a:lnTo>
                <a:close/>
              </a:path>
            </a:pathLst>
          </a:custGeom>
          <a:solidFill>
            <a:srgbClr val="7BA2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926573" y="5903101"/>
            <a:ext cx="159067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90" b="1">
                <a:solidFill>
                  <a:srgbClr val="FFFFFF"/>
                </a:solidFill>
                <a:latin typeface="Cambria"/>
                <a:cs typeface="Cambria"/>
              </a:rPr>
              <a:t>Sprint</a:t>
            </a:r>
            <a:r>
              <a:rPr dirty="0" sz="3200" spc="1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3200" spc="-80" b="1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639298" y="5722062"/>
            <a:ext cx="3105150" cy="909955"/>
          </a:xfrm>
          <a:custGeom>
            <a:avLst/>
            <a:gdLst/>
            <a:ahLst/>
            <a:cxnLst/>
            <a:rect l="l" t="t" r="r" b="b"/>
            <a:pathLst>
              <a:path w="3105150" h="909954">
                <a:moveTo>
                  <a:pt x="2329786" y="909381"/>
                </a:moveTo>
                <a:lnTo>
                  <a:pt x="0" y="909381"/>
                </a:lnTo>
                <a:lnTo>
                  <a:pt x="0" y="0"/>
                </a:lnTo>
                <a:lnTo>
                  <a:pt x="2329786" y="0"/>
                </a:lnTo>
                <a:lnTo>
                  <a:pt x="3104683" y="453694"/>
                </a:lnTo>
                <a:lnTo>
                  <a:pt x="3104683" y="455686"/>
                </a:lnTo>
                <a:lnTo>
                  <a:pt x="2329786" y="909381"/>
                </a:lnTo>
                <a:close/>
              </a:path>
            </a:pathLst>
          </a:custGeom>
          <a:solidFill>
            <a:srgbClr val="7BA2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173541" y="5903101"/>
            <a:ext cx="160147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90" b="1">
                <a:solidFill>
                  <a:srgbClr val="FFFFFF"/>
                </a:solidFill>
                <a:latin typeface="Cambria"/>
                <a:cs typeface="Cambria"/>
              </a:rPr>
              <a:t>Sprint</a:t>
            </a:r>
            <a:r>
              <a:rPr dirty="0" sz="3200" spc="1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3200" spc="-50" b="1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879031" y="5722062"/>
            <a:ext cx="3105150" cy="909955"/>
          </a:xfrm>
          <a:custGeom>
            <a:avLst/>
            <a:gdLst/>
            <a:ahLst/>
            <a:cxnLst/>
            <a:rect l="l" t="t" r="r" b="b"/>
            <a:pathLst>
              <a:path w="3105150" h="909954">
                <a:moveTo>
                  <a:pt x="2329788" y="909381"/>
                </a:moveTo>
                <a:lnTo>
                  <a:pt x="0" y="909381"/>
                </a:lnTo>
                <a:lnTo>
                  <a:pt x="0" y="0"/>
                </a:lnTo>
                <a:lnTo>
                  <a:pt x="2329788" y="0"/>
                </a:lnTo>
                <a:lnTo>
                  <a:pt x="3104683" y="453694"/>
                </a:lnTo>
                <a:lnTo>
                  <a:pt x="3104683" y="455686"/>
                </a:lnTo>
                <a:lnTo>
                  <a:pt x="2329788" y="909381"/>
                </a:lnTo>
                <a:close/>
              </a:path>
            </a:pathLst>
          </a:custGeom>
          <a:solidFill>
            <a:srgbClr val="7BA2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4415805" y="5903101"/>
            <a:ext cx="159639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90" b="1">
                <a:solidFill>
                  <a:srgbClr val="FFFFFF"/>
                </a:solidFill>
                <a:latin typeface="Cambria"/>
                <a:cs typeface="Cambria"/>
              </a:rPr>
              <a:t>Sprint</a:t>
            </a:r>
            <a:r>
              <a:rPr dirty="0" sz="3200" spc="1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3200" spc="-50" b="1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3200">
              <a:latin typeface="Cambria"/>
              <a:cs typeface="Cambri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6131" y="7405458"/>
            <a:ext cx="66675" cy="666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6131" y="7615008"/>
            <a:ext cx="66675" cy="666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6131" y="8034108"/>
            <a:ext cx="66675" cy="666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6131" y="8662758"/>
            <a:ext cx="66675" cy="6667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6131" y="9081858"/>
            <a:ext cx="66675" cy="6667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770556" y="6865739"/>
            <a:ext cx="2498090" cy="257429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 marR="448945" indent="47625">
              <a:lnSpc>
                <a:spcPts val="1650"/>
              </a:lnSpc>
              <a:spcBef>
                <a:spcPts val="380"/>
              </a:spcBef>
            </a:pPr>
            <a:r>
              <a:rPr dirty="0" sz="1600" spc="-105">
                <a:latin typeface="Arial Black"/>
                <a:cs typeface="Arial Black"/>
              </a:rPr>
              <a:t>Alerta</a:t>
            </a:r>
            <a:r>
              <a:rPr dirty="0" sz="1600" spc="-130">
                <a:latin typeface="Arial Black"/>
                <a:cs typeface="Arial Black"/>
              </a:rPr>
              <a:t> </a:t>
            </a:r>
            <a:r>
              <a:rPr dirty="0" sz="1600" spc="-65">
                <a:latin typeface="Arial Black"/>
                <a:cs typeface="Arial Black"/>
              </a:rPr>
              <a:t>y</a:t>
            </a:r>
            <a:r>
              <a:rPr dirty="0" sz="1600" spc="-125">
                <a:latin typeface="Arial Black"/>
                <a:cs typeface="Arial Black"/>
              </a:rPr>
              <a:t> </a:t>
            </a:r>
            <a:r>
              <a:rPr dirty="0" sz="1600" spc="-120">
                <a:latin typeface="Arial Black"/>
                <a:cs typeface="Arial Black"/>
              </a:rPr>
              <a:t>creación</a:t>
            </a:r>
            <a:r>
              <a:rPr dirty="0" sz="1600" spc="-125">
                <a:latin typeface="Arial Black"/>
                <a:cs typeface="Arial Black"/>
              </a:rPr>
              <a:t> </a:t>
            </a:r>
            <a:r>
              <a:rPr dirty="0" sz="1600" spc="-50">
                <a:latin typeface="Arial Black"/>
                <a:cs typeface="Arial Black"/>
              </a:rPr>
              <a:t>de </a:t>
            </a:r>
            <a:r>
              <a:rPr dirty="0" sz="1600" spc="-10">
                <a:latin typeface="Arial Black"/>
                <a:cs typeface="Arial Black"/>
              </a:rPr>
              <a:t>chatbot</a:t>
            </a:r>
            <a:endParaRPr sz="1600">
              <a:latin typeface="Arial Black"/>
              <a:cs typeface="Arial Black"/>
            </a:endParaRPr>
          </a:p>
          <a:p>
            <a:pPr marL="357505" marR="81915">
              <a:lnSpc>
                <a:spcPts val="1650"/>
              </a:lnSpc>
            </a:pPr>
            <a:r>
              <a:rPr dirty="0" sz="1600" spc="-25">
                <a:latin typeface="Verdana"/>
                <a:cs typeface="Verdana"/>
              </a:rPr>
              <a:t>Creación</a:t>
            </a:r>
            <a:r>
              <a:rPr dirty="0" sz="1600" spc="-145">
                <a:latin typeface="Verdana"/>
                <a:cs typeface="Verdana"/>
              </a:rPr>
              <a:t> </a:t>
            </a:r>
            <a:r>
              <a:rPr dirty="0" sz="1600" spc="-20">
                <a:latin typeface="Verdana"/>
                <a:cs typeface="Verdana"/>
              </a:rPr>
              <a:t>de</a:t>
            </a:r>
            <a:r>
              <a:rPr dirty="0" sz="1600" spc="-145">
                <a:latin typeface="Verdana"/>
                <a:cs typeface="Verdana"/>
              </a:rPr>
              <a:t> </a:t>
            </a:r>
            <a:r>
              <a:rPr dirty="0" sz="1600" spc="-10">
                <a:latin typeface="Verdana"/>
                <a:cs typeface="Verdana"/>
              </a:rPr>
              <a:t>chatbot. Notificaciones</a:t>
            </a:r>
            <a:r>
              <a:rPr dirty="0" sz="1600" spc="-100">
                <a:latin typeface="Verdana"/>
                <a:cs typeface="Verdana"/>
              </a:rPr>
              <a:t> </a:t>
            </a:r>
            <a:r>
              <a:rPr dirty="0" sz="1600" spc="-25">
                <a:latin typeface="Verdana"/>
                <a:cs typeface="Verdana"/>
              </a:rPr>
              <a:t>del </a:t>
            </a:r>
            <a:r>
              <a:rPr dirty="0" sz="1600" spc="-10">
                <a:latin typeface="Verdana"/>
                <a:cs typeface="Verdana"/>
              </a:rPr>
              <a:t>chatbot.</a:t>
            </a:r>
            <a:endParaRPr sz="1600">
              <a:latin typeface="Verdana"/>
              <a:cs typeface="Verdana"/>
            </a:endParaRPr>
          </a:p>
          <a:p>
            <a:pPr marL="357505" marR="357505">
              <a:lnSpc>
                <a:spcPts val="1650"/>
              </a:lnSpc>
            </a:pPr>
            <a:r>
              <a:rPr dirty="0" sz="1600" spc="-25">
                <a:latin typeface="Verdana"/>
                <a:cs typeface="Verdana"/>
              </a:rPr>
              <a:t>envio</a:t>
            </a:r>
            <a:r>
              <a:rPr dirty="0" sz="1600" spc="-175">
                <a:latin typeface="Verdana"/>
                <a:cs typeface="Verdana"/>
              </a:rPr>
              <a:t> </a:t>
            </a:r>
            <a:r>
              <a:rPr dirty="0" sz="1600" spc="-25">
                <a:latin typeface="Verdana"/>
                <a:cs typeface="Verdana"/>
              </a:rPr>
              <a:t>de </a:t>
            </a:r>
            <a:r>
              <a:rPr dirty="0" sz="1600" spc="-10">
                <a:latin typeface="Verdana"/>
                <a:cs typeface="Verdana"/>
              </a:rPr>
              <a:t>notificaciones</a:t>
            </a:r>
            <a:r>
              <a:rPr dirty="0" sz="1600" spc="-145">
                <a:latin typeface="Verdana"/>
                <a:cs typeface="Verdana"/>
              </a:rPr>
              <a:t> </a:t>
            </a:r>
            <a:r>
              <a:rPr dirty="0" sz="1600" spc="-25">
                <a:latin typeface="Verdana"/>
                <a:cs typeface="Verdana"/>
              </a:rPr>
              <a:t>por </a:t>
            </a:r>
            <a:r>
              <a:rPr dirty="0" sz="1600" spc="-10">
                <a:latin typeface="Verdana"/>
                <a:cs typeface="Verdana"/>
              </a:rPr>
              <a:t>correo</a:t>
            </a:r>
            <a:endParaRPr sz="1600">
              <a:latin typeface="Verdana"/>
              <a:cs typeface="Verdana"/>
            </a:endParaRPr>
          </a:p>
          <a:p>
            <a:pPr marL="357505" marR="5080">
              <a:lnSpc>
                <a:spcPts val="1650"/>
              </a:lnSpc>
            </a:pPr>
            <a:r>
              <a:rPr dirty="0" sz="1600" spc="-20">
                <a:latin typeface="Verdana"/>
                <a:cs typeface="Verdana"/>
              </a:rPr>
              <a:t>creacion</a:t>
            </a:r>
            <a:r>
              <a:rPr dirty="0" sz="1600" spc="-140">
                <a:latin typeface="Verdana"/>
                <a:cs typeface="Verdana"/>
              </a:rPr>
              <a:t> </a:t>
            </a:r>
            <a:r>
              <a:rPr dirty="0" sz="1600" spc="-20">
                <a:latin typeface="Verdana"/>
                <a:cs typeface="Verdana"/>
              </a:rPr>
              <a:t>de</a:t>
            </a:r>
            <a:r>
              <a:rPr dirty="0" sz="1600" spc="-135">
                <a:latin typeface="Verdana"/>
                <a:cs typeface="Verdana"/>
              </a:rPr>
              <a:t> </a:t>
            </a:r>
            <a:r>
              <a:rPr dirty="0" sz="1600" spc="-20">
                <a:latin typeface="Verdana"/>
                <a:cs typeface="Verdana"/>
              </a:rPr>
              <a:t>copias</a:t>
            </a:r>
            <a:r>
              <a:rPr dirty="0" sz="1600" spc="-135">
                <a:latin typeface="Verdana"/>
                <a:cs typeface="Verdana"/>
              </a:rPr>
              <a:t> </a:t>
            </a:r>
            <a:r>
              <a:rPr dirty="0" sz="1600" spc="-25">
                <a:latin typeface="Verdana"/>
                <a:cs typeface="Verdana"/>
              </a:rPr>
              <a:t>de </a:t>
            </a:r>
            <a:r>
              <a:rPr dirty="0" sz="1600" spc="-10">
                <a:latin typeface="Verdana"/>
                <a:cs typeface="Verdana"/>
              </a:rPr>
              <a:t>respaldo</a:t>
            </a:r>
            <a:endParaRPr sz="1600">
              <a:latin typeface="Verdana"/>
              <a:cs typeface="Verdana"/>
            </a:endParaRPr>
          </a:p>
          <a:p>
            <a:pPr marL="357505" marR="240029">
              <a:lnSpc>
                <a:spcPts val="1650"/>
              </a:lnSpc>
            </a:pPr>
            <a:r>
              <a:rPr dirty="0" sz="1600" spc="-40">
                <a:latin typeface="Verdana"/>
                <a:cs typeface="Verdana"/>
              </a:rPr>
              <a:t>vistas</a:t>
            </a:r>
            <a:r>
              <a:rPr dirty="0" sz="1600" spc="-150">
                <a:latin typeface="Verdana"/>
                <a:cs typeface="Verdana"/>
              </a:rPr>
              <a:t> </a:t>
            </a:r>
            <a:r>
              <a:rPr dirty="0" sz="1600" spc="-20">
                <a:latin typeface="Verdana"/>
                <a:cs typeface="Verdana"/>
              </a:rPr>
              <a:t>de</a:t>
            </a:r>
            <a:r>
              <a:rPr dirty="0" sz="1600" spc="-145">
                <a:latin typeface="Verdana"/>
                <a:cs typeface="Verdana"/>
              </a:rPr>
              <a:t> </a:t>
            </a:r>
            <a:r>
              <a:rPr dirty="0" sz="1600" spc="-10">
                <a:latin typeface="Verdana"/>
                <a:cs typeface="Verdana"/>
              </a:rPr>
              <a:t>pedidos </a:t>
            </a:r>
            <a:r>
              <a:rPr dirty="0" sz="1600" spc="-45">
                <a:latin typeface="Verdana"/>
                <a:cs typeface="Verdana"/>
              </a:rPr>
              <a:t>próximos</a:t>
            </a:r>
            <a:r>
              <a:rPr dirty="0" sz="1600" spc="-155">
                <a:latin typeface="Verdana"/>
                <a:cs typeface="Verdana"/>
              </a:rPr>
              <a:t> </a:t>
            </a:r>
            <a:r>
              <a:rPr dirty="0" sz="1600" spc="-85">
                <a:latin typeface="Verdana"/>
                <a:cs typeface="Verdana"/>
              </a:rPr>
              <a:t>a</a:t>
            </a:r>
            <a:r>
              <a:rPr dirty="0" sz="1600" spc="-155">
                <a:latin typeface="Verdana"/>
                <a:cs typeface="Verdana"/>
              </a:rPr>
              <a:t> </a:t>
            </a:r>
            <a:r>
              <a:rPr dirty="0" sz="1600" spc="-30">
                <a:latin typeface="Verdana"/>
                <a:cs typeface="Verdana"/>
              </a:rPr>
              <a:t>la</a:t>
            </a:r>
            <a:r>
              <a:rPr dirty="0" sz="1600" spc="-155">
                <a:latin typeface="Verdana"/>
                <a:cs typeface="Verdana"/>
              </a:rPr>
              <a:t> </a:t>
            </a:r>
            <a:r>
              <a:rPr dirty="0" sz="1600" spc="-10">
                <a:latin typeface="Verdana"/>
                <a:cs typeface="Verdana"/>
              </a:rPr>
              <a:t>fecha</a:t>
            </a:r>
            <a:endParaRPr sz="1600">
              <a:latin typeface="Verdana"/>
              <a:cs typeface="Verdan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40563" y="7195908"/>
            <a:ext cx="66675" cy="6667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40563" y="7615008"/>
            <a:ext cx="66675" cy="6667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3884988" y="6865739"/>
            <a:ext cx="3092450" cy="1316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ts val="1785"/>
              </a:lnSpc>
              <a:spcBef>
                <a:spcPts val="100"/>
              </a:spcBef>
            </a:pPr>
            <a:r>
              <a:rPr dirty="0" sz="1600" spc="-105">
                <a:latin typeface="Arial Black"/>
                <a:cs typeface="Arial Black"/>
              </a:rPr>
              <a:t>Cierre</a:t>
            </a:r>
            <a:r>
              <a:rPr dirty="0" sz="1600" spc="-120">
                <a:latin typeface="Arial Black"/>
                <a:cs typeface="Arial Black"/>
              </a:rPr>
              <a:t> </a:t>
            </a:r>
            <a:r>
              <a:rPr dirty="0" sz="1600" spc="-80">
                <a:latin typeface="Arial Black"/>
                <a:cs typeface="Arial Black"/>
              </a:rPr>
              <a:t>del</a:t>
            </a:r>
            <a:r>
              <a:rPr dirty="0" sz="1600" spc="-120">
                <a:latin typeface="Arial Black"/>
                <a:cs typeface="Arial Black"/>
              </a:rPr>
              <a:t> </a:t>
            </a:r>
            <a:r>
              <a:rPr dirty="0" sz="1600" spc="-10">
                <a:latin typeface="Arial Black"/>
                <a:cs typeface="Arial Black"/>
              </a:rPr>
              <a:t>proyecto</a:t>
            </a:r>
            <a:endParaRPr sz="1600">
              <a:latin typeface="Arial Black"/>
              <a:cs typeface="Arial Black"/>
            </a:endParaRPr>
          </a:p>
          <a:p>
            <a:pPr algn="just" marL="357505" marR="127000">
              <a:lnSpc>
                <a:spcPts val="1650"/>
              </a:lnSpc>
              <a:spcBef>
                <a:spcPts val="145"/>
              </a:spcBef>
            </a:pPr>
            <a:r>
              <a:rPr dirty="0" sz="1600" spc="-145">
                <a:latin typeface="Arial Black"/>
                <a:cs typeface="Arial Black"/>
              </a:rPr>
              <a:t>Entrega</a:t>
            </a:r>
            <a:r>
              <a:rPr dirty="0" sz="1600" spc="10">
                <a:latin typeface="Arial Black"/>
                <a:cs typeface="Arial Black"/>
              </a:rPr>
              <a:t> </a:t>
            </a:r>
            <a:r>
              <a:rPr dirty="0" sz="1600" spc="-120">
                <a:latin typeface="Arial Black"/>
                <a:cs typeface="Arial Black"/>
              </a:rPr>
              <a:t>del</a:t>
            </a:r>
            <a:r>
              <a:rPr dirty="0" sz="1600" spc="5">
                <a:latin typeface="Arial Black"/>
                <a:cs typeface="Arial Black"/>
              </a:rPr>
              <a:t> </a:t>
            </a:r>
            <a:r>
              <a:rPr dirty="0" sz="1600" spc="-90">
                <a:latin typeface="Arial Black"/>
                <a:cs typeface="Arial Black"/>
              </a:rPr>
              <a:t>producto</a:t>
            </a:r>
            <a:r>
              <a:rPr dirty="0" sz="1600" spc="5">
                <a:latin typeface="Arial Black"/>
                <a:cs typeface="Arial Black"/>
              </a:rPr>
              <a:t> </a:t>
            </a:r>
            <a:r>
              <a:rPr dirty="0" sz="1600" spc="-50">
                <a:latin typeface="Arial Black"/>
                <a:cs typeface="Arial Black"/>
              </a:rPr>
              <a:t>final </a:t>
            </a:r>
            <a:r>
              <a:rPr dirty="0" sz="1600" spc="-110">
                <a:latin typeface="Arial Black"/>
                <a:cs typeface="Arial Black"/>
              </a:rPr>
              <a:t>al</a:t>
            </a:r>
            <a:r>
              <a:rPr dirty="0" sz="1600" spc="-150">
                <a:latin typeface="Arial Black"/>
                <a:cs typeface="Arial Black"/>
              </a:rPr>
              <a:t> </a:t>
            </a:r>
            <a:r>
              <a:rPr dirty="0" sz="1600" spc="-10">
                <a:latin typeface="Arial Black"/>
                <a:cs typeface="Arial Black"/>
              </a:rPr>
              <a:t>cliente</a:t>
            </a:r>
            <a:endParaRPr sz="1600">
              <a:latin typeface="Arial Black"/>
              <a:cs typeface="Arial Black"/>
            </a:endParaRPr>
          </a:p>
          <a:p>
            <a:pPr algn="just" marL="357505" marR="5080">
              <a:lnSpc>
                <a:spcPts val="1650"/>
              </a:lnSpc>
            </a:pPr>
            <a:r>
              <a:rPr dirty="0" sz="1600" spc="-145">
                <a:latin typeface="Arial Black"/>
                <a:cs typeface="Arial Black"/>
              </a:rPr>
              <a:t>Entrega</a:t>
            </a:r>
            <a:r>
              <a:rPr dirty="0" sz="1600" spc="50">
                <a:latin typeface="Arial Black"/>
                <a:cs typeface="Arial Black"/>
              </a:rPr>
              <a:t> </a:t>
            </a:r>
            <a:r>
              <a:rPr dirty="0" sz="1600" spc="-195">
                <a:latin typeface="Arial Black"/>
                <a:cs typeface="Arial Black"/>
              </a:rPr>
              <a:t>de</a:t>
            </a:r>
            <a:r>
              <a:rPr dirty="0" sz="1600" spc="65">
                <a:latin typeface="Arial Black"/>
                <a:cs typeface="Arial Black"/>
              </a:rPr>
              <a:t> </a:t>
            </a:r>
            <a:r>
              <a:rPr dirty="0" sz="1600" spc="-70">
                <a:latin typeface="Arial Black"/>
                <a:cs typeface="Arial Black"/>
              </a:rPr>
              <a:t>documentación </a:t>
            </a:r>
            <a:r>
              <a:rPr dirty="0" sz="1600" spc="-175">
                <a:latin typeface="Arial Black"/>
                <a:cs typeface="Arial Black"/>
              </a:rPr>
              <a:t>con</a:t>
            </a:r>
            <a:r>
              <a:rPr dirty="0" sz="1600" spc="50">
                <a:latin typeface="Arial Black"/>
                <a:cs typeface="Arial Black"/>
              </a:rPr>
              <a:t> </a:t>
            </a:r>
            <a:r>
              <a:rPr dirty="0" sz="1600" spc="-105">
                <a:latin typeface="Arial Black"/>
                <a:cs typeface="Arial Black"/>
              </a:rPr>
              <a:t>información</a:t>
            </a:r>
            <a:r>
              <a:rPr dirty="0" sz="1600" spc="50">
                <a:latin typeface="Arial Black"/>
                <a:cs typeface="Arial Black"/>
              </a:rPr>
              <a:t> </a:t>
            </a:r>
            <a:r>
              <a:rPr dirty="0" sz="1600" spc="-130">
                <a:latin typeface="Arial Black"/>
                <a:cs typeface="Arial Black"/>
              </a:rPr>
              <a:t>sensible</a:t>
            </a:r>
            <a:r>
              <a:rPr dirty="0" sz="1600" spc="50">
                <a:latin typeface="Arial Black"/>
                <a:cs typeface="Arial Black"/>
              </a:rPr>
              <a:t> </a:t>
            </a:r>
            <a:r>
              <a:rPr dirty="0" sz="1600" spc="-60">
                <a:latin typeface="Arial Black"/>
                <a:cs typeface="Arial Black"/>
              </a:rPr>
              <a:t>al </a:t>
            </a:r>
            <a:r>
              <a:rPr dirty="0" sz="1600" spc="-10">
                <a:latin typeface="Arial Black"/>
                <a:cs typeface="Arial Black"/>
              </a:rPr>
              <a:t>cliente</a:t>
            </a:r>
            <a:endParaRPr sz="1600">
              <a:latin typeface="Arial Black"/>
              <a:cs typeface="Arial Black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08669" y="7405458"/>
            <a:ext cx="66675" cy="6667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08669" y="7615008"/>
            <a:ext cx="66675" cy="6667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08669" y="7824558"/>
            <a:ext cx="66675" cy="6667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08669" y="8034108"/>
            <a:ext cx="66675" cy="6667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08669" y="8453208"/>
            <a:ext cx="66675" cy="6667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08669" y="8662758"/>
            <a:ext cx="66675" cy="66674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4001017" y="6865739"/>
            <a:ext cx="3248025" cy="19456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10">
                <a:latin typeface="Arial Black"/>
                <a:cs typeface="Arial Black"/>
              </a:rPr>
              <a:t>Gestión</a:t>
            </a:r>
            <a:r>
              <a:rPr dirty="0" sz="1600" spc="-130">
                <a:latin typeface="Arial Black"/>
                <a:cs typeface="Arial Black"/>
              </a:rPr>
              <a:t> </a:t>
            </a:r>
            <a:r>
              <a:rPr dirty="0" sz="1600" spc="-90">
                <a:latin typeface="Arial Black"/>
                <a:cs typeface="Arial Black"/>
              </a:rPr>
              <a:t>de</a:t>
            </a:r>
            <a:r>
              <a:rPr dirty="0" sz="1600" spc="-125">
                <a:latin typeface="Arial Black"/>
                <a:cs typeface="Arial Black"/>
              </a:rPr>
              <a:t> </a:t>
            </a:r>
            <a:r>
              <a:rPr dirty="0" sz="1600" spc="-120">
                <a:latin typeface="Arial Black"/>
                <a:cs typeface="Arial Black"/>
              </a:rPr>
              <a:t>usuarios</a:t>
            </a:r>
            <a:r>
              <a:rPr dirty="0" sz="1600" spc="-125">
                <a:latin typeface="Arial Black"/>
                <a:cs typeface="Arial Black"/>
              </a:rPr>
              <a:t> </a:t>
            </a:r>
            <a:r>
              <a:rPr dirty="0" sz="1600" spc="-135">
                <a:latin typeface="Arial Black"/>
                <a:cs typeface="Arial Black"/>
              </a:rPr>
              <a:t>e</a:t>
            </a:r>
            <a:r>
              <a:rPr dirty="0" sz="1600" spc="-125">
                <a:latin typeface="Arial Black"/>
                <a:cs typeface="Arial Black"/>
              </a:rPr>
              <a:t> </a:t>
            </a:r>
            <a:r>
              <a:rPr dirty="0" sz="1600" spc="-45">
                <a:latin typeface="Arial Black"/>
                <a:cs typeface="Arial Black"/>
              </a:rPr>
              <a:t>inventario</a:t>
            </a:r>
            <a:endParaRPr sz="1600">
              <a:latin typeface="Arial Black"/>
              <a:cs typeface="Arial Black"/>
            </a:endParaRPr>
          </a:p>
          <a:p>
            <a:pPr marL="309880" marR="53340">
              <a:lnSpc>
                <a:spcPts val="1650"/>
              </a:lnSpc>
              <a:spcBef>
                <a:spcPts val="1660"/>
              </a:spcBef>
            </a:pPr>
            <a:r>
              <a:rPr dirty="0" sz="1600" spc="-25">
                <a:latin typeface="Verdana"/>
                <a:cs typeface="Verdana"/>
              </a:rPr>
              <a:t>Creación</a:t>
            </a:r>
            <a:r>
              <a:rPr dirty="0" sz="1600" spc="-150">
                <a:latin typeface="Verdana"/>
                <a:cs typeface="Verdana"/>
              </a:rPr>
              <a:t> </a:t>
            </a:r>
            <a:r>
              <a:rPr dirty="0" sz="1600" spc="-20">
                <a:latin typeface="Verdana"/>
                <a:cs typeface="Verdana"/>
              </a:rPr>
              <a:t>de</a:t>
            </a:r>
            <a:r>
              <a:rPr dirty="0" sz="1600" spc="-145">
                <a:latin typeface="Verdana"/>
                <a:cs typeface="Verdana"/>
              </a:rPr>
              <a:t> </a:t>
            </a:r>
            <a:r>
              <a:rPr dirty="0" sz="1600" spc="-10">
                <a:latin typeface="Verdana"/>
                <a:cs typeface="Verdana"/>
              </a:rPr>
              <a:t>inicio</a:t>
            </a:r>
            <a:r>
              <a:rPr dirty="0" sz="1600" spc="-145">
                <a:latin typeface="Verdana"/>
                <a:cs typeface="Verdana"/>
              </a:rPr>
              <a:t> </a:t>
            </a:r>
            <a:r>
              <a:rPr dirty="0" sz="1600" spc="-20">
                <a:latin typeface="Verdana"/>
                <a:cs typeface="Verdana"/>
              </a:rPr>
              <a:t>de</a:t>
            </a:r>
            <a:r>
              <a:rPr dirty="0" sz="1600" spc="-145">
                <a:latin typeface="Verdana"/>
                <a:cs typeface="Verdana"/>
              </a:rPr>
              <a:t> </a:t>
            </a:r>
            <a:r>
              <a:rPr dirty="0" sz="1600" spc="-10">
                <a:latin typeface="Verdana"/>
                <a:cs typeface="Verdana"/>
              </a:rPr>
              <a:t>sesión. </a:t>
            </a:r>
            <a:r>
              <a:rPr dirty="0" sz="1600" spc="-25">
                <a:latin typeface="Verdana"/>
                <a:cs typeface="Verdana"/>
              </a:rPr>
              <a:t>Creación</a:t>
            </a:r>
            <a:r>
              <a:rPr dirty="0" sz="1600" spc="-155">
                <a:latin typeface="Verdana"/>
                <a:cs typeface="Verdana"/>
              </a:rPr>
              <a:t> </a:t>
            </a:r>
            <a:r>
              <a:rPr dirty="0" sz="1600">
                <a:latin typeface="Verdana"/>
                <a:cs typeface="Verdana"/>
              </a:rPr>
              <a:t>del</a:t>
            </a:r>
            <a:r>
              <a:rPr dirty="0" sz="1600" spc="-150">
                <a:latin typeface="Verdana"/>
                <a:cs typeface="Verdana"/>
              </a:rPr>
              <a:t> </a:t>
            </a:r>
            <a:r>
              <a:rPr dirty="0" sz="1600" spc="-25">
                <a:latin typeface="Verdana"/>
                <a:cs typeface="Verdana"/>
              </a:rPr>
              <a:t>cierre</a:t>
            </a:r>
            <a:r>
              <a:rPr dirty="0" sz="1600" spc="-150">
                <a:latin typeface="Verdana"/>
                <a:cs typeface="Verdana"/>
              </a:rPr>
              <a:t> </a:t>
            </a:r>
            <a:r>
              <a:rPr dirty="0" sz="1600" spc="-20">
                <a:latin typeface="Verdana"/>
                <a:cs typeface="Verdana"/>
              </a:rPr>
              <a:t>de</a:t>
            </a:r>
            <a:r>
              <a:rPr dirty="0" sz="1600" spc="-150">
                <a:latin typeface="Verdana"/>
                <a:cs typeface="Verdana"/>
              </a:rPr>
              <a:t> </a:t>
            </a:r>
            <a:r>
              <a:rPr dirty="0" sz="1600" spc="-30">
                <a:latin typeface="Verdana"/>
                <a:cs typeface="Verdana"/>
              </a:rPr>
              <a:t>sesión. </a:t>
            </a:r>
            <a:r>
              <a:rPr dirty="0" sz="1600" spc="-50">
                <a:latin typeface="Verdana"/>
                <a:cs typeface="Verdana"/>
              </a:rPr>
              <a:t>Analizar</a:t>
            </a:r>
            <a:r>
              <a:rPr dirty="0" sz="1600" spc="-120">
                <a:latin typeface="Verdana"/>
                <a:cs typeface="Verdana"/>
              </a:rPr>
              <a:t> </a:t>
            </a:r>
            <a:r>
              <a:rPr dirty="0" sz="1600" spc="-10">
                <a:latin typeface="Verdana"/>
                <a:cs typeface="Verdana"/>
              </a:rPr>
              <a:t>requerimientos.</a:t>
            </a:r>
            <a:endParaRPr sz="1600">
              <a:latin typeface="Verdana"/>
              <a:cs typeface="Verdana"/>
            </a:endParaRPr>
          </a:p>
          <a:p>
            <a:pPr marL="309880" marR="938530">
              <a:lnSpc>
                <a:spcPts val="1650"/>
              </a:lnSpc>
            </a:pPr>
            <a:r>
              <a:rPr dirty="0" sz="1600" spc="-45">
                <a:latin typeface="Verdana"/>
                <a:cs typeface="Verdana"/>
              </a:rPr>
              <a:t>Diseñar</a:t>
            </a:r>
            <a:r>
              <a:rPr dirty="0" sz="1600" spc="-125">
                <a:latin typeface="Verdana"/>
                <a:cs typeface="Verdana"/>
              </a:rPr>
              <a:t> </a:t>
            </a:r>
            <a:r>
              <a:rPr dirty="0" sz="1600" spc="-35">
                <a:latin typeface="Verdana"/>
                <a:cs typeface="Verdana"/>
              </a:rPr>
              <a:t>apartado</a:t>
            </a:r>
            <a:r>
              <a:rPr dirty="0" sz="1600" spc="-125">
                <a:latin typeface="Verdana"/>
                <a:cs typeface="Verdana"/>
              </a:rPr>
              <a:t> </a:t>
            </a:r>
            <a:r>
              <a:rPr dirty="0" sz="1600" spc="-25">
                <a:latin typeface="Verdana"/>
                <a:cs typeface="Verdana"/>
              </a:rPr>
              <a:t>de </a:t>
            </a:r>
            <a:r>
              <a:rPr dirty="0" sz="1600" spc="-10">
                <a:latin typeface="Verdana"/>
                <a:cs typeface="Verdana"/>
              </a:rPr>
              <a:t>inventario.</a:t>
            </a:r>
            <a:endParaRPr sz="1600">
              <a:latin typeface="Verdana"/>
              <a:cs typeface="Verdana"/>
            </a:endParaRPr>
          </a:p>
          <a:p>
            <a:pPr marL="309880" marR="5080">
              <a:lnSpc>
                <a:spcPts val="1650"/>
              </a:lnSpc>
            </a:pPr>
            <a:r>
              <a:rPr dirty="0" sz="1600" spc="-45">
                <a:latin typeface="Verdana"/>
                <a:cs typeface="Verdana"/>
              </a:rPr>
              <a:t>Diseñar</a:t>
            </a:r>
            <a:r>
              <a:rPr dirty="0" sz="1600" spc="-140">
                <a:latin typeface="Verdana"/>
                <a:cs typeface="Verdana"/>
              </a:rPr>
              <a:t> </a:t>
            </a:r>
            <a:r>
              <a:rPr dirty="0" sz="1600" spc="-25">
                <a:latin typeface="Verdana"/>
                <a:cs typeface="Verdana"/>
              </a:rPr>
              <a:t>calendario</a:t>
            </a:r>
            <a:r>
              <a:rPr dirty="0" sz="1600" spc="-135">
                <a:latin typeface="Verdana"/>
                <a:cs typeface="Verdana"/>
              </a:rPr>
              <a:t> </a:t>
            </a:r>
            <a:r>
              <a:rPr dirty="0" sz="1600" spc="-20">
                <a:latin typeface="Verdana"/>
                <a:cs typeface="Verdana"/>
              </a:rPr>
              <a:t>de</a:t>
            </a:r>
            <a:r>
              <a:rPr dirty="0" sz="1600" spc="-135">
                <a:latin typeface="Verdana"/>
                <a:cs typeface="Verdana"/>
              </a:rPr>
              <a:t> </a:t>
            </a:r>
            <a:r>
              <a:rPr dirty="0" sz="1600" spc="-10">
                <a:latin typeface="Verdana"/>
                <a:cs typeface="Verdana"/>
              </a:rPr>
              <a:t>pedido. </a:t>
            </a:r>
            <a:r>
              <a:rPr dirty="0" sz="1600" spc="-45">
                <a:latin typeface="Verdana"/>
                <a:cs typeface="Verdana"/>
              </a:rPr>
              <a:t>Diseñar</a:t>
            </a:r>
            <a:r>
              <a:rPr dirty="0" sz="1600" spc="-140">
                <a:latin typeface="Verdana"/>
                <a:cs typeface="Verdana"/>
              </a:rPr>
              <a:t> </a:t>
            </a:r>
            <a:r>
              <a:rPr dirty="0" sz="1600" spc="-40">
                <a:latin typeface="Verdana"/>
                <a:cs typeface="Verdana"/>
              </a:rPr>
              <a:t>gestión</a:t>
            </a:r>
            <a:r>
              <a:rPr dirty="0" sz="1600" spc="-140">
                <a:latin typeface="Verdana"/>
                <a:cs typeface="Verdana"/>
              </a:rPr>
              <a:t> </a:t>
            </a:r>
            <a:r>
              <a:rPr dirty="0" sz="1600" spc="-20">
                <a:latin typeface="Verdana"/>
                <a:cs typeface="Verdana"/>
              </a:rPr>
              <a:t>de</a:t>
            </a:r>
            <a:r>
              <a:rPr dirty="0" sz="1600" spc="-140">
                <a:latin typeface="Verdana"/>
                <a:cs typeface="Verdana"/>
              </a:rPr>
              <a:t> </a:t>
            </a:r>
            <a:r>
              <a:rPr dirty="0" sz="1600" spc="-10">
                <a:latin typeface="Verdana"/>
                <a:cs typeface="Verdana"/>
              </a:rPr>
              <a:t>pedidos.</a:t>
            </a:r>
            <a:endParaRPr sz="1600">
              <a:latin typeface="Verdana"/>
              <a:cs typeface="Verdan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03709" y="7195908"/>
            <a:ext cx="66675" cy="6667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03709" y="7615008"/>
            <a:ext cx="66675" cy="6667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03709" y="7824558"/>
            <a:ext cx="66675" cy="66674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03709" y="8243658"/>
            <a:ext cx="66675" cy="66674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10696057" y="6865739"/>
            <a:ext cx="2966720" cy="1736089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309880" marR="596265" indent="-297815">
              <a:lnSpc>
                <a:spcPts val="1650"/>
              </a:lnSpc>
              <a:spcBef>
                <a:spcPts val="380"/>
              </a:spcBef>
            </a:pPr>
            <a:r>
              <a:rPr dirty="0" sz="1600" spc="-125">
                <a:latin typeface="Arial Black"/>
                <a:cs typeface="Arial Black"/>
              </a:rPr>
              <a:t>Análisis</a:t>
            </a:r>
            <a:r>
              <a:rPr dirty="0" sz="1600" spc="-120">
                <a:latin typeface="Arial Black"/>
                <a:cs typeface="Arial Black"/>
              </a:rPr>
              <a:t> </a:t>
            </a:r>
            <a:r>
              <a:rPr dirty="0" sz="1600" spc="-90">
                <a:latin typeface="Arial Black"/>
                <a:cs typeface="Arial Black"/>
              </a:rPr>
              <a:t>de</a:t>
            </a:r>
            <a:r>
              <a:rPr dirty="0" sz="1600" spc="-120">
                <a:latin typeface="Arial Black"/>
                <a:cs typeface="Arial Black"/>
              </a:rPr>
              <a:t> </a:t>
            </a:r>
            <a:r>
              <a:rPr dirty="0" sz="1600" spc="-10">
                <a:latin typeface="Arial Black"/>
                <a:cs typeface="Arial Black"/>
              </a:rPr>
              <a:t>datos </a:t>
            </a:r>
            <a:r>
              <a:rPr dirty="0" sz="1600" spc="-30">
                <a:latin typeface="Verdana"/>
                <a:cs typeface="Verdana"/>
              </a:rPr>
              <a:t>dashboard</a:t>
            </a:r>
            <a:r>
              <a:rPr dirty="0" sz="1600" spc="-145">
                <a:latin typeface="Verdana"/>
                <a:cs typeface="Verdana"/>
              </a:rPr>
              <a:t> </a:t>
            </a:r>
            <a:r>
              <a:rPr dirty="0" sz="1600" spc="-20">
                <a:latin typeface="Verdana"/>
                <a:cs typeface="Verdana"/>
              </a:rPr>
              <a:t>de</a:t>
            </a:r>
            <a:r>
              <a:rPr dirty="0" sz="1600" spc="-145">
                <a:latin typeface="Verdana"/>
                <a:cs typeface="Verdana"/>
              </a:rPr>
              <a:t> </a:t>
            </a:r>
            <a:r>
              <a:rPr dirty="0" sz="1600" spc="-10">
                <a:latin typeface="Verdana"/>
                <a:cs typeface="Verdana"/>
              </a:rPr>
              <a:t>costos mensuales</a:t>
            </a:r>
            <a:endParaRPr sz="1600">
              <a:latin typeface="Verdana"/>
              <a:cs typeface="Verdana"/>
            </a:endParaRPr>
          </a:p>
          <a:p>
            <a:pPr algn="just" marL="309880" marR="5080">
              <a:lnSpc>
                <a:spcPts val="1650"/>
              </a:lnSpc>
            </a:pPr>
            <a:r>
              <a:rPr dirty="0" sz="1600" spc="-10">
                <a:latin typeface="Verdana"/>
                <a:cs typeface="Verdana"/>
              </a:rPr>
              <a:t>Predicciones</a:t>
            </a:r>
            <a:r>
              <a:rPr dirty="0" sz="1600" spc="-95">
                <a:latin typeface="Verdana"/>
                <a:cs typeface="Verdana"/>
              </a:rPr>
              <a:t> </a:t>
            </a:r>
            <a:r>
              <a:rPr dirty="0" sz="1600" spc="-60">
                <a:latin typeface="Verdana"/>
                <a:cs typeface="Verdana"/>
              </a:rPr>
              <a:t>de</a:t>
            </a:r>
            <a:r>
              <a:rPr dirty="0" sz="1600" spc="-80">
                <a:latin typeface="Verdana"/>
                <a:cs typeface="Verdana"/>
              </a:rPr>
              <a:t> </a:t>
            </a:r>
            <a:r>
              <a:rPr dirty="0" sz="1600" spc="-30">
                <a:latin typeface="Verdana"/>
                <a:cs typeface="Verdana"/>
              </a:rPr>
              <a:t>materiales </a:t>
            </a:r>
            <a:r>
              <a:rPr dirty="0" sz="1600" spc="-35">
                <a:latin typeface="Verdana"/>
                <a:cs typeface="Verdana"/>
              </a:rPr>
              <a:t>dashboard</a:t>
            </a:r>
            <a:r>
              <a:rPr dirty="0" sz="1600" spc="-85">
                <a:latin typeface="Verdana"/>
                <a:cs typeface="Verdana"/>
              </a:rPr>
              <a:t> </a:t>
            </a:r>
            <a:r>
              <a:rPr dirty="0" sz="1600" spc="-60">
                <a:latin typeface="Verdana"/>
                <a:cs typeface="Verdana"/>
              </a:rPr>
              <a:t>de</a:t>
            </a:r>
            <a:r>
              <a:rPr dirty="0" sz="1600" spc="-80">
                <a:latin typeface="Verdana"/>
                <a:cs typeface="Verdana"/>
              </a:rPr>
              <a:t> </a:t>
            </a:r>
            <a:r>
              <a:rPr dirty="0" sz="1600" spc="-10">
                <a:latin typeface="Verdana"/>
                <a:cs typeface="Verdana"/>
              </a:rPr>
              <a:t>rendimiento mensual</a:t>
            </a:r>
            <a:endParaRPr sz="1600">
              <a:latin typeface="Verdana"/>
              <a:cs typeface="Verdana"/>
            </a:endParaRPr>
          </a:p>
          <a:p>
            <a:pPr algn="just" marL="309880" marR="278130">
              <a:lnSpc>
                <a:spcPts val="1650"/>
              </a:lnSpc>
            </a:pPr>
            <a:r>
              <a:rPr dirty="0" sz="1600" spc="-35">
                <a:latin typeface="Verdana"/>
                <a:cs typeface="Verdana"/>
              </a:rPr>
              <a:t>dashboard</a:t>
            </a:r>
            <a:r>
              <a:rPr dirty="0" sz="1600" spc="-85">
                <a:latin typeface="Verdana"/>
                <a:cs typeface="Verdana"/>
              </a:rPr>
              <a:t> </a:t>
            </a:r>
            <a:r>
              <a:rPr dirty="0" sz="1600" spc="-60">
                <a:latin typeface="Verdana"/>
                <a:cs typeface="Verdana"/>
              </a:rPr>
              <a:t>de</a:t>
            </a:r>
            <a:r>
              <a:rPr dirty="0" sz="1600" spc="-85">
                <a:latin typeface="Verdana"/>
                <a:cs typeface="Verdana"/>
              </a:rPr>
              <a:t> </a:t>
            </a:r>
            <a:r>
              <a:rPr dirty="0" sz="1600" spc="-35">
                <a:latin typeface="Verdana"/>
                <a:cs typeface="Verdana"/>
              </a:rPr>
              <a:t>estado</a:t>
            </a:r>
            <a:r>
              <a:rPr dirty="0" sz="1600" spc="-80">
                <a:latin typeface="Verdana"/>
                <a:cs typeface="Verdana"/>
              </a:rPr>
              <a:t> </a:t>
            </a:r>
            <a:r>
              <a:rPr dirty="0" sz="1600" spc="-25">
                <a:latin typeface="Verdana"/>
                <a:cs typeface="Verdana"/>
              </a:rPr>
              <a:t>de </a:t>
            </a:r>
            <a:r>
              <a:rPr dirty="0" sz="1600" spc="-10">
                <a:latin typeface="Verdana"/>
                <a:cs typeface="Verdana"/>
              </a:rPr>
              <a:t>pedidos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1" name="object 31" descr="$PPTXTitle"/>
          <p:cNvSpPr txBox="1">
            <a:spLocks noGrp="1"/>
          </p:cNvSpPr>
          <p:nvPr>
            <p:ph type="title"/>
          </p:nvPr>
        </p:nvSpPr>
        <p:spPr>
          <a:xfrm>
            <a:off x="1098060" y="2472081"/>
            <a:ext cx="5791835" cy="1739900"/>
          </a:xfrm>
          <a:prstGeom prst="rect"/>
        </p:spPr>
        <p:txBody>
          <a:bodyPr wrap="square" lIns="0" tIns="134620" rIns="0" bIns="0" rtlCol="0" vert="horz">
            <a:spAutoFit/>
          </a:bodyPr>
          <a:lstStyle/>
          <a:p>
            <a:pPr marL="12700" marR="5080">
              <a:lnSpc>
                <a:spcPts val="6300"/>
              </a:lnSpc>
              <a:spcBef>
                <a:spcPts val="1060"/>
              </a:spcBef>
            </a:pPr>
            <a:r>
              <a:rPr dirty="0" spc="-80"/>
              <a:t>DEFINICION</a:t>
            </a:r>
            <a:r>
              <a:rPr dirty="0" spc="-204"/>
              <a:t> </a:t>
            </a:r>
            <a:r>
              <a:rPr dirty="0" spc="-35"/>
              <a:t>DE </a:t>
            </a:r>
            <a:r>
              <a:rPr dirty="0" spc="-10"/>
              <a:t>SPRINT</a:t>
            </a:r>
          </a:p>
        </p:txBody>
      </p:sp>
      <p:pic>
        <p:nvPicPr>
          <p:cNvPr id="32" name="object 3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94911" y="444202"/>
            <a:ext cx="3498791" cy="3879309"/>
          </a:xfrm>
          <a:prstGeom prst="rect">
            <a:avLst/>
          </a:prstGeom>
        </p:spPr>
      </p:pic>
      <p:sp>
        <p:nvSpPr>
          <p:cNvPr id="33" name="object 33"/>
          <p:cNvSpPr/>
          <p:nvPr/>
        </p:nvSpPr>
        <p:spPr>
          <a:xfrm>
            <a:off x="735586" y="5722062"/>
            <a:ext cx="3105150" cy="909955"/>
          </a:xfrm>
          <a:custGeom>
            <a:avLst/>
            <a:gdLst/>
            <a:ahLst/>
            <a:cxnLst/>
            <a:rect l="l" t="t" r="r" b="b"/>
            <a:pathLst>
              <a:path w="3105150" h="909954">
                <a:moveTo>
                  <a:pt x="2329787" y="909381"/>
                </a:moveTo>
                <a:lnTo>
                  <a:pt x="0" y="909381"/>
                </a:lnTo>
                <a:lnTo>
                  <a:pt x="0" y="0"/>
                </a:lnTo>
                <a:lnTo>
                  <a:pt x="2329787" y="0"/>
                </a:lnTo>
                <a:lnTo>
                  <a:pt x="3104683" y="453695"/>
                </a:lnTo>
                <a:lnTo>
                  <a:pt x="3104683" y="455685"/>
                </a:lnTo>
                <a:lnTo>
                  <a:pt x="2329787" y="909381"/>
                </a:lnTo>
                <a:close/>
              </a:path>
            </a:pathLst>
          </a:custGeom>
          <a:solidFill>
            <a:srgbClr val="7BA2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254351" y="5903101"/>
            <a:ext cx="163195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90" b="1">
                <a:solidFill>
                  <a:srgbClr val="FFFFFF"/>
                </a:solidFill>
                <a:latin typeface="Cambria"/>
                <a:cs typeface="Cambria"/>
              </a:rPr>
              <a:t>Sprint</a:t>
            </a:r>
            <a:r>
              <a:rPr dirty="0" sz="3200" spc="1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3200" spc="80" b="1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endParaRPr sz="3200">
              <a:latin typeface="Cambria"/>
              <a:cs typeface="Cambria"/>
            </a:endParaRPr>
          </a:p>
        </p:txBody>
      </p:sp>
      <p:pic>
        <p:nvPicPr>
          <p:cNvPr id="35" name="object 3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5004" y="7405458"/>
            <a:ext cx="66675" cy="66674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5004" y="7824558"/>
            <a:ext cx="66675" cy="66674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5004" y="8034108"/>
            <a:ext cx="66675" cy="66674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5004" y="8243658"/>
            <a:ext cx="66675" cy="66674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5004" y="8662758"/>
            <a:ext cx="66675" cy="66674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5004" y="8872308"/>
            <a:ext cx="66675" cy="66674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529429" y="6865739"/>
            <a:ext cx="3252470" cy="2155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0">
                <a:latin typeface="Arial Black"/>
                <a:cs typeface="Arial Black"/>
              </a:rPr>
              <a:t>Diseño</a:t>
            </a:r>
            <a:r>
              <a:rPr dirty="0" sz="1600" spc="-140">
                <a:latin typeface="Arial Black"/>
                <a:cs typeface="Arial Black"/>
              </a:rPr>
              <a:t> </a:t>
            </a:r>
            <a:r>
              <a:rPr dirty="0" sz="1600" spc="-65">
                <a:latin typeface="Arial Black"/>
                <a:cs typeface="Arial Black"/>
              </a:rPr>
              <a:t>y</a:t>
            </a:r>
            <a:r>
              <a:rPr dirty="0" sz="1600" spc="-140">
                <a:latin typeface="Arial Black"/>
                <a:cs typeface="Arial Black"/>
              </a:rPr>
              <a:t> </a:t>
            </a:r>
            <a:r>
              <a:rPr dirty="0" sz="1600" spc="-20">
                <a:latin typeface="Arial Black"/>
                <a:cs typeface="Arial Black"/>
              </a:rPr>
              <a:t>planificación</a:t>
            </a:r>
            <a:endParaRPr sz="1600">
              <a:latin typeface="Arial Black"/>
              <a:cs typeface="Arial Black"/>
            </a:endParaRPr>
          </a:p>
          <a:p>
            <a:pPr marL="357505" marR="5080">
              <a:lnSpc>
                <a:spcPts val="1650"/>
              </a:lnSpc>
              <a:spcBef>
                <a:spcPts val="1660"/>
              </a:spcBef>
            </a:pPr>
            <a:r>
              <a:rPr dirty="0" sz="1600" spc="-25">
                <a:latin typeface="Verdana"/>
                <a:cs typeface="Verdana"/>
              </a:rPr>
              <a:t>Definir</a:t>
            </a:r>
            <a:r>
              <a:rPr dirty="0" sz="1600" spc="-120">
                <a:latin typeface="Verdana"/>
                <a:cs typeface="Verdana"/>
              </a:rPr>
              <a:t> </a:t>
            </a:r>
            <a:r>
              <a:rPr dirty="0" sz="1600" spc="-10">
                <a:latin typeface="Verdana"/>
                <a:cs typeface="Verdana"/>
              </a:rPr>
              <a:t>Requisitos </a:t>
            </a:r>
            <a:r>
              <a:rPr dirty="0" sz="1600" spc="-30">
                <a:latin typeface="Verdana"/>
                <a:cs typeface="Verdana"/>
              </a:rPr>
              <a:t>Funcionales</a:t>
            </a:r>
            <a:r>
              <a:rPr dirty="0" sz="1600" spc="-145">
                <a:latin typeface="Verdana"/>
                <a:cs typeface="Verdana"/>
              </a:rPr>
              <a:t> </a:t>
            </a:r>
            <a:r>
              <a:rPr dirty="0" sz="1600" spc="-55">
                <a:latin typeface="Verdana"/>
                <a:cs typeface="Verdana"/>
              </a:rPr>
              <a:t>y</a:t>
            </a:r>
            <a:r>
              <a:rPr dirty="0" sz="1600" spc="-140">
                <a:latin typeface="Verdana"/>
                <a:cs typeface="Verdana"/>
              </a:rPr>
              <a:t> </a:t>
            </a:r>
            <a:r>
              <a:rPr dirty="0" sz="1600" spc="-20">
                <a:latin typeface="Verdana"/>
                <a:cs typeface="Verdana"/>
              </a:rPr>
              <a:t>no</a:t>
            </a:r>
            <a:r>
              <a:rPr dirty="0" sz="1600" spc="-140">
                <a:latin typeface="Verdana"/>
                <a:cs typeface="Verdana"/>
              </a:rPr>
              <a:t> </a:t>
            </a:r>
            <a:r>
              <a:rPr dirty="0" sz="1600" spc="-20">
                <a:latin typeface="Verdana"/>
                <a:cs typeface="Verdana"/>
              </a:rPr>
              <a:t>funcionales. </a:t>
            </a:r>
            <a:r>
              <a:rPr dirty="0" sz="1600" spc="-45">
                <a:latin typeface="Verdana"/>
                <a:cs typeface="Verdana"/>
              </a:rPr>
              <a:t>Crear</a:t>
            </a:r>
            <a:r>
              <a:rPr dirty="0" sz="1600" spc="-135">
                <a:latin typeface="Verdana"/>
                <a:cs typeface="Verdana"/>
              </a:rPr>
              <a:t> </a:t>
            </a:r>
            <a:r>
              <a:rPr dirty="0" sz="1600" spc="-35">
                <a:latin typeface="Verdana"/>
                <a:cs typeface="Verdana"/>
              </a:rPr>
              <a:t>historias</a:t>
            </a:r>
            <a:r>
              <a:rPr dirty="0" sz="1600" spc="-130">
                <a:latin typeface="Verdana"/>
                <a:cs typeface="Verdana"/>
              </a:rPr>
              <a:t> </a:t>
            </a:r>
            <a:r>
              <a:rPr dirty="0" sz="1600" spc="-20">
                <a:latin typeface="Verdana"/>
                <a:cs typeface="Verdana"/>
              </a:rPr>
              <a:t>de</a:t>
            </a:r>
            <a:r>
              <a:rPr dirty="0" sz="1600" spc="-130">
                <a:latin typeface="Verdana"/>
                <a:cs typeface="Verdana"/>
              </a:rPr>
              <a:t> </a:t>
            </a:r>
            <a:r>
              <a:rPr dirty="0" sz="1600" spc="-10">
                <a:latin typeface="Verdana"/>
                <a:cs typeface="Verdana"/>
              </a:rPr>
              <a:t>usuario.</a:t>
            </a:r>
            <a:endParaRPr sz="1600">
              <a:latin typeface="Verdana"/>
              <a:cs typeface="Verdana"/>
            </a:endParaRPr>
          </a:p>
          <a:p>
            <a:pPr marL="357505" marR="495934">
              <a:lnSpc>
                <a:spcPts val="1650"/>
              </a:lnSpc>
            </a:pPr>
            <a:r>
              <a:rPr dirty="0" sz="1600" spc="-50">
                <a:latin typeface="Verdana"/>
                <a:cs typeface="Verdana"/>
              </a:rPr>
              <a:t>Analizar</a:t>
            </a:r>
            <a:r>
              <a:rPr dirty="0" sz="1600" spc="-120">
                <a:latin typeface="Verdana"/>
                <a:cs typeface="Verdana"/>
              </a:rPr>
              <a:t> </a:t>
            </a:r>
            <a:r>
              <a:rPr dirty="0" sz="1600" spc="-35">
                <a:latin typeface="Verdana"/>
                <a:cs typeface="Verdana"/>
              </a:rPr>
              <a:t>requerimientos. </a:t>
            </a:r>
            <a:r>
              <a:rPr dirty="0" sz="1600" spc="-45">
                <a:latin typeface="Verdana"/>
                <a:cs typeface="Verdana"/>
              </a:rPr>
              <a:t>Diseñar</a:t>
            </a:r>
            <a:r>
              <a:rPr dirty="0" sz="1600" spc="-140">
                <a:latin typeface="Verdana"/>
                <a:cs typeface="Verdana"/>
              </a:rPr>
              <a:t> </a:t>
            </a:r>
            <a:r>
              <a:rPr dirty="0" sz="1600" spc="-55">
                <a:latin typeface="Verdana"/>
                <a:cs typeface="Verdana"/>
              </a:rPr>
              <a:t>matriz</a:t>
            </a:r>
            <a:r>
              <a:rPr dirty="0" sz="1600" spc="-135">
                <a:latin typeface="Verdana"/>
                <a:cs typeface="Verdana"/>
              </a:rPr>
              <a:t> </a:t>
            </a:r>
            <a:r>
              <a:rPr dirty="0" sz="1600" spc="-25">
                <a:latin typeface="Verdana"/>
                <a:cs typeface="Verdana"/>
              </a:rPr>
              <a:t>de </a:t>
            </a:r>
            <a:r>
              <a:rPr dirty="0" sz="1600" spc="-10">
                <a:latin typeface="Verdana"/>
                <a:cs typeface="Verdana"/>
              </a:rPr>
              <a:t>trazabilidad.</a:t>
            </a:r>
            <a:endParaRPr sz="1600">
              <a:latin typeface="Verdana"/>
              <a:cs typeface="Verdana"/>
            </a:endParaRPr>
          </a:p>
          <a:p>
            <a:pPr marL="357505" marR="210820">
              <a:lnSpc>
                <a:spcPts val="1650"/>
              </a:lnSpc>
            </a:pPr>
            <a:r>
              <a:rPr dirty="0" sz="1600" spc="-25">
                <a:latin typeface="Verdana"/>
                <a:cs typeface="Verdana"/>
              </a:rPr>
              <a:t>Migración</a:t>
            </a:r>
            <a:r>
              <a:rPr dirty="0" sz="1600" spc="-145">
                <a:latin typeface="Verdana"/>
                <a:cs typeface="Verdana"/>
              </a:rPr>
              <a:t> </a:t>
            </a:r>
            <a:r>
              <a:rPr dirty="0" sz="1600" spc="-20">
                <a:latin typeface="Verdana"/>
                <a:cs typeface="Verdana"/>
              </a:rPr>
              <a:t>de</a:t>
            </a:r>
            <a:r>
              <a:rPr dirty="0" sz="1600" spc="-140">
                <a:latin typeface="Verdana"/>
                <a:cs typeface="Verdana"/>
              </a:rPr>
              <a:t> </a:t>
            </a:r>
            <a:r>
              <a:rPr dirty="0" sz="1600" spc="-45">
                <a:latin typeface="Verdana"/>
                <a:cs typeface="Verdana"/>
              </a:rPr>
              <a:t>base</a:t>
            </a:r>
            <a:r>
              <a:rPr dirty="0" sz="1600" spc="-145">
                <a:latin typeface="Verdana"/>
                <a:cs typeface="Verdana"/>
              </a:rPr>
              <a:t> </a:t>
            </a:r>
            <a:r>
              <a:rPr dirty="0" sz="1600" spc="-20">
                <a:latin typeface="Verdana"/>
                <a:cs typeface="Verdana"/>
              </a:rPr>
              <a:t>de</a:t>
            </a:r>
            <a:r>
              <a:rPr dirty="0" sz="1600" spc="-140">
                <a:latin typeface="Verdana"/>
                <a:cs typeface="Verdana"/>
              </a:rPr>
              <a:t> </a:t>
            </a:r>
            <a:r>
              <a:rPr dirty="0" sz="1600" spc="-20">
                <a:latin typeface="Verdana"/>
                <a:cs typeface="Verdana"/>
              </a:rPr>
              <a:t>datos </a:t>
            </a:r>
            <a:r>
              <a:rPr dirty="0" sz="1600" spc="-25">
                <a:latin typeface="Verdana"/>
                <a:cs typeface="Verdana"/>
              </a:rPr>
              <a:t>Definir</a:t>
            </a:r>
            <a:r>
              <a:rPr dirty="0" sz="1600" spc="-120">
                <a:latin typeface="Verdana"/>
                <a:cs typeface="Verdana"/>
              </a:rPr>
              <a:t> </a:t>
            </a:r>
            <a:r>
              <a:rPr dirty="0" sz="1600" spc="-10">
                <a:latin typeface="Verdana"/>
                <a:cs typeface="Verdana"/>
              </a:rPr>
              <a:t>arquitectura.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8646" y="483368"/>
            <a:ext cx="15211424" cy="93249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01974" y="1539916"/>
            <a:ext cx="1576705" cy="7207884"/>
          </a:xfrm>
          <a:prstGeom prst="rect">
            <a:avLst/>
          </a:prstGeom>
        </p:spPr>
        <p:txBody>
          <a:bodyPr wrap="square" lIns="0" tIns="1841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9550" spc="150" b="1">
                <a:latin typeface="Cambria"/>
                <a:cs typeface="Cambria"/>
              </a:rPr>
              <a:t>Cronograma</a:t>
            </a:r>
            <a:endParaRPr sz="95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3367" y="355861"/>
            <a:ext cx="15916274" cy="98107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98607" y="1938612"/>
            <a:ext cx="1454785" cy="6642734"/>
          </a:xfrm>
          <a:prstGeom prst="rect">
            <a:avLst/>
          </a:prstGeom>
        </p:spPr>
        <p:txBody>
          <a:bodyPr wrap="square" lIns="0" tIns="1778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8800" spc="135" b="1">
                <a:latin typeface="Cambria"/>
                <a:cs typeface="Cambria"/>
              </a:rPr>
              <a:t>Cronograma</a:t>
            </a:r>
            <a:endParaRPr sz="8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45034"/>
            <a:ext cx="5048249" cy="59054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926768" y="2727244"/>
            <a:ext cx="9532620" cy="4970145"/>
          </a:xfrm>
          <a:custGeom>
            <a:avLst/>
            <a:gdLst/>
            <a:ahLst/>
            <a:cxnLst/>
            <a:rect l="l" t="t" r="r" b="b"/>
            <a:pathLst>
              <a:path w="9532619" h="4970145">
                <a:moveTo>
                  <a:pt x="9047952" y="4970095"/>
                </a:moveTo>
                <a:lnTo>
                  <a:pt x="485775" y="4970095"/>
                </a:lnTo>
                <a:lnTo>
                  <a:pt x="437762" y="4967718"/>
                </a:lnTo>
                <a:lnTo>
                  <a:pt x="390562" y="4960675"/>
                </a:lnTo>
                <a:lnTo>
                  <a:pt x="344494" y="4949097"/>
                </a:lnTo>
                <a:lnTo>
                  <a:pt x="299877" y="4933118"/>
                </a:lnTo>
                <a:lnTo>
                  <a:pt x="257028" y="4912867"/>
                </a:lnTo>
                <a:lnTo>
                  <a:pt x="216266" y="4888479"/>
                </a:lnTo>
                <a:lnTo>
                  <a:pt x="177911" y="4860084"/>
                </a:lnTo>
                <a:lnTo>
                  <a:pt x="142280" y="4827815"/>
                </a:lnTo>
                <a:lnTo>
                  <a:pt x="110011" y="4792184"/>
                </a:lnTo>
                <a:lnTo>
                  <a:pt x="81616" y="4753828"/>
                </a:lnTo>
                <a:lnTo>
                  <a:pt x="57227" y="4713067"/>
                </a:lnTo>
                <a:lnTo>
                  <a:pt x="36977" y="4670218"/>
                </a:lnTo>
                <a:lnTo>
                  <a:pt x="20997" y="4625601"/>
                </a:lnTo>
                <a:lnTo>
                  <a:pt x="9420" y="4579533"/>
                </a:lnTo>
                <a:lnTo>
                  <a:pt x="2377" y="4532333"/>
                </a:lnTo>
                <a:lnTo>
                  <a:pt x="0" y="4484320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1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9047952" y="0"/>
                </a:lnTo>
                <a:lnTo>
                  <a:pt x="9095965" y="2377"/>
                </a:lnTo>
                <a:lnTo>
                  <a:pt x="9143164" y="9420"/>
                </a:lnTo>
                <a:lnTo>
                  <a:pt x="9189232" y="20997"/>
                </a:lnTo>
                <a:lnTo>
                  <a:pt x="9233850" y="36977"/>
                </a:lnTo>
                <a:lnTo>
                  <a:pt x="9276699" y="57227"/>
                </a:lnTo>
                <a:lnTo>
                  <a:pt x="9317461" y="81615"/>
                </a:lnTo>
                <a:lnTo>
                  <a:pt x="9355816" y="110010"/>
                </a:lnTo>
                <a:lnTo>
                  <a:pt x="9391448" y="142280"/>
                </a:lnTo>
                <a:lnTo>
                  <a:pt x="9423717" y="177911"/>
                </a:lnTo>
                <a:lnTo>
                  <a:pt x="9452111" y="216266"/>
                </a:lnTo>
                <a:lnTo>
                  <a:pt x="9476500" y="257028"/>
                </a:lnTo>
                <a:lnTo>
                  <a:pt x="9496750" y="299877"/>
                </a:lnTo>
                <a:lnTo>
                  <a:pt x="9512729" y="344494"/>
                </a:lnTo>
                <a:lnTo>
                  <a:pt x="9524307" y="390562"/>
                </a:lnTo>
                <a:lnTo>
                  <a:pt x="9531350" y="437762"/>
                </a:lnTo>
                <a:lnTo>
                  <a:pt x="9532488" y="460738"/>
                </a:lnTo>
                <a:lnTo>
                  <a:pt x="9532488" y="4509356"/>
                </a:lnTo>
                <a:lnTo>
                  <a:pt x="9524307" y="4579533"/>
                </a:lnTo>
                <a:lnTo>
                  <a:pt x="9512729" y="4625601"/>
                </a:lnTo>
                <a:lnTo>
                  <a:pt x="9496750" y="4670218"/>
                </a:lnTo>
                <a:lnTo>
                  <a:pt x="9476500" y="4713067"/>
                </a:lnTo>
                <a:lnTo>
                  <a:pt x="9452111" y="4753828"/>
                </a:lnTo>
                <a:lnTo>
                  <a:pt x="9423717" y="4792184"/>
                </a:lnTo>
                <a:lnTo>
                  <a:pt x="9391448" y="4827815"/>
                </a:lnTo>
                <a:lnTo>
                  <a:pt x="9355816" y="4860084"/>
                </a:lnTo>
                <a:lnTo>
                  <a:pt x="9317461" y="4888479"/>
                </a:lnTo>
                <a:lnTo>
                  <a:pt x="9276699" y="4912867"/>
                </a:lnTo>
                <a:lnTo>
                  <a:pt x="9233850" y="4933118"/>
                </a:lnTo>
                <a:lnTo>
                  <a:pt x="9189232" y="4949097"/>
                </a:lnTo>
                <a:lnTo>
                  <a:pt x="9143164" y="4960675"/>
                </a:lnTo>
                <a:lnTo>
                  <a:pt x="9095965" y="4967718"/>
                </a:lnTo>
                <a:lnTo>
                  <a:pt x="9047952" y="4970095"/>
                </a:lnTo>
                <a:close/>
              </a:path>
            </a:pathLst>
          </a:custGeom>
          <a:solidFill>
            <a:srgbClr val="C7D0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534100" y="4413377"/>
            <a:ext cx="8319134" cy="1511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16100"/>
              </a:lnSpc>
              <a:spcBef>
                <a:spcPts val="100"/>
              </a:spcBef>
            </a:pPr>
            <a:r>
              <a:rPr dirty="0" sz="2100" spc="-150">
                <a:latin typeface="Arial Black"/>
                <a:cs typeface="Arial Black"/>
              </a:rPr>
              <a:t>El</a:t>
            </a:r>
            <a:r>
              <a:rPr dirty="0" sz="2100" spc="-180">
                <a:latin typeface="Arial Black"/>
                <a:cs typeface="Arial Black"/>
              </a:rPr>
              <a:t> </a:t>
            </a:r>
            <a:r>
              <a:rPr dirty="0" sz="2100" spc="-130">
                <a:latin typeface="Arial Black"/>
                <a:cs typeface="Arial Black"/>
              </a:rPr>
              <a:t>proyecto</a:t>
            </a:r>
            <a:r>
              <a:rPr dirty="0" sz="2100" spc="-180">
                <a:latin typeface="Arial Black"/>
                <a:cs typeface="Arial Black"/>
              </a:rPr>
              <a:t> </a:t>
            </a:r>
            <a:r>
              <a:rPr dirty="0" sz="2100" spc="-215">
                <a:latin typeface="Arial Black"/>
                <a:cs typeface="Arial Black"/>
              </a:rPr>
              <a:t>es</a:t>
            </a:r>
            <a:r>
              <a:rPr dirty="0" sz="2100" spc="-180">
                <a:latin typeface="Arial Black"/>
                <a:cs typeface="Arial Black"/>
              </a:rPr>
              <a:t> </a:t>
            </a:r>
            <a:r>
              <a:rPr dirty="0" sz="2100" spc="-114">
                <a:latin typeface="Arial Black"/>
                <a:cs typeface="Arial Black"/>
              </a:rPr>
              <a:t>posible</a:t>
            </a:r>
            <a:r>
              <a:rPr dirty="0" sz="2100" spc="-180">
                <a:latin typeface="Arial Black"/>
                <a:cs typeface="Arial Black"/>
              </a:rPr>
              <a:t> </a:t>
            </a:r>
            <a:r>
              <a:rPr dirty="0" sz="2100" spc="-85">
                <a:latin typeface="Arial Black"/>
                <a:cs typeface="Arial Black"/>
              </a:rPr>
              <a:t>y</a:t>
            </a:r>
            <a:r>
              <a:rPr dirty="0" sz="2100" spc="-180">
                <a:latin typeface="Arial Black"/>
                <a:cs typeface="Arial Black"/>
              </a:rPr>
              <a:t> </a:t>
            </a:r>
            <a:r>
              <a:rPr dirty="0" sz="2100" spc="-215">
                <a:latin typeface="Arial Black"/>
                <a:cs typeface="Arial Black"/>
              </a:rPr>
              <a:t>es</a:t>
            </a:r>
            <a:r>
              <a:rPr dirty="0" sz="2100" spc="-180">
                <a:latin typeface="Arial Black"/>
                <a:cs typeface="Arial Black"/>
              </a:rPr>
              <a:t> </a:t>
            </a:r>
            <a:r>
              <a:rPr dirty="0" sz="2100" spc="-185">
                <a:latin typeface="Arial Black"/>
                <a:cs typeface="Arial Black"/>
              </a:rPr>
              <a:t>capaz</a:t>
            </a:r>
            <a:r>
              <a:rPr dirty="0" sz="2100" spc="-175">
                <a:latin typeface="Arial Black"/>
                <a:cs typeface="Arial Black"/>
              </a:rPr>
              <a:t> </a:t>
            </a:r>
            <a:r>
              <a:rPr dirty="0" sz="2100" spc="-120">
                <a:latin typeface="Arial Black"/>
                <a:cs typeface="Arial Black"/>
              </a:rPr>
              <a:t>de</a:t>
            </a:r>
            <a:r>
              <a:rPr dirty="0" sz="2100" spc="-180">
                <a:latin typeface="Arial Black"/>
                <a:cs typeface="Arial Black"/>
              </a:rPr>
              <a:t> </a:t>
            </a:r>
            <a:r>
              <a:rPr dirty="0" sz="2100" spc="-165">
                <a:latin typeface="Arial Black"/>
                <a:cs typeface="Arial Black"/>
              </a:rPr>
              <a:t>avanzar</a:t>
            </a:r>
            <a:r>
              <a:rPr dirty="0" sz="2100" spc="-180">
                <a:latin typeface="Arial Black"/>
                <a:cs typeface="Arial Black"/>
              </a:rPr>
              <a:t> </a:t>
            </a:r>
            <a:r>
              <a:rPr dirty="0" sz="2100" spc="-155">
                <a:latin typeface="Arial Black"/>
                <a:cs typeface="Arial Black"/>
              </a:rPr>
              <a:t>sin</a:t>
            </a:r>
            <a:r>
              <a:rPr dirty="0" sz="2100" spc="-180">
                <a:latin typeface="Arial Black"/>
                <a:cs typeface="Arial Black"/>
              </a:rPr>
              <a:t> </a:t>
            </a:r>
            <a:r>
              <a:rPr dirty="0" sz="2100" spc="-130">
                <a:latin typeface="Arial Black"/>
                <a:cs typeface="Arial Black"/>
              </a:rPr>
              <a:t>problemas</a:t>
            </a:r>
            <a:r>
              <a:rPr dirty="0" sz="2100" spc="-180">
                <a:latin typeface="Arial Black"/>
                <a:cs typeface="Arial Black"/>
              </a:rPr>
              <a:t> </a:t>
            </a:r>
            <a:r>
              <a:rPr dirty="0" sz="2100" spc="-135">
                <a:latin typeface="Arial Black"/>
                <a:cs typeface="Arial Black"/>
              </a:rPr>
              <a:t>en</a:t>
            </a:r>
            <a:r>
              <a:rPr dirty="0" sz="2100" spc="-180">
                <a:latin typeface="Arial Black"/>
                <a:cs typeface="Arial Black"/>
              </a:rPr>
              <a:t> </a:t>
            </a:r>
            <a:r>
              <a:rPr dirty="0" sz="2100" spc="-25">
                <a:latin typeface="Arial Black"/>
                <a:cs typeface="Arial Black"/>
              </a:rPr>
              <a:t>el </a:t>
            </a:r>
            <a:r>
              <a:rPr dirty="0" sz="2100" spc="-114">
                <a:latin typeface="Arial Black"/>
                <a:cs typeface="Arial Black"/>
              </a:rPr>
              <a:t>tiempo</a:t>
            </a:r>
            <a:r>
              <a:rPr dirty="0" sz="2100" spc="-155">
                <a:latin typeface="Arial Black"/>
                <a:cs typeface="Arial Black"/>
              </a:rPr>
              <a:t> </a:t>
            </a:r>
            <a:r>
              <a:rPr dirty="0" sz="2100" spc="-130">
                <a:latin typeface="Arial Black"/>
                <a:cs typeface="Arial Black"/>
              </a:rPr>
              <a:t>predestinado,</a:t>
            </a:r>
            <a:r>
              <a:rPr dirty="0" sz="2100" spc="-155">
                <a:latin typeface="Arial Black"/>
                <a:cs typeface="Arial Black"/>
              </a:rPr>
              <a:t> </a:t>
            </a:r>
            <a:r>
              <a:rPr dirty="0" sz="2100" spc="-125">
                <a:latin typeface="Arial Black"/>
                <a:cs typeface="Arial Black"/>
              </a:rPr>
              <a:t>el</a:t>
            </a:r>
            <a:r>
              <a:rPr dirty="0" sz="2100" spc="-155">
                <a:latin typeface="Arial Black"/>
                <a:cs typeface="Arial Black"/>
              </a:rPr>
              <a:t> </a:t>
            </a:r>
            <a:r>
              <a:rPr dirty="0" sz="2100" spc="-130">
                <a:latin typeface="Arial Black"/>
                <a:cs typeface="Arial Black"/>
              </a:rPr>
              <a:t>proyecto</a:t>
            </a:r>
            <a:r>
              <a:rPr dirty="0" sz="2100" spc="-160">
                <a:latin typeface="Arial Black"/>
                <a:cs typeface="Arial Black"/>
              </a:rPr>
              <a:t> </a:t>
            </a:r>
            <a:r>
              <a:rPr dirty="0" sz="2100" spc="-105">
                <a:latin typeface="Arial Black"/>
                <a:cs typeface="Arial Black"/>
              </a:rPr>
              <a:t>podrá</a:t>
            </a:r>
            <a:r>
              <a:rPr dirty="0" sz="2100" spc="-155">
                <a:latin typeface="Arial Black"/>
                <a:cs typeface="Arial Black"/>
              </a:rPr>
              <a:t> </a:t>
            </a:r>
            <a:r>
              <a:rPr dirty="0" sz="2100" spc="-120">
                <a:latin typeface="Arial Black"/>
                <a:cs typeface="Arial Black"/>
              </a:rPr>
              <a:t>cumplir</a:t>
            </a:r>
            <a:r>
              <a:rPr dirty="0" sz="2100" spc="-155">
                <a:latin typeface="Arial Black"/>
                <a:cs typeface="Arial Black"/>
              </a:rPr>
              <a:t> </a:t>
            </a:r>
            <a:r>
              <a:rPr dirty="0" sz="2100" spc="-180">
                <a:latin typeface="Arial Black"/>
                <a:cs typeface="Arial Black"/>
              </a:rPr>
              <a:t>su</a:t>
            </a:r>
            <a:r>
              <a:rPr dirty="0" sz="2100" spc="-155">
                <a:latin typeface="Arial Black"/>
                <a:cs typeface="Arial Black"/>
              </a:rPr>
              <a:t> </a:t>
            </a:r>
            <a:r>
              <a:rPr dirty="0" sz="2100" spc="-110">
                <a:latin typeface="Arial Black"/>
                <a:cs typeface="Arial Black"/>
              </a:rPr>
              <a:t>propósito</a:t>
            </a:r>
            <a:r>
              <a:rPr dirty="0" sz="2100" spc="-155">
                <a:latin typeface="Arial Black"/>
                <a:cs typeface="Arial Black"/>
              </a:rPr>
              <a:t> </a:t>
            </a:r>
            <a:r>
              <a:rPr dirty="0" sz="2100" spc="-50">
                <a:latin typeface="Arial Black"/>
                <a:cs typeface="Arial Black"/>
              </a:rPr>
              <a:t>y </a:t>
            </a:r>
            <a:r>
              <a:rPr dirty="0" sz="2100" spc="-150">
                <a:latin typeface="Arial Black"/>
                <a:cs typeface="Arial Black"/>
              </a:rPr>
              <a:t>mejorará</a:t>
            </a:r>
            <a:r>
              <a:rPr dirty="0" sz="2100" spc="-180">
                <a:latin typeface="Arial Black"/>
                <a:cs typeface="Arial Black"/>
              </a:rPr>
              <a:t> </a:t>
            </a:r>
            <a:r>
              <a:rPr dirty="0" sz="2100" spc="-145">
                <a:latin typeface="Arial Black"/>
                <a:cs typeface="Arial Black"/>
              </a:rPr>
              <a:t>los</a:t>
            </a:r>
            <a:r>
              <a:rPr dirty="0" sz="2100" spc="-165">
                <a:latin typeface="Arial Black"/>
                <a:cs typeface="Arial Black"/>
              </a:rPr>
              <a:t> </a:t>
            </a:r>
            <a:r>
              <a:rPr dirty="0" sz="2100" spc="-140">
                <a:latin typeface="Arial Black"/>
                <a:cs typeface="Arial Black"/>
              </a:rPr>
              <a:t>tiempos</a:t>
            </a:r>
            <a:r>
              <a:rPr dirty="0" sz="2100" spc="-165">
                <a:latin typeface="Arial Black"/>
                <a:cs typeface="Arial Black"/>
              </a:rPr>
              <a:t> </a:t>
            </a:r>
            <a:r>
              <a:rPr dirty="0" sz="2100" spc="-135">
                <a:latin typeface="Arial Black"/>
                <a:cs typeface="Arial Black"/>
              </a:rPr>
              <a:t>muertos</a:t>
            </a:r>
            <a:r>
              <a:rPr dirty="0" sz="2100" spc="-165">
                <a:latin typeface="Arial Black"/>
                <a:cs typeface="Arial Black"/>
              </a:rPr>
              <a:t> </a:t>
            </a:r>
            <a:r>
              <a:rPr dirty="0" sz="2100" spc="-85">
                <a:latin typeface="Arial Black"/>
                <a:cs typeface="Arial Black"/>
              </a:rPr>
              <a:t>y</a:t>
            </a:r>
            <a:r>
              <a:rPr dirty="0" sz="2100" spc="-165">
                <a:latin typeface="Arial Black"/>
                <a:cs typeface="Arial Black"/>
              </a:rPr>
              <a:t> </a:t>
            </a:r>
            <a:r>
              <a:rPr dirty="0" sz="2100" spc="-155">
                <a:latin typeface="Arial Black"/>
                <a:cs typeface="Arial Black"/>
              </a:rPr>
              <a:t>apoyará</a:t>
            </a:r>
            <a:r>
              <a:rPr dirty="0" sz="2100" spc="-165">
                <a:latin typeface="Arial Black"/>
                <a:cs typeface="Arial Black"/>
              </a:rPr>
              <a:t> </a:t>
            </a:r>
            <a:r>
              <a:rPr dirty="0" sz="2100" spc="-135">
                <a:latin typeface="Arial Black"/>
                <a:cs typeface="Arial Black"/>
              </a:rPr>
              <a:t>en</a:t>
            </a:r>
            <a:r>
              <a:rPr dirty="0" sz="2100" spc="-165">
                <a:latin typeface="Arial Black"/>
                <a:cs typeface="Arial Black"/>
              </a:rPr>
              <a:t> </a:t>
            </a:r>
            <a:r>
              <a:rPr dirty="0" sz="2100" spc="-175">
                <a:latin typeface="Arial Black"/>
                <a:cs typeface="Arial Black"/>
              </a:rPr>
              <a:t>las</a:t>
            </a:r>
            <a:r>
              <a:rPr dirty="0" sz="2100" spc="-165">
                <a:latin typeface="Arial Black"/>
                <a:cs typeface="Arial Black"/>
              </a:rPr>
              <a:t> necesidades </a:t>
            </a:r>
            <a:r>
              <a:rPr dirty="0" sz="2100" spc="-25">
                <a:latin typeface="Arial Black"/>
                <a:cs typeface="Arial Black"/>
              </a:rPr>
              <a:t>del </a:t>
            </a:r>
            <a:r>
              <a:rPr dirty="0" sz="2100" spc="-140">
                <a:latin typeface="Arial Black"/>
                <a:cs typeface="Arial Black"/>
              </a:rPr>
              <a:t>cliente</a:t>
            </a:r>
            <a:r>
              <a:rPr dirty="0" sz="2100" spc="-190">
                <a:latin typeface="Arial Black"/>
                <a:cs typeface="Arial Black"/>
              </a:rPr>
              <a:t> </a:t>
            </a:r>
            <a:r>
              <a:rPr dirty="0" sz="2100" spc="-85">
                <a:latin typeface="Arial Black"/>
                <a:cs typeface="Arial Black"/>
              </a:rPr>
              <a:t>y</a:t>
            </a:r>
            <a:r>
              <a:rPr dirty="0" sz="2100" spc="-185">
                <a:latin typeface="Arial Black"/>
                <a:cs typeface="Arial Black"/>
              </a:rPr>
              <a:t> </a:t>
            </a:r>
            <a:r>
              <a:rPr dirty="0" sz="2100" spc="-180">
                <a:latin typeface="Arial Black"/>
                <a:cs typeface="Arial Black"/>
              </a:rPr>
              <a:t>su</a:t>
            </a:r>
            <a:r>
              <a:rPr dirty="0" sz="2100" spc="-185">
                <a:latin typeface="Arial Black"/>
                <a:cs typeface="Arial Black"/>
              </a:rPr>
              <a:t> </a:t>
            </a:r>
            <a:r>
              <a:rPr dirty="0" sz="2100" spc="-145">
                <a:latin typeface="Arial Black"/>
                <a:cs typeface="Arial Black"/>
              </a:rPr>
              <a:t>micro</a:t>
            </a:r>
            <a:r>
              <a:rPr dirty="0" sz="2100" spc="-185">
                <a:latin typeface="Arial Black"/>
                <a:cs typeface="Arial Black"/>
              </a:rPr>
              <a:t> </a:t>
            </a:r>
            <a:r>
              <a:rPr dirty="0" sz="2100" spc="-170">
                <a:latin typeface="Arial Black"/>
                <a:cs typeface="Arial Black"/>
              </a:rPr>
              <a:t>empresa</a:t>
            </a:r>
            <a:r>
              <a:rPr dirty="0" sz="2100" spc="-185">
                <a:latin typeface="Arial Black"/>
                <a:cs typeface="Arial Black"/>
              </a:rPr>
              <a:t> </a:t>
            </a:r>
            <a:r>
              <a:rPr dirty="0" sz="2100" spc="-50">
                <a:latin typeface="Arial Black"/>
                <a:cs typeface="Arial Black"/>
              </a:rPr>
              <a:t>.</a:t>
            </a:r>
            <a:endParaRPr sz="2100">
              <a:latin typeface="Arial Black"/>
              <a:cs typeface="Arial Black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81832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CONCLUSIONES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16000" y="2627695"/>
            <a:ext cx="6214745" cy="13665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800" spc="-320"/>
              <a:t>REFLEXIÓN</a:t>
            </a:r>
            <a:endParaRPr sz="8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31262" y="1574251"/>
            <a:ext cx="5200015" cy="2677795"/>
          </a:xfrm>
          <a:prstGeom prst="rect"/>
        </p:spPr>
        <p:txBody>
          <a:bodyPr wrap="square" lIns="0" tIns="673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5"/>
              </a:spcBef>
            </a:pPr>
            <a:r>
              <a:rPr dirty="0" sz="8550" spc="-285"/>
              <a:t>¡GRACIAS!</a:t>
            </a:r>
            <a:endParaRPr sz="8550"/>
          </a:p>
          <a:p>
            <a:pPr marL="385445">
              <a:lnSpc>
                <a:spcPct val="100000"/>
              </a:lnSpc>
              <a:spcBef>
                <a:spcPts val="1814"/>
              </a:spcBef>
            </a:pPr>
            <a:r>
              <a:rPr dirty="0" sz="3000" spc="-70">
                <a:solidFill>
                  <a:srgbClr val="2A3244"/>
                </a:solidFill>
                <a:latin typeface="Verdana"/>
                <a:cs typeface="Verdana"/>
              </a:rPr>
              <a:t>¿Tienes</a:t>
            </a:r>
            <a:r>
              <a:rPr dirty="0" sz="3000" spc="-275">
                <a:solidFill>
                  <a:srgbClr val="2A3244"/>
                </a:solidFill>
                <a:latin typeface="Verdana"/>
                <a:cs typeface="Verdana"/>
              </a:rPr>
              <a:t> </a:t>
            </a:r>
            <a:r>
              <a:rPr dirty="0" sz="3000" spc="-110">
                <a:solidFill>
                  <a:srgbClr val="2A3244"/>
                </a:solidFill>
                <a:latin typeface="Verdana"/>
                <a:cs typeface="Verdana"/>
              </a:rPr>
              <a:t>alguna</a:t>
            </a:r>
            <a:r>
              <a:rPr dirty="0" sz="3000" spc="-275">
                <a:solidFill>
                  <a:srgbClr val="2A3244"/>
                </a:solidFill>
                <a:latin typeface="Verdana"/>
                <a:cs typeface="Verdana"/>
              </a:rPr>
              <a:t> </a:t>
            </a:r>
            <a:r>
              <a:rPr dirty="0" sz="3000" spc="-10">
                <a:solidFill>
                  <a:srgbClr val="2A3244"/>
                </a:solidFill>
                <a:latin typeface="Verdana"/>
                <a:cs typeface="Verdana"/>
              </a:rPr>
              <a:t>pregunta?</a:t>
            </a:r>
            <a:endParaRPr sz="30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88656" y="0"/>
            <a:ext cx="5499344" cy="896256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403017"/>
            <a:ext cx="5835691" cy="88844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MATIAS PATRICIO ROSALES ROMERO</dc:creator>
  <cp:keywords>DAHTVBNILs8,BAF-kbP-qyI</cp:keywords>
  <dc:title>Proyecto</dc:title>
  <dcterms:created xsi:type="dcterms:W3CDTF">2026-09-04T15:25:03Z</dcterms:created>
  <dcterms:modified xsi:type="dcterms:W3CDTF">2026-09-04T15:25:03Z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2026-09-04T00:00:00Z</vt:filetime>
  </property>
  <property fmtid="{D5CDD505-2E9C-101B-9397-08002B2CF9AE}" pid="4" name="Creator">
    <vt:lpwstr>Canva</vt:lpwstr>
  </property>
  <property fmtid="{D5CDD505-2E9C-101B-9397-08002B2CF9AE}" pid="5" name="LastSaved">
    <vt:filetime>2026-09-04T00:00:00Z</vt:filetime>
  </property>
  <property fmtid="{D5CDD505-2E9C-101B-9397-08002B2CF9AE}" pid="6" name="Producer">
    <vt:lpwstr>Canva</vt:lpwstr>
  </property>
  <property fmtid="{D5CDD505-2E9C-101B-9397-08002B2CF9AE}" pid="7" name="containsAiGeneratedContent">
    <vt:lpwstr>Yes</vt:lpwstr>
  </property>
</Properties>
</file>